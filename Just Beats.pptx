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69" r:id="rId5"/>
    <p:sldId id="256" r:id="rId6"/>
    <p:sldId id="257" r:id="rId7"/>
    <p:sldId id="267" r:id="rId8"/>
    <p:sldId id="264" r:id="rId9"/>
    <p:sldId id="266" r:id="rId10"/>
    <p:sldId id="265" r:id="rId11"/>
    <p:sldId id="263" r:id="rId12"/>
    <p:sldId id="268" r:id="rId13"/>
    <p:sldId id="258" r:id="rId14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EE5B8D6E-4527-4494-8077-F684AA0D95CA}">
          <p14:sldIdLst>
            <p14:sldId id="259"/>
            <p14:sldId id="260"/>
            <p14:sldId id="261"/>
            <p14:sldId id="269"/>
          </p14:sldIdLst>
        </p14:section>
        <p14:section name="Nivel 1" id="{7F08F2CF-DC7E-4611-A9B7-11AFA78D5E4A}">
          <p14:sldIdLst>
            <p14:sldId id="256"/>
          </p14:sldIdLst>
        </p14:section>
        <p14:section name="Nivel 2" id="{488EB23A-87F5-490A-8DC2-12DDF72C5E72}">
          <p14:sldIdLst>
            <p14:sldId id="257"/>
          </p14:sldIdLst>
        </p14:section>
        <p14:section name="Nivel 3" id="{F113E834-C420-43FC-8CF9-0917C1B513CA}">
          <p14:sldIdLst>
            <p14:sldId id="267"/>
          </p14:sldIdLst>
        </p14:section>
        <p14:section name="Nivel 4" id="{184E318D-F966-48B9-A147-691C6ED51B5E}">
          <p14:sldIdLst>
            <p14:sldId id="264"/>
          </p14:sldIdLst>
        </p14:section>
        <p14:section name="Nivel 5" id="{4CCCF68D-A16A-4A3B-9FA6-9EDD9CEEAD3A}">
          <p14:sldIdLst>
            <p14:sldId id="266"/>
          </p14:sldIdLst>
        </p14:section>
        <p14:section name="Nivel 6" id="{738C749A-EE8E-4D42-99AE-945A1F8AD06F}">
          <p14:sldIdLst>
            <p14:sldId id="265"/>
          </p14:sldIdLst>
        </p14:section>
        <p14:section name="Nivel 7" id="{C7FB3A0F-33C6-4A78-9965-25A504D0F2D5}">
          <p14:sldIdLst>
            <p14:sldId id="263"/>
          </p14:sldIdLst>
        </p14:section>
        <p14:section name="Nivel 8" id="{F88144FC-DF56-46C2-B2D8-FB18FA0EF944}">
          <p14:sldIdLst>
            <p14:sldId id="268"/>
          </p14:sldIdLst>
        </p14:section>
        <p14:section name="Boss" id="{065E6D86-022B-4EF1-AFCE-D9FF6E60490E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Cazorla" initials="DC" lastIdx="3" clrIdx="0">
    <p:extLst>
      <p:ext uri="{19B8F6BF-5375-455C-9EA6-DF929625EA0E}">
        <p15:presenceInfo xmlns:p15="http://schemas.microsoft.com/office/powerpoint/2012/main" userId="3dcd8b454ae6b03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4472C4"/>
    <a:srgbClr val="C9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94" autoAdjust="0"/>
    <p:restoredTop sz="94660"/>
  </p:normalViewPr>
  <p:slideViewPr>
    <p:cSldViewPr snapToGrid="0">
      <p:cViewPr>
        <p:scale>
          <a:sx n="33" d="100"/>
          <a:sy n="33" d="100"/>
        </p:scale>
        <p:origin x="1136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34120-4BCC-4D8D-B24E-EF76C956597B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23B59-67F4-4F4D-B923-BC8721A2B7F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263459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DE20D-6F50-42A3-A180-C0E5FF35A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A534A0-3F95-4092-B54C-B3E29385B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7E0985-37FD-49D5-B5DF-0E83C3E9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A41A-44B6-4115-8E8D-A465798F73B4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463CEB-E631-4B0D-A562-226FF2542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05095A-3DFF-4820-8CFB-6242C89A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1675-CE94-4937-8196-3F853D9ACEA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234725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B4ABA-EB88-48B9-9867-C9334C744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F2FB42-8FED-4C60-8AE6-57FED5303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D171FE-4F76-46FD-B0E5-A94F92C4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A41A-44B6-4115-8E8D-A465798F73B4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6D6FA7-EBB8-4781-B948-8A48AFD6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45398D-0505-493A-AC0B-E68922DDE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1675-CE94-4937-8196-3F853D9ACEA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857435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0EC8E-CA38-473B-92D6-6F1E31876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310895-6071-4311-AE4F-A739ED20A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D70598-D753-44B7-9B53-84A27177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A41A-44B6-4115-8E8D-A465798F73B4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10A952-F3D7-4566-B2B9-BB8096CD1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1B3A91-FC86-4E25-9A5A-C56A1DF2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1675-CE94-4937-8196-3F853D9ACEA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4356628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7E567-ABFE-45E1-9713-02ABB9FF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C5E093-991A-41E1-BC7E-07ADF54C2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02F711-EB0A-4732-BD60-037AEA156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D07765-8314-42C2-A945-607D41A6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A41A-44B6-4115-8E8D-A465798F73B4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3BAC0D-C933-488D-8AC5-EEAEBC1B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849033-DF39-4D2C-8BB6-E5A3444D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1675-CE94-4937-8196-3F853D9ACEA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9436843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00238-8893-4801-87DA-02B29D657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1D0830-AE53-4DFC-BE1C-3AEEF1E4D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71A2E1-3BCA-45F7-8599-FC5A2B88E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63977E-9C48-4EE0-98D4-F0CE84A9D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8CA6DC1-9EA7-4EB3-B2F9-D7A7E91DD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51E4AA-0A4F-42A1-A663-41134B51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A41A-44B6-4115-8E8D-A465798F73B4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AF47EB8-13A7-4FCE-B104-5E7153AB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09B1621-4142-49EF-97A7-5795E191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1675-CE94-4937-8196-3F853D9ACEA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5347242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8BA9A-7ECE-437C-9D5D-B89D1D09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F39F20-0B88-4F3B-81E3-240CFDF29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A41A-44B6-4115-8E8D-A465798F73B4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6A84F9-9655-4E12-B500-6A96DF47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DD748-61FA-4553-907A-661D0A1CF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1675-CE94-4937-8196-3F853D9ACEA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8971247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3E079DD-822B-4F4C-84C2-82F76E29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A41A-44B6-4115-8E8D-A465798F73B4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7D6262-7555-4EFF-B013-56CEBFA2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7B434C-B0A4-4B62-909A-ADC5A27E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1675-CE94-4937-8196-3F853D9ACEA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6995081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C8B4F-F95E-4C08-A475-D675293C6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0C9959-E9FA-444B-868E-509E6EA50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CA258F-91E5-4FA0-86DB-86EBDAF2B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8044C7-6202-462B-9510-7475ECD5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A41A-44B6-4115-8E8D-A465798F73B4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1F30A0-D164-478E-B337-A5407C20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967AB9-016F-4B17-87EF-A404426F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1675-CE94-4937-8196-3F853D9ACEA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1846935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883EF-7D81-4D12-8DE3-EF76BF144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C480955-1F55-4798-8D4B-166F21AFB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B53B60-5B11-4592-904E-1344EAC1B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6206FB-A656-4896-A33E-6D00417A4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A41A-44B6-4115-8E8D-A465798F73B4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6C0656-2500-4369-8F05-91B300CD2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4478B4-FEB2-4294-9C9E-F403BB23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1675-CE94-4937-8196-3F853D9ACEA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0579341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28AAC-1B01-490B-9D4B-4411AE53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C072A6-9D17-4DC2-A4E7-1EBEC5850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87990F-5C1E-4C85-8EB8-A168874C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A41A-44B6-4115-8E8D-A465798F73B4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2E8969-41F0-4772-89DF-CD4920657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ED2698-BC87-461A-A5BC-D3125454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1675-CE94-4937-8196-3F853D9ACEA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4075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CF0DFC-B1A6-47CF-895E-2C26CAEEF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5D6914-19D5-4182-8FB1-873D8AEA7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C91FDA-1296-47F3-8DAD-71C7D07D5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A41A-44B6-4115-8E8D-A465798F73B4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A86F7A-D73F-484A-97CC-01861BCB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41DCE4-C174-4AF8-B6E9-CD422E4A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1675-CE94-4937-8196-3F853D9ACEA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754578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981EA56-F1EF-44A5-92BB-75BCEB4C8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FBB754-E90A-4FF1-9F0A-1AD60688E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D60D92-0EC0-431B-BEA6-0E507B00E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EA41A-44B6-4115-8E8D-A465798F73B4}" type="datetimeFigureOut">
              <a:rPr lang="es-US" smtClean="0"/>
              <a:t>10/30/2024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38C2D4-27F6-4445-831D-DFC49E9931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5609B3-F208-4AC9-B88C-9515471F6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E1675-CE94-4937-8196-3F853D9ACEA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74759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audio" Target="../media/audio2.wav"/><Relationship Id="rId4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7F8FCF17-37C4-47A4-B9AC-8B9953D32929}"/>
              </a:ext>
            </a:extLst>
          </p:cNvPr>
          <p:cNvSpPr/>
          <p:nvPr/>
        </p:nvSpPr>
        <p:spPr>
          <a:xfrm flipV="1">
            <a:off x="-118981" y="-535837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40DD996B-EB26-4D90-8C61-0FC3E74A9D1D}"/>
              </a:ext>
            </a:extLst>
          </p:cNvPr>
          <p:cNvGrpSpPr/>
          <p:nvPr/>
        </p:nvGrpSpPr>
        <p:grpSpPr>
          <a:xfrm>
            <a:off x="8060015" y="-57454"/>
            <a:ext cx="3893623" cy="7252005"/>
            <a:chOff x="8060015" y="-57454"/>
            <a:chExt cx="3893623" cy="7252005"/>
          </a:xfrm>
        </p:grpSpPr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DE8C6651-18D3-4C1F-A2F1-6F409DA8643C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880CA0B4-CCAB-4573-8FF3-A2A3EA534F33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30567E61-6D96-4DC7-9CBF-309326B5AEF4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5" name="Rectángulo: esquinas redondeadas 4">
            <a:hlinkClick r:id="rId2" action="ppaction://hlinksldjump">
              <a:snd r:embed="rId3" name="click.wav"/>
            </a:hlinkClick>
            <a:extLst>
              <a:ext uri="{FF2B5EF4-FFF2-40B4-BE49-F238E27FC236}">
                <a16:creationId xmlns:a16="http://schemas.microsoft.com/office/drawing/2014/main" id="{7AE64BE3-8B88-4FB1-9DD0-DE57DA14D488}"/>
              </a:ext>
            </a:extLst>
          </p:cNvPr>
          <p:cNvSpPr/>
          <p:nvPr/>
        </p:nvSpPr>
        <p:spPr>
          <a:xfrm>
            <a:off x="9640207" y="5201835"/>
            <a:ext cx="1651000" cy="825500"/>
          </a:xfrm>
          <a:prstGeom prst="round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4000" dirty="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</a:rPr>
              <a:t>Play</a:t>
            </a:r>
            <a:endParaRPr lang="es-US" sz="4000" dirty="0">
              <a:solidFill>
                <a:schemeClr val="bg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C10098F2-6461-45C5-AAB5-F4C81926D0D9}"/>
              </a:ext>
            </a:extLst>
          </p:cNvPr>
          <p:cNvSpPr/>
          <p:nvPr/>
        </p:nvSpPr>
        <p:spPr>
          <a:xfrm>
            <a:off x="683391" y="5161365"/>
            <a:ext cx="2390237" cy="86597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3600" dirty="0" err="1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</a:rPr>
              <a:t>ZI.Code</a:t>
            </a:r>
            <a:endParaRPr lang="es-US" sz="3600" dirty="0">
              <a:solidFill>
                <a:schemeClr val="bg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20869DFF-F0E3-4F7D-87C9-B69395729BB9}"/>
              </a:ext>
            </a:extLst>
          </p:cNvPr>
          <p:cNvGrpSpPr/>
          <p:nvPr/>
        </p:nvGrpSpPr>
        <p:grpSpPr>
          <a:xfrm flipH="1" flipV="1">
            <a:off x="3967662" y="-424814"/>
            <a:ext cx="3893623" cy="7252005"/>
            <a:chOff x="8060015" y="-57454"/>
            <a:chExt cx="3893623" cy="7252005"/>
          </a:xfrm>
        </p:grpSpPr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0E5BFAE6-68DC-490B-A8FE-1C9E272C87EB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FBFDE3C2-1E6A-4BDB-B7AF-27CC5E571F28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09FFAB91-C5C2-4164-A249-FD19F6A8C76F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56" name="Forma libre: forma 55">
            <a:extLst>
              <a:ext uri="{FF2B5EF4-FFF2-40B4-BE49-F238E27FC236}">
                <a16:creationId xmlns:a16="http://schemas.microsoft.com/office/drawing/2014/main" id="{8AFE0E0F-8055-4B07-9293-E0F09B924EB2}"/>
              </a:ext>
            </a:extLst>
          </p:cNvPr>
          <p:cNvSpPr/>
          <p:nvPr/>
        </p:nvSpPr>
        <p:spPr>
          <a:xfrm rot="16038043">
            <a:off x="2287347" y="-3468127"/>
            <a:ext cx="8218654" cy="13689533"/>
          </a:xfrm>
          <a:custGeom>
            <a:avLst/>
            <a:gdLst>
              <a:gd name="connsiteX0" fmla="*/ 7599517 w 8218654"/>
              <a:gd name="connsiteY0" fmla="*/ 1562404 h 13689533"/>
              <a:gd name="connsiteX1" fmla="*/ 7605770 w 8218654"/>
              <a:gd name="connsiteY1" fmla="*/ 1423042 h 13689533"/>
              <a:gd name="connsiteX2" fmla="*/ 7602755 w 8218654"/>
              <a:gd name="connsiteY2" fmla="*/ 1307360 h 13689533"/>
              <a:gd name="connsiteX3" fmla="*/ 7597170 w 8218654"/>
              <a:gd name="connsiteY3" fmla="*/ 945828 h 13689533"/>
              <a:gd name="connsiteX4" fmla="*/ 7598412 w 8218654"/>
              <a:gd name="connsiteY4" fmla="*/ 899361 h 13689533"/>
              <a:gd name="connsiteX5" fmla="*/ 7587399 w 8218654"/>
              <a:gd name="connsiteY5" fmla="*/ 898879 h 13689533"/>
              <a:gd name="connsiteX6" fmla="*/ 7266329 w 8218654"/>
              <a:gd name="connsiteY6" fmla="*/ 869539 h 13689533"/>
              <a:gd name="connsiteX7" fmla="*/ 7220436 w 8218654"/>
              <a:gd name="connsiteY7" fmla="*/ 865794 h 13689533"/>
              <a:gd name="connsiteX8" fmla="*/ 7194146 w 8218654"/>
              <a:gd name="connsiteY8" fmla="*/ 866135 h 13689533"/>
              <a:gd name="connsiteX9" fmla="*/ 6650864 w 8218654"/>
              <a:gd name="connsiteY9" fmla="*/ 843185 h 13689533"/>
              <a:gd name="connsiteX10" fmla="*/ 6453754 w 8218654"/>
              <a:gd name="connsiteY10" fmla="*/ 831852 h 13689533"/>
              <a:gd name="connsiteX11" fmla="*/ 6208529 w 8218654"/>
              <a:gd name="connsiteY11" fmla="*/ 833020 h 13689533"/>
              <a:gd name="connsiteX12" fmla="*/ 5737365 w 8218654"/>
              <a:gd name="connsiteY12" fmla="*/ 797454 h 13689533"/>
              <a:gd name="connsiteX13" fmla="*/ 5724298 w 8218654"/>
              <a:gd name="connsiteY13" fmla="*/ 795590 h 13689533"/>
              <a:gd name="connsiteX14" fmla="*/ 5580376 w 8218654"/>
              <a:gd name="connsiteY14" fmla="*/ 785355 h 13689533"/>
              <a:gd name="connsiteX15" fmla="*/ 5526287 w 8218654"/>
              <a:gd name="connsiteY15" fmla="*/ 782295 h 13689533"/>
              <a:gd name="connsiteX16" fmla="*/ 5341498 w 8218654"/>
              <a:gd name="connsiteY16" fmla="*/ 781927 h 13689533"/>
              <a:gd name="connsiteX17" fmla="*/ 4936793 w 8218654"/>
              <a:gd name="connsiteY17" fmla="*/ 759710 h 13689533"/>
              <a:gd name="connsiteX18" fmla="*/ 4918713 w 8218654"/>
              <a:gd name="connsiteY18" fmla="*/ 755981 h 13689533"/>
              <a:gd name="connsiteX19" fmla="*/ 4858047 w 8218654"/>
              <a:gd name="connsiteY19" fmla="*/ 755997 h 13689533"/>
              <a:gd name="connsiteX20" fmla="*/ 4576738 w 8218654"/>
              <a:gd name="connsiteY20" fmla="*/ 743286 h 13689533"/>
              <a:gd name="connsiteX21" fmla="*/ 4502228 w 8218654"/>
              <a:gd name="connsiteY21" fmla="*/ 738131 h 13689533"/>
              <a:gd name="connsiteX22" fmla="*/ 4479538 w 8218654"/>
              <a:gd name="connsiteY22" fmla="*/ 738314 h 13689533"/>
              <a:gd name="connsiteX23" fmla="*/ 4280585 w 8218654"/>
              <a:gd name="connsiteY23" fmla="*/ 728772 h 13689533"/>
              <a:gd name="connsiteX24" fmla="*/ 4241740 w 8218654"/>
              <a:gd name="connsiteY24" fmla="*/ 726138 h 13689533"/>
              <a:gd name="connsiteX25" fmla="*/ 4201840 w 8218654"/>
              <a:gd name="connsiteY25" fmla="*/ 725059 h 13689533"/>
              <a:gd name="connsiteX26" fmla="*/ 3851046 w 8218654"/>
              <a:gd name="connsiteY26" fmla="*/ 708628 h 13689533"/>
              <a:gd name="connsiteX27" fmla="*/ 3812963 w 8218654"/>
              <a:gd name="connsiteY27" fmla="*/ 705941 h 13689533"/>
              <a:gd name="connsiteX28" fmla="*/ 3692770 w 8218654"/>
              <a:gd name="connsiteY28" fmla="*/ 702620 h 13689533"/>
              <a:gd name="connsiteX29" fmla="*/ 3552195 w 8218654"/>
              <a:gd name="connsiteY29" fmla="*/ 694431 h 13689533"/>
              <a:gd name="connsiteX30" fmla="*/ 3550040 w 8218654"/>
              <a:gd name="connsiteY30" fmla="*/ 694211 h 13689533"/>
              <a:gd name="connsiteX31" fmla="*/ 3545632 w 8218654"/>
              <a:gd name="connsiteY31" fmla="*/ 694122 h 13689533"/>
              <a:gd name="connsiteX32" fmla="*/ 2817242 w 8218654"/>
              <a:gd name="connsiteY32" fmla="*/ 659781 h 13689533"/>
              <a:gd name="connsiteX33" fmla="*/ 2791293 w 8218654"/>
              <a:gd name="connsiteY33" fmla="*/ 656193 h 13689533"/>
              <a:gd name="connsiteX34" fmla="*/ 2751621 w 8218654"/>
              <a:gd name="connsiteY34" fmla="*/ 656687 h 13689533"/>
              <a:gd name="connsiteX35" fmla="*/ 2217422 w 8218654"/>
              <a:gd name="connsiteY35" fmla="*/ 633909 h 13689533"/>
              <a:gd name="connsiteX36" fmla="*/ 2208392 w 8218654"/>
              <a:gd name="connsiteY36" fmla="*/ 633305 h 13689533"/>
              <a:gd name="connsiteX37" fmla="*/ 2081213 w 8218654"/>
              <a:gd name="connsiteY37" fmla="*/ 638728 h 13689533"/>
              <a:gd name="connsiteX38" fmla="*/ 1577010 w 8218654"/>
              <a:gd name="connsiteY38" fmla="*/ 601308 h 13689533"/>
              <a:gd name="connsiteX39" fmla="*/ 1572087 w 8218654"/>
              <a:gd name="connsiteY39" fmla="*/ 600793 h 13689533"/>
              <a:gd name="connsiteX40" fmla="*/ 1506649 w 8218654"/>
              <a:gd name="connsiteY40" fmla="*/ 596094 h 13689533"/>
              <a:gd name="connsiteX41" fmla="*/ 1498824 w 8218654"/>
              <a:gd name="connsiteY41" fmla="*/ 694985 h 13689533"/>
              <a:gd name="connsiteX42" fmla="*/ 1455732 w 8218654"/>
              <a:gd name="connsiteY42" fmla="*/ 970419 h 13689533"/>
              <a:gd name="connsiteX43" fmla="*/ 1445960 w 8218654"/>
              <a:gd name="connsiteY43" fmla="*/ 1026020 h 13689533"/>
              <a:gd name="connsiteX44" fmla="*/ 1440101 w 8218654"/>
              <a:gd name="connsiteY44" fmla="*/ 1114098 h 13689533"/>
              <a:gd name="connsiteX45" fmla="*/ 1353422 w 8218654"/>
              <a:gd name="connsiteY45" fmla="*/ 1910860 h 13689533"/>
              <a:gd name="connsiteX46" fmla="*/ 1352541 w 8218654"/>
              <a:gd name="connsiteY46" fmla="*/ 1921663 h 13689533"/>
              <a:gd name="connsiteX47" fmla="*/ 1348608 w 8218654"/>
              <a:gd name="connsiteY47" fmla="*/ 2019863 h 13689533"/>
              <a:gd name="connsiteX48" fmla="*/ 1337222 w 8218654"/>
              <a:gd name="connsiteY48" fmla="*/ 2132572 h 13689533"/>
              <a:gd name="connsiteX49" fmla="*/ 1332477 w 8218654"/>
              <a:gd name="connsiteY49" fmla="*/ 2167533 h 13689533"/>
              <a:gd name="connsiteX50" fmla="*/ 1321378 w 8218654"/>
              <a:gd name="connsiteY50" fmla="*/ 2303551 h 13689533"/>
              <a:gd name="connsiteX51" fmla="*/ 1299887 w 8218654"/>
              <a:gd name="connsiteY51" fmla="*/ 2485932 h 13689533"/>
              <a:gd name="connsiteX52" fmla="*/ 1276882 w 8218654"/>
              <a:gd name="connsiteY52" fmla="*/ 2622034 h 13689533"/>
              <a:gd name="connsiteX53" fmla="*/ 1262711 w 8218654"/>
              <a:gd name="connsiteY53" fmla="*/ 2803772 h 13689533"/>
              <a:gd name="connsiteX54" fmla="*/ 1245399 w 8218654"/>
              <a:gd name="connsiteY54" fmla="*/ 2987439 h 13689533"/>
              <a:gd name="connsiteX55" fmla="*/ 1218600 w 8218654"/>
              <a:gd name="connsiteY55" fmla="*/ 3150686 h 13689533"/>
              <a:gd name="connsiteX56" fmla="*/ 1188570 w 8218654"/>
              <a:gd name="connsiteY56" fmla="*/ 3455849 h 13689533"/>
              <a:gd name="connsiteX57" fmla="*/ 1132462 w 8218654"/>
              <a:gd name="connsiteY57" fmla="*/ 3941948 h 13689533"/>
              <a:gd name="connsiteX58" fmla="*/ 1077044 w 8218654"/>
              <a:gd name="connsiteY58" fmla="*/ 4451353 h 13689533"/>
              <a:gd name="connsiteX59" fmla="*/ 1063791 w 8218654"/>
              <a:gd name="connsiteY59" fmla="*/ 4564421 h 13689533"/>
              <a:gd name="connsiteX60" fmla="*/ 1061554 w 8218654"/>
              <a:gd name="connsiteY60" fmla="*/ 4579896 h 13689533"/>
              <a:gd name="connsiteX61" fmla="*/ 1060703 w 8218654"/>
              <a:gd name="connsiteY61" fmla="*/ 4601562 h 13689533"/>
              <a:gd name="connsiteX62" fmla="*/ 1021971 w 8218654"/>
              <a:gd name="connsiteY62" fmla="*/ 4972949 h 13689533"/>
              <a:gd name="connsiteX63" fmla="*/ 1005957 w 8218654"/>
              <a:gd name="connsiteY63" fmla="*/ 5062204 h 13689533"/>
              <a:gd name="connsiteX64" fmla="*/ 998181 w 8218654"/>
              <a:gd name="connsiteY64" fmla="*/ 5176276 h 13689533"/>
              <a:gd name="connsiteX65" fmla="*/ 989429 w 8218654"/>
              <a:gd name="connsiteY65" fmla="*/ 5298800 h 13689533"/>
              <a:gd name="connsiteX66" fmla="*/ 988840 w 8218654"/>
              <a:gd name="connsiteY66" fmla="*/ 5413531 h 13689533"/>
              <a:gd name="connsiteX67" fmla="*/ 952777 w 8218654"/>
              <a:gd name="connsiteY67" fmla="*/ 5722908 h 13689533"/>
              <a:gd name="connsiteX68" fmla="*/ 926883 w 8218654"/>
              <a:gd name="connsiteY68" fmla="*/ 5833913 h 13689533"/>
              <a:gd name="connsiteX69" fmla="*/ 913984 w 8218654"/>
              <a:gd name="connsiteY69" fmla="*/ 6069235 h 13689533"/>
              <a:gd name="connsiteX70" fmla="*/ 879530 w 8218654"/>
              <a:gd name="connsiteY70" fmla="*/ 6266922 h 13689533"/>
              <a:gd name="connsiteX71" fmla="*/ 878901 w 8218654"/>
              <a:gd name="connsiteY71" fmla="*/ 6271753 h 13689533"/>
              <a:gd name="connsiteX72" fmla="*/ 878820 w 8218654"/>
              <a:gd name="connsiteY72" fmla="*/ 6273454 h 13689533"/>
              <a:gd name="connsiteX73" fmla="*/ 847883 w 8218654"/>
              <a:gd name="connsiteY73" fmla="*/ 6547845 h 13689533"/>
              <a:gd name="connsiteX74" fmla="*/ 847203 w 8218654"/>
              <a:gd name="connsiteY74" fmla="*/ 6552970 h 13689533"/>
              <a:gd name="connsiteX75" fmla="*/ 830526 w 8218654"/>
              <a:gd name="connsiteY75" fmla="*/ 6747095 h 13689533"/>
              <a:gd name="connsiteX76" fmla="*/ 807999 w 8218654"/>
              <a:gd name="connsiteY76" fmla="*/ 6985683 h 13689533"/>
              <a:gd name="connsiteX77" fmla="*/ 807914 w 8218654"/>
              <a:gd name="connsiteY77" fmla="*/ 6987144 h 13689533"/>
              <a:gd name="connsiteX78" fmla="*/ 807614 w 8218654"/>
              <a:gd name="connsiteY78" fmla="*/ 6989766 h 13689533"/>
              <a:gd name="connsiteX79" fmla="*/ 795209 w 8218654"/>
              <a:gd name="connsiteY79" fmla="*/ 7121141 h 13689533"/>
              <a:gd name="connsiteX80" fmla="*/ 767124 w 8218654"/>
              <a:gd name="connsiteY80" fmla="*/ 7334817 h 13689533"/>
              <a:gd name="connsiteX81" fmla="*/ 767117 w 8218654"/>
              <a:gd name="connsiteY81" fmla="*/ 7338284 h 13689533"/>
              <a:gd name="connsiteX82" fmla="*/ 769086 w 8218654"/>
              <a:gd name="connsiteY82" fmla="*/ 7499055 h 13689533"/>
              <a:gd name="connsiteX83" fmla="*/ 768807 w 8218654"/>
              <a:gd name="connsiteY83" fmla="*/ 7514389 h 13689533"/>
              <a:gd name="connsiteX84" fmla="*/ 772852 w 8218654"/>
              <a:gd name="connsiteY84" fmla="*/ 7612858 h 13689533"/>
              <a:gd name="connsiteX85" fmla="*/ 775103 w 8218654"/>
              <a:gd name="connsiteY85" fmla="*/ 7746350 h 13689533"/>
              <a:gd name="connsiteX86" fmla="*/ 768885 w 8218654"/>
              <a:gd name="connsiteY86" fmla="*/ 7883860 h 13689533"/>
              <a:gd name="connsiteX87" fmla="*/ 779995 w 8218654"/>
              <a:gd name="connsiteY87" fmla="*/ 8092263 h 13689533"/>
              <a:gd name="connsiteX88" fmla="*/ 767117 w 8218654"/>
              <a:gd name="connsiteY88" fmla="*/ 8435368 h 13689533"/>
              <a:gd name="connsiteX89" fmla="*/ 762189 w 8218654"/>
              <a:gd name="connsiteY89" fmla="*/ 8494174 h 13689533"/>
              <a:gd name="connsiteX90" fmla="*/ 767117 w 8218654"/>
              <a:gd name="connsiteY90" fmla="*/ 8652157 h 13689533"/>
              <a:gd name="connsiteX91" fmla="*/ 770448 w 8218654"/>
              <a:gd name="connsiteY91" fmla="*/ 8998805 h 13689533"/>
              <a:gd name="connsiteX92" fmla="*/ 768430 w 8218654"/>
              <a:gd name="connsiteY92" fmla="*/ 9186778 h 13689533"/>
              <a:gd name="connsiteX93" fmla="*/ 778878 w 8218654"/>
              <a:gd name="connsiteY93" fmla="*/ 9363505 h 13689533"/>
              <a:gd name="connsiteX94" fmla="*/ 776532 w 8218654"/>
              <a:gd name="connsiteY94" fmla="*/ 9516296 h 13689533"/>
              <a:gd name="connsiteX95" fmla="*/ 770243 w 8218654"/>
              <a:gd name="connsiteY95" fmla="*/ 9626030 h 13689533"/>
              <a:gd name="connsiteX96" fmla="*/ 770973 w 8218654"/>
              <a:gd name="connsiteY96" fmla="*/ 9699998 h 13689533"/>
              <a:gd name="connsiteX97" fmla="*/ 768667 w 8218654"/>
              <a:gd name="connsiteY97" fmla="*/ 9945540 h 13689533"/>
              <a:gd name="connsiteX98" fmla="*/ 769628 w 8218654"/>
              <a:gd name="connsiteY98" fmla="*/ 10067267 h 13689533"/>
              <a:gd name="connsiteX99" fmla="*/ 768315 w 8218654"/>
              <a:gd name="connsiteY99" fmla="*/ 10319960 h 13689533"/>
              <a:gd name="connsiteX100" fmla="*/ 772435 w 8218654"/>
              <a:gd name="connsiteY100" fmla="*/ 10407907 h 13689533"/>
              <a:gd name="connsiteX101" fmla="*/ 775701 w 8218654"/>
              <a:gd name="connsiteY101" fmla="*/ 10513828 h 13689533"/>
              <a:gd name="connsiteX102" fmla="*/ 767518 w 8218654"/>
              <a:gd name="connsiteY102" fmla="*/ 10617873 h 13689533"/>
              <a:gd name="connsiteX103" fmla="*/ 769691 w 8218654"/>
              <a:gd name="connsiteY103" fmla="*/ 10982286 h 13689533"/>
              <a:gd name="connsiteX104" fmla="*/ 767117 w 8218654"/>
              <a:gd name="connsiteY104" fmla="*/ 11279902 h 13689533"/>
              <a:gd name="connsiteX105" fmla="*/ 766596 w 8218654"/>
              <a:gd name="connsiteY105" fmla="*/ 11343305 h 13689533"/>
              <a:gd name="connsiteX106" fmla="*/ 767117 w 8218654"/>
              <a:gd name="connsiteY106" fmla="*/ 11352165 h 13689533"/>
              <a:gd name="connsiteX107" fmla="*/ 774852 w 8218654"/>
              <a:gd name="connsiteY107" fmla="*/ 11631470 h 13689533"/>
              <a:gd name="connsiteX108" fmla="*/ 773986 w 8218654"/>
              <a:gd name="connsiteY108" fmla="*/ 11716881 h 13689533"/>
              <a:gd name="connsiteX109" fmla="*/ 774120 w 8218654"/>
              <a:gd name="connsiteY109" fmla="*/ 11723226 h 13689533"/>
              <a:gd name="connsiteX110" fmla="*/ 773871 w 8218654"/>
              <a:gd name="connsiteY110" fmla="*/ 11728247 h 13689533"/>
              <a:gd name="connsiteX111" fmla="*/ 771223 w 8218654"/>
              <a:gd name="connsiteY111" fmla="*/ 11989248 h 13689533"/>
              <a:gd name="connsiteX112" fmla="*/ 765541 w 8218654"/>
              <a:gd name="connsiteY112" fmla="*/ 12356953 h 13689533"/>
              <a:gd name="connsiteX113" fmla="*/ 765306 w 8218654"/>
              <a:gd name="connsiteY113" fmla="*/ 12412666 h 13689533"/>
              <a:gd name="connsiteX114" fmla="*/ 893119 w 8218654"/>
              <a:gd name="connsiteY114" fmla="*/ 12419634 h 13689533"/>
              <a:gd name="connsiteX115" fmla="*/ 929907 w 8218654"/>
              <a:gd name="connsiteY115" fmla="*/ 12420047 h 13689533"/>
              <a:gd name="connsiteX116" fmla="*/ 1031572 w 8218654"/>
              <a:gd name="connsiteY116" fmla="*/ 12420846 h 13689533"/>
              <a:gd name="connsiteX117" fmla="*/ 1085114 w 8218654"/>
              <a:gd name="connsiteY117" fmla="*/ 12425908 h 13689533"/>
              <a:gd name="connsiteX118" fmla="*/ 1108607 w 8218654"/>
              <a:gd name="connsiteY118" fmla="*/ 12426331 h 13689533"/>
              <a:gd name="connsiteX119" fmla="*/ 1215982 w 8218654"/>
              <a:gd name="connsiteY119" fmla="*/ 12428583 h 13689533"/>
              <a:gd name="connsiteX120" fmla="*/ 1327043 w 8218654"/>
              <a:gd name="connsiteY120" fmla="*/ 12438571 h 13689533"/>
              <a:gd name="connsiteX121" fmla="*/ 1503830 w 8218654"/>
              <a:gd name="connsiteY121" fmla="*/ 12440328 h 13689533"/>
              <a:gd name="connsiteX122" fmla="*/ 1845869 w 8218654"/>
              <a:gd name="connsiteY122" fmla="*/ 12454454 h 13689533"/>
              <a:gd name="connsiteX123" fmla="*/ 1919009 w 8218654"/>
              <a:gd name="connsiteY123" fmla="*/ 12466538 h 13689533"/>
              <a:gd name="connsiteX124" fmla="*/ 1994939 w 8218654"/>
              <a:gd name="connsiteY124" fmla="*/ 12470560 h 13689533"/>
              <a:gd name="connsiteX125" fmla="*/ 2289099 w 8218654"/>
              <a:gd name="connsiteY125" fmla="*/ 12486615 h 13689533"/>
              <a:gd name="connsiteX126" fmla="*/ 2362414 w 8218654"/>
              <a:gd name="connsiteY126" fmla="*/ 12487885 h 13689533"/>
              <a:gd name="connsiteX127" fmla="*/ 3090805 w 8218654"/>
              <a:gd name="connsiteY127" fmla="*/ 12522226 h 13689533"/>
              <a:gd name="connsiteX128" fmla="*/ 3142408 w 8218654"/>
              <a:gd name="connsiteY128" fmla="*/ 12529951 h 13689533"/>
              <a:gd name="connsiteX129" fmla="*/ 3154657 w 8218654"/>
              <a:gd name="connsiteY129" fmla="*/ 12531052 h 13689533"/>
              <a:gd name="connsiteX130" fmla="*/ 3530464 w 8218654"/>
              <a:gd name="connsiteY130" fmla="*/ 12542954 h 13689533"/>
              <a:gd name="connsiteX131" fmla="*/ 3658944 w 8218654"/>
              <a:gd name="connsiteY131" fmla="*/ 12549977 h 13689533"/>
              <a:gd name="connsiteX132" fmla="*/ 3674829 w 8218654"/>
              <a:gd name="connsiteY132" fmla="*/ 12549761 h 13689533"/>
              <a:gd name="connsiteX133" fmla="*/ 3767633 w 8218654"/>
              <a:gd name="connsiteY133" fmla="*/ 12552753 h 13689533"/>
              <a:gd name="connsiteX134" fmla="*/ 3859725 w 8218654"/>
              <a:gd name="connsiteY134" fmla="*/ 12554704 h 13689533"/>
              <a:gd name="connsiteX135" fmla="*/ 4186672 w 8218654"/>
              <a:gd name="connsiteY135" fmla="*/ 12573892 h 13689533"/>
              <a:gd name="connsiteX136" fmla="*/ 4265162 w 8218654"/>
              <a:gd name="connsiteY136" fmla="*/ 12584181 h 13689533"/>
              <a:gd name="connsiteX137" fmla="*/ 4475403 w 8218654"/>
              <a:gd name="connsiteY137" fmla="*/ 12587505 h 13689533"/>
              <a:gd name="connsiteX138" fmla="*/ 4932036 w 8218654"/>
              <a:gd name="connsiteY138" fmla="*/ 12610852 h 13689533"/>
              <a:gd name="connsiteX139" fmla="*/ 4975612 w 8218654"/>
              <a:gd name="connsiteY139" fmla="*/ 12612285 h 13689533"/>
              <a:gd name="connsiteX140" fmla="*/ 4987245 w 8218654"/>
              <a:gd name="connsiteY140" fmla="*/ 12611636 h 13689533"/>
              <a:gd name="connsiteX141" fmla="*/ 5499086 w 8218654"/>
              <a:gd name="connsiteY141" fmla="*/ 12635768 h 13689533"/>
              <a:gd name="connsiteX142" fmla="*/ 5547502 w 8218654"/>
              <a:gd name="connsiteY142" fmla="*/ 12639809 h 13689533"/>
              <a:gd name="connsiteX143" fmla="*/ 5571269 w 8218654"/>
              <a:gd name="connsiteY143" fmla="*/ 12639171 h 13689533"/>
              <a:gd name="connsiteX144" fmla="*/ 6371843 w 8218654"/>
              <a:gd name="connsiteY144" fmla="*/ 12676915 h 13689533"/>
              <a:gd name="connsiteX145" fmla="*/ 6372521 w 8218654"/>
              <a:gd name="connsiteY145" fmla="*/ 12677015 h 13689533"/>
              <a:gd name="connsiteX146" fmla="*/ 6450587 w 8218654"/>
              <a:gd name="connsiteY146" fmla="*/ 12680627 h 13689533"/>
              <a:gd name="connsiteX147" fmla="*/ 7021528 w 8218654"/>
              <a:gd name="connsiteY147" fmla="*/ 12706775 h 13689533"/>
              <a:gd name="connsiteX148" fmla="*/ 7068404 w 8218654"/>
              <a:gd name="connsiteY148" fmla="*/ 12708949 h 13689533"/>
              <a:gd name="connsiteX149" fmla="*/ 7070964 w 8218654"/>
              <a:gd name="connsiteY149" fmla="*/ 12675647 h 13689533"/>
              <a:gd name="connsiteX150" fmla="*/ 7077928 w 8218654"/>
              <a:gd name="connsiteY150" fmla="*/ 12439251 h 13689533"/>
              <a:gd name="connsiteX151" fmla="*/ 7089852 w 8218654"/>
              <a:gd name="connsiteY151" fmla="*/ 11907995 h 13689533"/>
              <a:gd name="connsiteX152" fmla="*/ 7100789 w 8218654"/>
              <a:gd name="connsiteY152" fmla="*/ 11768609 h 13689533"/>
              <a:gd name="connsiteX153" fmla="*/ 7101032 w 8218654"/>
              <a:gd name="connsiteY153" fmla="*/ 11751079 h 13689533"/>
              <a:gd name="connsiteX154" fmla="*/ 7135531 w 8218654"/>
              <a:gd name="connsiteY154" fmla="*/ 11217460 h 13689533"/>
              <a:gd name="connsiteX155" fmla="*/ 7161920 w 8218654"/>
              <a:gd name="connsiteY155" fmla="*/ 10787359 h 13689533"/>
              <a:gd name="connsiteX156" fmla="*/ 7169725 w 8218654"/>
              <a:gd name="connsiteY156" fmla="*/ 10658710 h 13689533"/>
              <a:gd name="connsiteX157" fmla="*/ 7167533 w 8218654"/>
              <a:gd name="connsiteY157" fmla="*/ 10538684 h 13689533"/>
              <a:gd name="connsiteX158" fmla="*/ 7174660 w 8218654"/>
              <a:gd name="connsiteY158" fmla="*/ 10233002 h 13689533"/>
              <a:gd name="connsiteX159" fmla="*/ 7181151 w 8218654"/>
              <a:gd name="connsiteY159" fmla="*/ 10180056 h 13689533"/>
              <a:gd name="connsiteX160" fmla="*/ 7182761 w 8218654"/>
              <a:gd name="connsiteY160" fmla="*/ 10008609 h 13689533"/>
              <a:gd name="connsiteX161" fmla="*/ 7195843 w 8218654"/>
              <a:gd name="connsiteY161" fmla="*/ 9792337 h 13689533"/>
              <a:gd name="connsiteX162" fmla="*/ 7197293 w 8218654"/>
              <a:gd name="connsiteY162" fmla="*/ 9774617 h 13689533"/>
              <a:gd name="connsiteX163" fmla="*/ 7199882 w 8218654"/>
              <a:gd name="connsiteY163" fmla="*/ 9637014 h 13689533"/>
              <a:gd name="connsiteX164" fmla="*/ 7221285 w 8218654"/>
              <a:gd name="connsiteY164" fmla="*/ 9365699 h 13689533"/>
              <a:gd name="connsiteX165" fmla="*/ 7221884 w 8218654"/>
              <a:gd name="connsiteY165" fmla="*/ 9345295 h 13689533"/>
              <a:gd name="connsiteX166" fmla="*/ 7231536 w 8218654"/>
              <a:gd name="connsiteY166" fmla="*/ 9181137 h 13689533"/>
              <a:gd name="connsiteX167" fmla="*/ 7250388 w 8218654"/>
              <a:gd name="connsiteY167" fmla="*/ 8787646 h 13689533"/>
              <a:gd name="connsiteX168" fmla="*/ 7261288 w 8218654"/>
              <a:gd name="connsiteY168" fmla="*/ 8595071 h 13689533"/>
              <a:gd name="connsiteX169" fmla="*/ 7263538 w 8218654"/>
              <a:gd name="connsiteY169" fmla="*/ 8502363 h 13689533"/>
              <a:gd name="connsiteX170" fmla="*/ 7268928 w 8218654"/>
              <a:gd name="connsiteY170" fmla="*/ 8293716 h 13689533"/>
              <a:gd name="connsiteX171" fmla="*/ 7271556 w 8218654"/>
              <a:gd name="connsiteY171" fmla="*/ 8266628 h 13689533"/>
              <a:gd name="connsiteX172" fmla="*/ 7275767 w 8218654"/>
              <a:gd name="connsiteY172" fmla="*/ 8006432 h 13689533"/>
              <a:gd name="connsiteX173" fmla="*/ 7289391 w 8218654"/>
              <a:gd name="connsiteY173" fmla="*/ 7740443 h 13689533"/>
              <a:gd name="connsiteX174" fmla="*/ 7309289 w 8218654"/>
              <a:gd name="connsiteY174" fmla="*/ 7486028 h 13689533"/>
              <a:gd name="connsiteX175" fmla="*/ 7312137 w 8218654"/>
              <a:gd name="connsiteY175" fmla="*/ 7287774 h 13689533"/>
              <a:gd name="connsiteX176" fmla="*/ 7333941 w 8218654"/>
              <a:gd name="connsiteY176" fmla="*/ 7009061 h 13689533"/>
              <a:gd name="connsiteX177" fmla="*/ 7340699 w 8218654"/>
              <a:gd name="connsiteY177" fmla="*/ 6962981 h 13689533"/>
              <a:gd name="connsiteX178" fmla="*/ 7340815 w 8218654"/>
              <a:gd name="connsiteY178" fmla="*/ 6961749 h 13689533"/>
              <a:gd name="connsiteX179" fmla="*/ 7346742 w 8218654"/>
              <a:gd name="connsiteY179" fmla="*/ 6737552 h 13689533"/>
              <a:gd name="connsiteX180" fmla="*/ 7344355 w 8218654"/>
              <a:gd name="connsiteY180" fmla="*/ 6541051 h 13689533"/>
              <a:gd name="connsiteX181" fmla="*/ 7349185 w 8218654"/>
              <a:gd name="connsiteY181" fmla="*/ 6493892 h 13689533"/>
              <a:gd name="connsiteX182" fmla="*/ 7348741 w 8218654"/>
              <a:gd name="connsiteY182" fmla="*/ 6481794 h 13689533"/>
              <a:gd name="connsiteX183" fmla="*/ 7362694 w 8218654"/>
              <a:gd name="connsiteY183" fmla="*/ 6030337 h 13689533"/>
              <a:gd name="connsiteX184" fmla="*/ 7386811 w 8218654"/>
              <a:gd name="connsiteY184" fmla="*/ 5827144 h 13689533"/>
              <a:gd name="connsiteX185" fmla="*/ 7388194 w 8218654"/>
              <a:gd name="connsiteY185" fmla="*/ 5747643 h 13689533"/>
              <a:gd name="connsiteX186" fmla="*/ 7418499 w 8218654"/>
              <a:gd name="connsiteY186" fmla="*/ 5222729 h 13689533"/>
              <a:gd name="connsiteX187" fmla="*/ 7423657 w 8218654"/>
              <a:gd name="connsiteY187" fmla="*/ 5110089 h 13689533"/>
              <a:gd name="connsiteX188" fmla="*/ 7423546 w 8218654"/>
              <a:gd name="connsiteY188" fmla="*/ 5108494 h 13689533"/>
              <a:gd name="connsiteX189" fmla="*/ 7432488 w 8218654"/>
              <a:gd name="connsiteY189" fmla="*/ 4865081 h 13689533"/>
              <a:gd name="connsiteX190" fmla="*/ 7434944 w 8218654"/>
              <a:gd name="connsiteY190" fmla="*/ 4839835 h 13689533"/>
              <a:gd name="connsiteX191" fmla="*/ 7446468 w 8218654"/>
              <a:gd name="connsiteY191" fmla="*/ 4533392 h 13689533"/>
              <a:gd name="connsiteX192" fmla="*/ 7451393 w 8218654"/>
              <a:gd name="connsiteY192" fmla="*/ 4444405 h 13689533"/>
              <a:gd name="connsiteX193" fmla="*/ 7452792 w 8218654"/>
              <a:gd name="connsiteY193" fmla="*/ 4369000 h 13689533"/>
              <a:gd name="connsiteX194" fmla="*/ 7467684 w 8218654"/>
              <a:gd name="connsiteY194" fmla="*/ 4147390 h 13689533"/>
              <a:gd name="connsiteX195" fmla="*/ 7468529 w 8218654"/>
              <a:gd name="connsiteY195" fmla="*/ 4134819 h 13689533"/>
              <a:gd name="connsiteX196" fmla="*/ 7474749 w 8218654"/>
              <a:gd name="connsiteY196" fmla="*/ 4022457 h 13689533"/>
              <a:gd name="connsiteX197" fmla="*/ 7491004 w 8218654"/>
              <a:gd name="connsiteY197" fmla="*/ 3635061 h 13689533"/>
              <a:gd name="connsiteX198" fmla="*/ 7494884 w 8218654"/>
              <a:gd name="connsiteY198" fmla="*/ 3517437 h 13689533"/>
              <a:gd name="connsiteX199" fmla="*/ 7495828 w 8218654"/>
              <a:gd name="connsiteY199" fmla="*/ 3418622 h 13689533"/>
              <a:gd name="connsiteX200" fmla="*/ 7506750 w 8218654"/>
              <a:gd name="connsiteY200" fmla="*/ 3343682 h 13689533"/>
              <a:gd name="connsiteX201" fmla="*/ 7525951 w 8218654"/>
              <a:gd name="connsiteY201" fmla="*/ 2936418 h 13689533"/>
              <a:gd name="connsiteX202" fmla="*/ 7534813 w 8218654"/>
              <a:gd name="connsiteY202" fmla="*/ 2833970 h 13689533"/>
              <a:gd name="connsiteX203" fmla="*/ 7532352 w 8218654"/>
              <a:gd name="connsiteY203" fmla="*/ 2800662 h 13689533"/>
              <a:gd name="connsiteX204" fmla="*/ 7564353 w 8218654"/>
              <a:gd name="connsiteY204" fmla="*/ 2121889 h 13689533"/>
              <a:gd name="connsiteX205" fmla="*/ 7577154 w 8218654"/>
              <a:gd name="connsiteY205" fmla="*/ 1850379 h 13689533"/>
              <a:gd name="connsiteX206" fmla="*/ 7599517 w 8218654"/>
              <a:gd name="connsiteY206" fmla="*/ 1562404 h 13689533"/>
              <a:gd name="connsiteX207" fmla="*/ 7874424 w 8218654"/>
              <a:gd name="connsiteY207" fmla="*/ 8000769 h 13689533"/>
              <a:gd name="connsiteX208" fmla="*/ 7861848 w 8218654"/>
              <a:gd name="connsiteY208" fmla="*/ 8149768 h 13689533"/>
              <a:gd name="connsiteX209" fmla="*/ 7836279 w 8218654"/>
              <a:gd name="connsiteY209" fmla="*/ 8334091 h 13689533"/>
              <a:gd name="connsiteX210" fmla="*/ 7837517 w 8218654"/>
              <a:gd name="connsiteY210" fmla="*/ 8388188 h 13689533"/>
              <a:gd name="connsiteX211" fmla="*/ 7815317 w 8218654"/>
              <a:gd name="connsiteY211" fmla="*/ 8664434 h 13689533"/>
              <a:gd name="connsiteX212" fmla="*/ 7776915 w 8218654"/>
              <a:gd name="connsiteY212" fmla="*/ 9478962 h 13689533"/>
              <a:gd name="connsiteX213" fmla="*/ 7764115 w 8218654"/>
              <a:gd name="connsiteY213" fmla="*/ 9750471 h 13689533"/>
              <a:gd name="connsiteX214" fmla="*/ 7751314 w 8218654"/>
              <a:gd name="connsiteY214" fmla="*/ 10021982 h 13689533"/>
              <a:gd name="connsiteX215" fmla="*/ 7750827 w 8218654"/>
              <a:gd name="connsiteY215" fmla="*/ 10077307 h 13689533"/>
              <a:gd name="connsiteX216" fmla="*/ 7745442 w 8218654"/>
              <a:gd name="connsiteY216" fmla="*/ 10143243 h 13689533"/>
              <a:gd name="connsiteX217" fmla="*/ 7744914 w 8218654"/>
              <a:gd name="connsiteY217" fmla="*/ 10157736 h 13689533"/>
              <a:gd name="connsiteX218" fmla="*/ 7737706 w 8218654"/>
              <a:gd name="connsiteY218" fmla="*/ 10363411 h 13689533"/>
              <a:gd name="connsiteX219" fmla="*/ 7736898 w 8218654"/>
              <a:gd name="connsiteY219" fmla="*/ 10372918 h 13689533"/>
              <a:gd name="connsiteX220" fmla="*/ 7736804 w 8218654"/>
              <a:gd name="connsiteY220" fmla="*/ 10377517 h 13689533"/>
              <a:gd name="connsiteX221" fmla="*/ 7719312 w 8218654"/>
              <a:gd name="connsiteY221" fmla="*/ 10700755 h 13689533"/>
              <a:gd name="connsiteX222" fmla="*/ 7693711 w 8218654"/>
              <a:gd name="connsiteY222" fmla="*/ 11243776 h 13689533"/>
              <a:gd name="connsiteX223" fmla="*/ 7688557 w 8218654"/>
              <a:gd name="connsiteY223" fmla="*/ 11403788 h 13689533"/>
              <a:gd name="connsiteX224" fmla="*/ 7688506 w 8218654"/>
              <a:gd name="connsiteY224" fmla="*/ 11412531 h 13689533"/>
              <a:gd name="connsiteX225" fmla="*/ 7690970 w 8218654"/>
              <a:gd name="connsiteY225" fmla="*/ 11480556 h 13689533"/>
              <a:gd name="connsiteX226" fmla="*/ 7688040 w 8218654"/>
              <a:gd name="connsiteY226" fmla="*/ 11576410 h 13689533"/>
              <a:gd name="connsiteX227" fmla="*/ 7686919 w 8218654"/>
              <a:gd name="connsiteY227" fmla="*/ 11588213 h 13689533"/>
              <a:gd name="connsiteX228" fmla="*/ 7681694 w 8218654"/>
              <a:gd name="connsiteY228" fmla="*/ 11740486 h 13689533"/>
              <a:gd name="connsiteX229" fmla="*/ 7661709 w 8218654"/>
              <a:gd name="connsiteY229" fmla="*/ 11922549 h 13689533"/>
              <a:gd name="connsiteX230" fmla="*/ 7652471 w 8218654"/>
              <a:gd name="connsiteY230" fmla="*/ 12004820 h 13689533"/>
              <a:gd name="connsiteX231" fmla="*/ 7655309 w 8218654"/>
              <a:gd name="connsiteY231" fmla="*/ 12058303 h 13689533"/>
              <a:gd name="connsiteX232" fmla="*/ 7631555 w 8218654"/>
              <a:gd name="connsiteY232" fmla="*/ 12549409 h 13689533"/>
              <a:gd name="connsiteX233" fmla="*/ 7630260 w 8218654"/>
              <a:gd name="connsiteY233" fmla="*/ 12578878 h 13689533"/>
              <a:gd name="connsiteX234" fmla="*/ 7629478 w 8218654"/>
              <a:gd name="connsiteY234" fmla="*/ 12650572 h 13689533"/>
              <a:gd name="connsiteX235" fmla="*/ 7626108 w 8218654"/>
              <a:gd name="connsiteY235" fmla="*/ 12832867 h 13689533"/>
              <a:gd name="connsiteX236" fmla="*/ 7620799 w 8218654"/>
              <a:gd name="connsiteY236" fmla="*/ 12892658 h 13689533"/>
              <a:gd name="connsiteX237" fmla="*/ 7615940 w 8218654"/>
              <a:gd name="connsiteY237" fmla="*/ 13194096 h 13689533"/>
              <a:gd name="connsiteX238" fmla="*/ 7578505 w 8218654"/>
              <a:gd name="connsiteY238" fmla="*/ 13687360 h 13689533"/>
              <a:gd name="connsiteX239" fmla="*/ 7437611 w 8218654"/>
              <a:gd name="connsiteY239" fmla="*/ 13687241 h 13689533"/>
              <a:gd name="connsiteX240" fmla="*/ 7020325 w 8218654"/>
              <a:gd name="connsiteY240" fmla="*/ 13661044 h 13689533"/>
              <a:gd name="connsiteX241" fmla="*/ 7027423 w 8218654"/>
              <a:gd name="connsiteY241" fmla="*/ 13529240 h 13689533"/>
              <a:gd name="connsiteX242" fmla="*/ 7032358 w 8218654"/>
              <a:gd name="connsiteY242" fmla="*/ 13475219 h 13689533"/>
              <a:gd name="connsiteX243" fmla="*/ 7033303 w 8218654"/>
              <a:gd name="connsiteY243" fmla="*/ 13460637 h 13689533"/>
              <a:gd name="connsiteX244" fmla="*/ 7033126 w 8218654"/>
              <a:gd name="connsiteY244" fmla="*/ 13389535 h 13689533"/>
              <a:gd name="connsiteX245" fmla="*/ 7032976 w 8218654"/>
              <a:gd name="connsiteY245" fmla="*/ 13333792 h 13689533"/>
              <a:gd name="connsiteX246" fmla="*/ 7036134 w 8218654"/>
              <a:gd name="connsiteY246" fmla="*/ 13267830 h 13689533"/>
              <a:gd name="connsiteX247" fmla="*/ 7005216 w 8218654"/>
              <a:gd name="connsiteY247" fmla="*/ 13266403 h 13689533"/>
              <a:gd name="connsiteX248" fmla="*/ 6941647 w 8218654"/>
              <a:gd name="connsiteY248" fmla="*/ 13260981 h 13689533"/>
              <a:gd name="connsiteX249" fmla="*/ 6819550 w 8218654"/>
              <a:gd name="connsiteY249" fmla="*/ 13261409 h 13689533"/>
              <a:gd name="connsiteX250" fmla="*/ 6489892 w 8218654"/>
              <a:gd name="connsiteY250" fmla="*/ 13241901 h 13689533"/>
              <a:gd name="connsiteX251" fmla="*/ 6460184 w 8218654"/>
              <a:gd name="connsiteY251" fmla="*/ 13237707 h 13689533"/>
              <a:gd name="connsiteX252" fmla="*/ 6417709 w 8218654"/>
              <a:gd name="connsiteY252" fmla="*/ 13238498 h 13689533"/>
              <a:gd name="connsiteX253" fmla="*/ 5905867 w 8218654"/>
              <a:gd name="connsiteY253" fmla="*/ 13214366 h 13689533"/>
              <a:gd name="connsiteX254" fmla="*/ 5851800 w 8218654"/>
              <a:gd name="connsiteY254" fmla="*/ 13209087 h 13689533"/>
              <a:gd name="connsiteX255" fmla="*/ 5744615 w 8218654"/>
              <a:gd name="connsiteY255" fmla="*/ 13202559 h 13689533"/>
              <a:gd name="connsiteX256" fmla="*/ 5394025 w 8218654"/>
              <a:gd name="connsiteY256" fmla="*/ 13190235 h 13689533"/>
              <a:gd name="connsiteX257" fmla="*/ 5254179 w 8218654"/>
              <a:gd name="connsiteY257" fmla="*/ 13191673 h 13689533"/>
              <a:gd name="connsiteX258" fmla="*/ 5166617 w 8218654"/>
              <a:gd name="connsiteY258" fmla="*/ 13185693 h 13689533"/>
              <a:gd name="connsiteX259" fmla="*/ 5045831 w 8218654"/>
              <a:gd name="connsiteY259" fmla="*/ 13183281 h 13689533"/>
              <a:gd name="connsiteX260" fmla="*/ 4842764 w 8218654"/>
              <a:gd name="connsiteY260" fmla="*/ 13172396 h 13689533"/>
              <a:gd name="connsiteX261" fmla="*/ 4682447 w 8218654"/>
              <a:gd name="connsiteY261" fmla="*/ 13159597 h 13689533"/>
              <a:gd name="connsiteX262" fmla="*/ 4498424 w 8218654"/>
              <a:gd name="connsiteY262" fmla="*/ 13150199 h 13689533"/>
              <a:gd name="connsiteX263" fmla="*/ 4287820 w 8218654"/>
              <a:gd name="connsiteY263" fmla="*/ 13138502 h 13689533"/>
              <a:gd name="connsiteX264" fmla="*/ 4285145 w 8218654"/>
              <a:gd name="connsiteY264" fmla="*/ 13138503 h 13689533"/>
              <a:gd name="connsiteX265" fmla="*/ 4081610 w 8218654"/>
              <a:gd name="connsiteY265" fmla="*/ 13128360 h 13689533"/>
              <a:gd name="connsiteX266" fmla="*/ 3281038 w 8218654"/>
              <a:gd name="connsiteY266" fmla="*/ 13090616 h 13689533"/>
              <a:gd name="connsiteX267" fmla="*/ 3064645 w 8218654"/>
              <a:gd name="connsiteY267" fmla="*/ 13073296 h 13689533"/>
              <a:gd name="connsiteX268" fmla="*/ 3002576 w 8218654"/>
              <a:gd name="connsiteY268" fmla="*/ 13072638 h 13689533"/>
              <a:gd name="connsiteX269" fmla="*/ 2913561 w 8218654"/>
              <a:gd name="connsiteY269" fmla="*/ 13073290 h 13689533"/>
              <a:gd name="connsiteX270" fmla="*/ 2401719 w 8218654"/>
              <a:gd name="connsiteY270" fmla="*/ 13049159 h 13689533"/>
              <a:gd name="connsiteX271" fmla="*/ 2316646 w 8218654"/>
              <a:gd name="connsiteY271" fmla="*/ 13042277 h 13689533"/>
              <a:gd name="connsiteX272" fmla="*/ 2259711 w 8218654"/>
              <a:gd name="connsiteY272" fmla="*/ 13042401 h 13689533"/>
              <a:gd name="connsiteX273" fmla="*/ 2139672 w 8218654"/>
              <a:gd name="connsiteY273" fmla="*/ 13042716 h 13689533"/>
              <a:gd name="connsiteX274" fmla="*/ 2083988 w 8218654"/>
              <a:gd name="connsiteY274" fmla="*/ 13038167 h 13689533"/>
              <a:gd name="connsiteX275" fmla="*/ 2060648 w 8218654"/>
              <a:gd name="connsiteY275" fmla="*/ 13038508 h 13689533"/>
              <a:gd name="connsiteX276" fmla="*/ 1962061 w 8218654"/>
              <a:gd name="connsiteY276" fmla="*/ 13028431 h 13689533"/>
              <a:gd name="connsiteX277" fmla="*/ 1571805 w 8218654"/>
              <a:gd name="connsiteY277" fmla="*/ 13017643 h 13689533"/>
              <a:gd name="connsiteX278" fmla="*/ 1453958 w 8218654"/>
              <a:gd name="connsiteY278" fmla="*/ 13004710 h 13689533"/>
              <a:gd name="connsiteX279" fmla="*/ 1322159 w 8218654"/>
              <a:gd name="connsiteY279" fmla="*/ 13009423 h 13689533"/>
              <a:gd name="connsiteX280" fmla="*/ 1182441 w 8218654"/>
              <a:gd name="connsiteY280" fmla="*/ 13006361 h 13689533"/>
              <a:gd name="connsiteX281" fmla="*/ 908681 w 8218654"/>
              <a:gd name="connsiteY281" fmla="*/ 12980472 h 13689533"/>
              <a:gd name="connsiteX282" fmla="*/ 776009 w 8218654"/>
              <a:gd name="connsiteY282" fmla="*/ 12981828 h 13689533"/>
              <a:gd name="connsiteX283" fmla="*/ 0 w 8218654"/>
              <a:gd name="connsiteY283" fmla="*/ 12935927 h 13689533"/>
              <a:gd name="connsiteX284" fmla="*/ 18087 w 8218654"/>
              <a:gd name="connsiteY284" fmla="*/ 12663722 h 13689533"/>
              <a:gd name="connsiteX285" fmla="*/ 19330 w 8218654"/>
              <a:gd name="connsiteY285" fmla="*/ 12642465 h 13689533"/>
              <a:gd name="connsiteX286" fmla="*/ 22377 w 8218654"/>
              <a:gd name="connsiteY286" fmla="*/ 12517247 h 13689533"/>
              <a:gd name="connsiteX287" fmla="*/ 26316 w 8218654"/>
              <a:gd name="connsiteY287" fmla="*/ 12377747 h 13689533"/>
              <a:gd name="connsiteX288" fmla="*/ 171001 w 8218654"/>
              <a:gd name="connsiteY288" fmla="*/ 12378627 h 13689533"/>
              <a:gd name="connsiteX289" fmla="*/ 204973 w 8218654"/>
              <a:gd name="connsiteY289" fmla="*/ 12379670 h 13689533"/>
              <a:gd name="connsiteX290" fmla="*/ 203834 w 8218654"/>
              <a:gd name="connsiteY290" fmla="*/ 12333556 h 13689533"/>
              <a:gd name="connsiteX291" fmla="*/ 208317 w 8218654"/>
              <a:gd name="connsiteY291" fmla="*/ 12225891 h 13689533"/>
              <a:gd name="connsiteX292" fmla="*/ 209038 w 8218654"/>
              <a:gd name="connsiteY292" fmla="*/ 12176803 h 13689533"/>
              <a:gd name="connsiteX293" fmla="*/ 208317 w 8218654"/>
              <a:gd name="connsiteY293" fmla="*/ 12153628 h 13689533"/>
              <a:gd name="connsiteX294" fmla="*/ 208317 w 8218654"/>
              <a:gd name="connsiteY294" fmla="*/ 11352165 h 13689533"/>
              <a:gd name="connsiteX295" fmla="*/ 216342 w 8218654"/>
              <a:gd name="connsiteY295" fmla="*/ 11207940 h 13689533"/>
              <a:gd name="connsiteX296" fmla="*/ 212069 w 8218654"/>
              <a:gd name="connsiteY296" fmla="*/ 11086383 h 13689533"/>
              <a:gd name="connsiteX297" fmla="*/ 208378 w 8218654"/>
              <a:gd name="connsiteY297" fmla="*/ 11023615 h 13689533"/>
              <a:gd name="connsiteX298" fmla="*/ 206034 w 8218654"/>
              <a:gd name="connsiteY298" fmla="*/ 10998595 h 13689533"/>
              <a:gd name="connsiteX299" fmla="*/ 206305 w 8218654"/>
              <a:gd name="connsiteY299" fmla="*/ 10988346 h 13689533"/>
              <a:gd name="connsiteX300" fmla="*/ 205404 w 8218654"/>
              <a:gd name="connsiteY300" fmla="*/ 10973030 h 13689533"/>
              <a:gd name="connsiteX301" fmla="*/ 208317 w 8218654"/>
              <a:gd name="connsiteY301" fmla="*/ 10839755 h 13689533"/>
              <a:gd name="connsiteX302" fmla="*/ 201403 w 8218654"/>
              <a:gd name="connsiteY302" fmla="*/ 10420979 h 13689533"/>
              <a:gd name="connsiteX303" fmla="*/ 197587 w 8218654"/>
              <a:gd name="connsiteY303" fmla="*/ 10259972 h 13689533"/>
              <a:gd name="connsiteX304" fmla="*/ 197140 w 8218654"/>
              <a:gd name="connsiteY304" fmla="*/ 10254157 h 13689533"/>
              <a:gd name="connsiteX305" fmla="*/ 208317 w 8218654"/>
              <a:gd name="connsiteY305" fmla="*/ 9814934 h 13689533"/>
              <a:gd name="connsiteX306" fmla="*/ 216848 w 8218654"/>
              <a:gd name="connsiteY306" fmla="*/ 9751557 h 13689533"/>
              <a:gd name="connsiteX307" fmla="*/ 214917 w 8218654"/>
              <a:gd name="connsiteY307" fmla="*/ 9679117 h 13689533"/>
              <a:gd name="connsiteX308" fmla="*/ 206237 w 8218654"/>
              <a:gd name="connsiteY308" fmla="*/ 9474660 h 13689533"/>
              <a:gd name="connsiteX309" fmla="*/ 207593 w 8218654"/>
              <a:gd name="connsiteY309" fmla="*/ 9366730 h 13689533"/>
              <a:gd name="connsiteX310" fmla="*/ 199807 w 8218654"/>
              <a:gd name="connsiteY310" fmla="*/ 9280101 h 13689533"/>
              <a:gd name="connsiteX311" fmla="*/ 200203 w 8218654"/>
              <a:gd name="connsiteY311" fmla="*/ 9177534 h 13689533"/>
              <a:gd name="connsiteX312" fmla="*/ 206831 w 8218654"/>
              <a:gd name="connsiteY312" fmla="*/ 8979137 h 13689533"/>
              <a:gd name="connsiteX313" fmla="*/ 203369 w 8218654"/>
              <a:gd name="connsiteY313" fmla="*/ 8850322 h 13689533"/>
              <a:gd name="connsiteX314" fmla="*/ 208317 w 8218654"/>
              <a:gd name="connsiteY314" fmla="*/ 8652157 h 13689533"/>
              <a:gd name="connsiteX315" fmla="*/ 209121 w 8218654"/>
              <a:gd name="connsiteY315" fmla="*/ 8606486 h 13689533"/>
              <a:gd name="connsiteX316" fmla="*/ 208317 w 8218654"/>
              <a:gd name="connsiteY316" fmla="*/ 8494492 h 13689533"/>
              <a:gd name="connsiteX317" fmla="*/ 208317 w 8218654"/>
              <a:gd name="connsiteY317" fmla="*/ 7837556 h 13689533"/>
              <a:gd name="connsiteX318" fmla="*/ 210587 w 8218654"/>
              <a:gd name="connsiteY318" fmla="*/ 7571958 h 13689533"/>
              <a:gd name="connsiteX319" fmla="*/ 202552 w 8218654"/>
              <a:gd name="connsiteY319" fmla="*/ 7441941 h 13689533"/>
              <a:gd name="connsiteX320" fmla="*/ 189727 w 8218654"/>
              <a:gd name="connsiteY320" fmla="*/ 7440815 h 13689533"/>
              <a:gd name="connsiteX321" fmla="*/ 201597 w 8218654"/>
              <a:gd name="connsiteY321" fmla="*/ 7352837 h 13689533"/>
              <a:gd name="connsiteX322" fmla="*/ 201326 w 8218654"/>
              <a:gd name="connsiteY322" fmla="*/ 7312418 h 13689533"/>
              <a:gd name="connsiteX323" fmla="*/ 205247 w 8218654"/>
              <a:gd name="connsiteY323" fmla="*/ 7279026 h 13689533"/>
              <a:gd name="connsiteX324" fmla="*/ 204054 w 8218654"/>
              <a:gd name="connsiteY324" fmla="*/ 7227891 h 13689533"/>
              <a:gd name="connsiteX325" fmla="*/ 208317 w 8218654"/>
              <a:gd name="connsiteY325" fmla="*/ 6681348 h 13689533"/>
              <a:gd name="connsiteX326" fmla="*/ 208317 w 8218654"/>
              <a:gd name="connsiteY326" fmla="*/ 6241201 h 13689533"/>
              <a:gd name="connsiteX327" fmla="*/ 208317 w 8218654"/>
              <a:gd name="connsiteY327" fmla="*/ 5439739 h 13689533"/>
              <a:gd name="connsiteX328" fmla="*/ 348060 w 8218654"/>
              <a:gd name="connsiteY328" fmla="*/ 5430552 h 13689533"/>
              <a:gd name="connsiteX329" fmla="*/ 410003 w 8218654"/>
              <a:gd name="connsiteY329" fmla="*/ 5430087 h 13689533"/>
              <a:gd name="connsiteX330" fmla="*/ 418502 w 8218654"/>
              <a:gd name="connsiteY330" fmla="*/ 5337888 h 13689533"/>
              <a:gd name="connsiteX331" fmla="*/ 438557 w 8218654"/>
              <a:gd name="connsiteY331" fmla="*/ 5161281 h 13689533"/>
              <a:gd name="connsiteX332" fmla="*/ 442659 w 8218654"/>
              <a:gd name="connsiteY332" fmla="*/ 5115840 h 13689533"/>
              <a:gd name="connsiteX333" fmla="*/ 461412 w 8218654"/>
              <a:gd name="connsiteY333" fmla="*/ 4863188 h 13689533"/>
              <a:gd name="connsiteX334" fmla="*/ 505239 w 8218654"/>
              <a:gd name="connsiteY334" fmla="*/ 4539413 h 13689533"/>
              <a:gd name="connsiteX335" fmla="*/ 509737 w 8218654"/>
              <a:gd name="connsiteY335" fmla="*/ 4407588 h 13689533"/>
              <a:gd name="connsiteX336" fmla="*/ 550571 w 8218654"/>
              <a:gd name="connsiteY336" fmla="*/ 4113314 h 13689533"/>
              <a:gd name="connsiteX337" fmla="*/ 554646 w 8218654"/>
              <a:gd name="connsiteY337" fmla="*/ 4090029 h 13689533"/>
              <a:gd name="connsiteX338" fmla="*/ 561309 w 8218654"/>
              <a:gd name="connsiteY338" fmla="*/ 4025192 h 13689533"/>
              <a:gd name="connsiteX339" fmla="*/ 590720 w 8218654"/>
              <a:gd name="connsiteY339" fmla="*/ 3788857 h 13689533"/>
              <a:gd name="connsiteX340" fmla="*/ 591860 w 8218654"/>
              <a:gd name="connsiteY340" fmla="*/ 3744366 h 13689533"/>
              <a:gd name="connsiteX341" fmla="*/ 655093 w 8218654"/>
              <a:gd name="connsiteY341" fmla="*/ 3163122 h 13689533"/>
              <a:gd name="connsiteX342" fmla="*/ 681483 w 8218654"/>
              <a:gd name="connsiteY342" fmla="*/ 2956249 h 13689533"/>
              <a:gd name="connsiteX343" fmla="*/ 687775 w 8218654"/>
              <a:gd name="connsiteY343" fmla="*/ 2862704 h 13689533"/>
              <a:gd name="connsiteX344" fmla="*/ 717033 w 8218654"/>
              <a:gd name="connsiteY344" fmla="*/ 2573291 h 13689533"/>
              <a:gd name="connsiteX345" fmla="*/ 727976 w 8218654"/>
              <a:gd name="connsiteY345" fmla="*/ 2500581 h 13689533"/>
              <a:gd name="connsiteX346" fmla="*/ 733957 w 8218654"/>
              <a:gd name="connsiteY346" fmla="*/ 2438199 h 13689533"/>
              <a:gd name="connsiteX347" fmla="*/ 797189 w 8218654"/>
              <a:gd name="connsiteY347" fmla="*/ 1856955 h 13689533"/>
              <a:gd name="connsiteX348" fmla="*/ 804411 w 8218654"/>
              <a:gd name="connsiteY348" fmla="*/ 1813579 h 13689533"/>
              <a:gd name="connsiteX349" fmla="*/ 806426 w 8218654"/>
              <a:gd name="connsiteY349" fmla="*/ 1772055 h 13689533"/>
              <a:gd name="connsiteX350" fmla="*/ 817426 w 8218654"/>
              <a:gd name="connsiteY350" fmla="*/ 1614248 h 13689533"/>
              <a:gd name="connsiteX351" fmla="*/ 830846 w 8218654"/>
              <a:gd name="connsiteY351" fmla="*/ 1529468 h 13689533"/>
              <a:gd name="connsiteX352" fmla="*/ 831613 w 8218654"/>
              <a:gd name="connsiteY352" fmla="*/ 1518192 h 13689533"/>
              <a:gd name="connsiteX353" fmla="*/ 844792 w 8218654"/>
              <a:gd name="connsiteY353" fmla="*/ 1419390 h 13689533"/>
              <a:gd name="connsiteX354" fmla="*/ 872587 w 8218654"/>
              <a:gd name="connsiteY354" fmla="*/ 1229666 h 13689533"/>
              <a:gd name="connsiteX355" fmla="*/ 889015 w 8218654"/>
              <a:gd name="connsiteY355" fmla="*/ 1090688 h 13689533"/>
              <a:gd name="connsiteX356" fmla="*/ 893105 w 8218654"/>
              <a:gd name="connsiteY356" fmla="*/ 975293 h 13689533"/>
              <a:gd name="connsiteX357" fmla="*/ 926345 w 8218654"/>
              <a:gd name="connsiteY357" fmla="*/ 603024 h 13689533"/>
              <a:gd name="connsiteX358" fmla="*/ 933258 w 8218654"/>
              <a:gd name="connsiteY358" fmla="*/ 561150 h 13689533"/>
              <a:gd name="connsiteX359" fmla="*/ 858541 w 8218654"/>
              <a:gd name="connsiteY359" fmla="*/ 558921 h 13689533"/>
              <a:gd name="connsiteX360" fmla="*/ 704254 w 8218654"/>
              <a:gd name="connsiteY360" fmla="*/ 560161 h 13689533"/>
              <a:gd name="connsiteX361" fmla="*/ 715371 w 8218654"/>
              <a:gd name="connsiteY361" fmla="*/ 308151 h 13689533"/>
              <a:gd name="connsiteX362" fmla="*/ 715472 w 8218654"/>
              <a:gd name="connsiteY362" fmla="*/ 303934 h 13689533"/>
              <a:gd name="connsiteX363" fmla="*/ 714783 w 8218654"/>
              <a:gd name="connsiteY363" fmla="*/ 263201 h 13689533"/>
              <a:gd name="connsiteX364" fmla="*/ 730570 w 8218654"/>
              <a:gd name="connsiteY364" fmla="*/ 1981 h 13689533"/>
              <a:gd name="connsiteX365" fmla="*/ 1531143 w 8218654"/>
              <a:gd name="connsiteY365" fmla="*/ 39725 h 13689533"/>
              <a:gd name="connsiteX366" fmla="*/ 1970803 w 8218654"/>
              <a:gd name="connsiteY366" fmla="*/ 60454 h 13689533"/>
              <a:gd name="connsiteX367" fmla="*/ 2554827 w 8218654"/>
              <a:gd name="connsiteY367" fmla="*/ 87988 h 13689533"/>
              <a:gd name="connsiteX368" fmla="*/ 2568380 w 8218654"/>
              <a:gd name="connsiteY368" fmla="*/ 89303 h 13689533"/>
              <a:gd name="connsiteX369" fmla="*/ 2582798 w 8218654"/>
              <a:gd name="connsiteY369" fmla="*/ 90482 h 13689533"/>
              <a:gd name="connsiteX370" fmla="*/ 2699193 w 8218654"/>
              <a:gd name="connsiteY370" fmla="*/ 94794 h 13689533"/>
              <a:gd name="connsiteX371" fmla="*/ 2820100 w 8218654"/>
              <a:gd name="connsiteY371" fmla="*/ 101286 h 13689533"/>
              <a:gd name="connsiteX372" fmla="*/ 2876316 w 8218654"/>
              <a:gd name="connsiteY372" fmla="*/ 100605 h 13689533"/>
              <a:gd name="connsiteX373" fmla="*/ 2994486 w 8218654"/>
              <a:gd name="connsiteY373" fmla="*/ 108716 h 13689533"/>
              <a:gd name="connsiteX374" fmla="*/ 3313009 w 8218654"/>
              <a:gd name="connsiteY374" fmla="*/ 131355 h 13689533"/>
              <a:gd name="connsiteX375" fmla="*/ 3331190 w 8218654"/>
              <a:gd name="connsiteY375" fmla="*/ 131801 h 13689533"/>
              <a:gd name="connsiteX376" fmla="*/ 3499766 w 8218654"/>
              <a:gd name="connsiteY376" fmla="*/ 132538 h 13689533"/>
              <a:gd name="connsiteX377" fmla="*/ 3868619 w 8218654"/>
              <a:gd name="connsiteY377" fmla="*/ 144936 h 13689533"/>
              <a:gd name="connsiteX378" fmla="*/ 3934517 w 8218654"/>
              <a:gd name="connsiteY378" fmla="*/ 152173 h 13689533"/>
              <a:gd name="connsiteX379" fmla="*/ 4070293 w 8218654"/>
              <a:gd name="connsiteY379" fmla="*/ 158162 h 13689533"/>
              <a:gd name="connsiteX380" fmla="*/ 4172751 w 8218654"/>
              <a:gd name="connsiteY380" fmla="*/ 163922 h 13689533"/>
              <a:gd name="connsiteX381" fmla="*/ 4353603 w 8218654"/>
              <a:gd name="connsiteY381" fmla="*/ 168721 h 13689533"/>
              <a:gd name="connsiteX382" fmla="*/ 4535749 w 8218654"/>
              <a:gd name="connsiteY382" fmla="*/ 182610 h 13689533"/>
              <a:gd name="connsiteX383" fmla="*/ 4557251 w 8218654"/>
              <a:gd name="connsiteY383" fmla="*/ 184202 h 13689533"/>
              <a:gd name="connsiteX384" fmla="*/ 4597323 w 8218654"/>
              <a:gd name="connsiteY384" fmla="*/ 186775 h 13689533"/>
              <a:gd name="connsiteX385" fmla="*/ 4629802 w 8218654"/>
              <a:gd name="connsiteY385" fmla="*/ 189573 h 13689533"/>
              <a:gd name="connsiteX386" fmla="*/ 4710105 w 8218654"/>
              <a:gd name="connsiteY386" fmla="*/ 195518 h 13689533"/>
              <a:gd name="connsiteX387" fmla="*/ 4884363 w 8218654"/>
              <a:gd name="connsiteY387" fmla="*/ 197817 h 13689533"/>
              <a:gd name="connsiteX388" fmla="*/ 5054067 w 8218654"/>
              <a:gd name="connsiteY388" fmla="*/ 201992 h 13689533"/>
              <a:gd name="connsiteX389" fmla="*/ 5194406 w 8218654"/>
              <a:gd name="connsiteY389" fmla="*/ 215246 h 13689533"/>
              <a:gd name="connsiteX390" fmla="*/ 5251840 w 8218654"/>
              <a:gd name="connsiteY390" fmla="*/ 215142 h 13689533"/>
              <a:gd name="connsiteX391" fmla="*/ 5837202 w 8218654"/>
              <a:gd name="connsiteY391" fmla="*/ 222529 h 13689533"/>
              <a:gd name="connsiteX392" fmla="*/ 5946657 w 8218654"/>
              <a:gd name="connsiteY392" fmla="*/ 237968 h 13689533"/>
              <a:gd name="connsiteX393" fmla="*/ 5950773 w 8218654"/>
              <a:gd name="connsiteY393" fmla="*/ 238098 h 13689533"/>
              <a:gd name="connsiteX394" fmla="*/ 6485510 w 8218654"/>
              <a:gd name="connsiteY394" fmla="*/ 273305 h 13689533"/>
              <a:gd name="connsiteX395" fmla="*/ 6608443 w 8218654"/>
              <a:gd name="connsiteY395" fmla="*/ 271545 h 13689533"/>
              <a:gd name="connsiteX396" fmla="*/ 6728551 w 8218654"/>
              <a:gd name="connsiteY396" fmla="*/ 280807 h 13689533"/>
              <a:gd name="connsiteX397" fmla="*/ 6952792 w 8218654"/>
              <a:gd name="connsiteY397" fmla="*/ 285979 h 13689533"/>
              <a:gd name="connsiteX398" fmla="*/ 7145860 w 8218654"/>
              <a:gd name="connsiteY398" fmla="*/ 296651 h 13689533"/>
              <a:gd name="connsiteX399" fmla="*/ 7232501 w 8218654"/>
              <a:gd name="connsiteY399" fmla="*/ 305332 h 13689533"/>
              <a:gd name="connsiteX400" fmla="*/ 7283877 w 8218654"/>
              <a:gd name="connsiteY400" fmla="*/ 306748 h 13689533"/>
              <a:gd name="connsiteX401" fmla="*/ 7503858 w 8218654"/>
              <a:gd name="connsiteY401" fmla="*/ 319029 h 13689533"/>
              <a:gd name="connsiteX402" fmla="*/ 7529293 w 8218654"/>
              <a:gd name="connsiteY402" fmla="*/ 320577 h 13689533"/>
              <a:gd name="connsiteX403" fmla="*/ 7559503 w 8218654"/>
              <a:gd name="connsiteY403" fmla="*/ 320688 h 13689533"/>
              <a:gd name="connsiteX404" fmla="*/ 7632017 w 8218654"/>
              <a:gd name="connsiteY404" fmla="*/ 321303 h 13689533"/>
              <a:gd name="connsiteX405" fmla="*/ 7639949 w 8218654"/>
              <a:gd name="connsiteY405" fmla="*/ 244636 h 13689533"/>
              <a:gd name="connsiteX406" fmla="*/ 7660358 w 8218654"/>
              <a:gd name="connsiteY406" fmla="*/ 85567 h 13689533"/>
              <a:gd name="connsiteX407" fmla="*/ 7826217 w 8218654"/>
              <a:gd name="connsiteY407" fmla="*/ 100623 h 13689533"/>
              <a:gd name="connsiteX408" fmla="*/ 7928974 w 8218654"/>
              <a:gd name="connsiteY408" fmla="*/ 103170 h 13689533"/>
              <a:gd name="connsiteX409" fmla="*/ 8218538 w 8218654"/>
              <a:gd name="connsiteY409" fmla="*/ 111883 h 13689533"/>
              <a:gd name="connsiteX410" fmla="*/ 8180136 w 8218654"/>
              <a:gd name="connsiteY410" fmla="*/ 926412 h 13689533"/>
              <a:gd name="connsiteX411" fmla="*/ 8178278 w 8218654"/>
              <a:gd name="connsiteY411" fmla="*/ 943843 h 13689533"/>
              <a:gd name="connsiteX412" fmla="*/ 8173736 w 8218654"/>
              <a:gd name="connsiteY412" fmla="*/ 1062167 h 13689533"/>
              <a:gd name="connsiteX413" fmla="*/ 8147618 w 8218654"/>
              <a:gd name="connsiteY413" fmla="*/ 1477203 h 13689533"/>
              <a:gd name="connsiteX414" fmla="*/ 8144708 w 8218654"/>
              <a:gd name="connsiteY414" fmla="*/ 1520170 h 13689533"/>
              <a:gd name="connsiteX415" fmla="*/ 8141734 w 8218654"/>
              <a:gd name="connsiteY415" fmla="*/ 1740941 h 13689533"/>
              <a:gd name="connsiteX416" fmla="*/ 8141424 w 8218654"/>
              <a:gd name="connsiteY416" fmla="*/ 1899102 h 13689533"/>
              <a:gd name="connsiteX417" fmla="*/ 8136786 w 8218654"/>
              <a:gd name="connsiteY417" fmla="*/ 1959396 h 13689533"/>
              <a:gd name="connsiteX418" fmla="*/ 8131071 w 8218654"/>
              <a:gd name="connsiteY418" fmla="*/ 2211707 h 13689533"/>
              <a:gd name="connsiteX419" fmla="*/ 8103332 w 8218654"/>
              <a:gd name="connsiteY419" fmla="*/ 2555469 h 13689533"/>
              <a:gd name="connsiteX420" fmla="*/ 8099278 w 8218654"/>
              <a:gd name="connsiteY420" fmla="*/ 2587267 h 13689533"/>
              <a:gd name="connsiteX421" fmla="*/ 8096932 w 8218654"/>
              <a:gd name="connsiteY421" fmla="*/ 2691225 h 13689533"/>
              <a:gd name="connsiteX422" fmla="*/ 8093846 w 8218654"/>
              <a:gd name="connsiteY422" fmla="*/ 3018056 h 13689533"/>
              <a:gd name="connsiteX423" fmla="*/ 8080027 w 8218654"/>
              <a:gd name="connsiteY423" fmla="*/ 3150738 h 13689533"/>
              <a:gd name="connsiteX424" fmla="*/ 8083036 w 8218654"/>
              <a:gd name="connsiteY424" fmla="*/ 3219195 h 13689533"/>
              <a:gd name="connsiteX425" fmla="*/ 8052130 w 8218654"/>
              <a:gd name="connsiteY425" fmla="*/ 3641508 h 13689533"/>
              <a:gd name="connsiteX426" fmla="*/ 8039329 w 8218654"/>
              <a:gd name="connsiteY426" fmla="*/ 3913017 h 13689533"/>
              <a:gd name="connsiteX427" fmla="*/ 8032063 w 8218654"/>
              <a:gd name="connsiteY427" fmla="*/ 4052994 h 13689533"/>
              <a:gd name="connsiteX428" fmla="*/ 8029431 w 8218654"/>
              <a:gd name="connsiteY428" fmla="*/ 4085585 h 13689533"/>
              <a:gd name="connsiteX429" fmla="*/ 8026528 w 8218654"/>
              <a:gd name="connsiteY429" fmla="*/ 4184527 h 13689533"/>
              <a:gd name="connsiteX430" fmla="*/ 8013728 w 8218654"/>
              <a:gd name="connsiteY430" fmla="*/ 4456036 h 13689533"/>
              <a:gd name="connsiteX431" fmla="*/ 8002683 w 8218654"/>
              <a:gd name="connsiteY431" fmla="*/ 4846645 h 13689533"/>
              <a:gd name="connsiteX432" fmla="*/ 8002656 w 8218654"/>
              <a:gd name="connsiteY432" fmla="*/ 4846925 h 13689533"/>
              <a:gd name="connsiteX433" fmla="*/ 8003183 w 8218654"/>
              <a:gd name="connsiteY433" fmla="*/ 4883288 h 13689533"/>
              <a:gd name="connsiteX434" fmla="*/ 7981726 w 8218654"/>
              <a:gd name="connsiteY434" fmla="*/ 5134810 h 13689533"/>
              <a:gd name="connsiteX435" fmla="*/ 7936924 w 8218654"/>
              <a:gd name="connsiteY435" fmla="*/ 6085093 h 13689533"/>
              <a:gd name="connsiteX436" fmla="*/ 7912284 w 8218654"/>
              <a:gd name="connsiteY436" fmla="*/ 6383687 h 13689533"/>
              <a:gd name="connsiteX437" fmla="*/ 7917723 w 8218654"/>
              <a:gd name="connsiteY437" fmla="*/ 6492358 h 13689533"/>
              <a:gd name="connsiteX438" fmla="*/ 7919551 w 8218654"/>
              <a:gd name="connsiteY438" fmla="*/ 6711786 h 13689533"/>
              <a:gd name="connsiteX439" fmla="*/ 7906986 w 8218654"/>
              <a:gd name="connsiteY439" fmla="*/ 6845714 h 13689533"/>
              <a:gd name="connsiteX440" fmla="*/ 7907143 w 8218654"/>
              <a:gd name="connsiteY440" fmla="*/ 6851964 h 13689533"/>
              <a:gd name="connsiteX441" fmla="*/ 7882554 w 8218654"/>
              <a:gd name="connsiteY441" fmla="*/ 7165023 h 13689533"/>
              <a:gd name="connsiteX442" fmla="*/ 7873262 w 8218654"/>
              <a:gd name="connsiteY442" fmla="*/ 7274902 h 13689533"/>
              <a:gd name="connsiteX443" fmla="*/ 7873080 w 8218654"/>
              <a:gd name="connsiteY443" fmla="*/ 7278994 h 13689533"/>
              <a:gd name="connsiteX444" fmla="*/ 7872920 w 8218654"/>
              <a:gd name="connsiteY444" fmla="*/ 7442641 h 13689533"/>
              <a:gd name="connsiteX445" fmla="*/ 7874424 w 8218654"/>
              <a:gd name="connsiteY445" fmla="*/ 8000769 h 1368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</a:cxnLst>
            <a:rect l="l" t="t" r="r" b="b"/>
            <a:pathLst>
              <a:path w="8218654" h="13689533">
                <a:moveTo>
                  <a:pt x="7599517" y="1562404"/>
                </a:moveTo>
                <a:lnTo>
                  <a:pt x="7605770" y="1423042"/>
                </a:lnTo>
                <a:lnTo>
                  <a:pt x="7602755" y="1307360"/>
                </a:lnTo>
                <a:cubicBezTo>
                  <a:pt x="7598488" y="1223839"/>
                  <a:pt x="7595490" y="1096705"/>
                  <a:pt x="7597170" y="945828"/>
                </a:cubicBezTo>
                <a:lnTo>
                  <a:pt x="7598412" y="899361"/>
                </a:lnTo>
                <a:lnTo>
                  <a:pt x="7587399" y="898879"/>
                </a:lnTo>
                <a:cubicBezTo>
                  <a:pt x="7475379" y="890945"/>
                  <a:pt x="7365702" y="878388"/>
                  <a:pt x="7266329" y="869539"/>
                </a:cubicBezTo>
                <a:lnTo>
                  <a:pt x="7220436" y="865794"/>
                </a:lnTo>
                <a:lnTo>
                  <a:pt x="7194146" y="866135"/>
                </a:lnTo>
                <a:cubicBezTo>
                  <a:pt x="7019137" y="877948"/>
                  <a:pt x="6876340" y="859719"/>
                  <a:pt x="6650864" y="843185"/>
                </a:cubicBezTo>
                <a:lnTo>
                  <a:pt x="6453754" y="831852"/>
                </a:lnTo>
                <a:lnTo>
                  <a:pt x="6208529" y="833020"/>
                </a:lnTo>
                <a:cubicBezTo>
                  <a:pt x="5985474" y="832511"/>
                  <a:pt x="5855801" y="825265"/>
                  <a:pt x="5737365" y="797454"/>
                </a:cubicBezTo>
                <a:lnTo>
                  <a:pt x="5724298" y="795590"/>
                </a:lnTo>
                <a:lnTo>
                  <a:pt x="5580376" y="785355"/>
                </a:lnTo>
                <a:lnTo>
                  <a:pt x="5526287" y="782295"/>
                </a:lnTo>
                <a:lnTo>
                  <a:pt x="5341498" y="781927"/>
                </a:lnTo>
                <a:cubicBezTo>
                  <a:pt x="5182307" y="782876"/>
                  <a:pt x="5021642" y="782710"/>
                  <a:pt x="4936793" y="759710"/>
                </a:cubicBezTo>
                <a:lnTo>
                  <a:pt x="4918713" y="755981"/>
                </a:lnTo>
                <a:lnTo>
                  <a:pt x="4858047" y="755997"/>
                </a:lnTo>
                <a:cubicBezTo>
                  <a:pt x="4808646" y="761311"/>
                  <a:pt x="4700491" y="752758"/>
                  <a:pt x="4576738" y="743286"/>
                </a:cubicBezTo>
                <a:lnTo>
                  <a:pt x="4502228" y="738131"/>
                </a:lnTo>
                <a:lnTo>
                  <a:pt x="4479538" y="738314"/>
                </a:lnTo>
                <a:cubicBezTo>
                  <a:pt x="4417911" y="737765"/>
                  <a:pt x="4351865" y="735395"/>
                  <a:pt x="4280585" y="728772"/>
                </a:cubicBezTo>
                <a:lnTo>
                  <a:pt x="4241740" y="726138"/>
                </a:lnTo>
                <a:lnTo>
                  <a:pt x="4201840" y="725059"/>
                </a:lnTo>
                <a:cubicBezTo>
                  <a:pt x="4090047" y="726696"/>
                  <a:pt x="3966765" y="717501"/>
                  <a:pt x="3851046" y="708628"/>
                </a:cubicBezTo>
                <a:lnTo>
                  <a:pt x="3812963" y="705941"/>
                </a:lnTo>
                <a:lnTo>
                  <a:pt x="3692770" y="702620"/>
                </a:lnTo>
                <a:cubicBezTo>
                  <a:pt x="3639329" y="700742"/>
                  <a:pt x="3591815" y="698312"/>
                  <a:pt x="3552195" y="694431"/>
                </a:cubicBezTo>
                <a:lnTo>
                  <a:pt x="3550040" y="694211"/>
                </a:lnTo>
                <a:lnTo>
                  <a:pt x="3545632" y="694122"/>
                </a:lnTo>
                <a:cubicBezTo>
                  <a:pt x="3382551" y="699962"/>
                  <a:pt x="3133557" y="709254"/>
                  <a:pt x="2817242" y="659781"/>
                </a:cubicBezTo>
                <a:lnTo>
                  <a:pt x="2791293" y="656193"/>
                </a:lnTo>
                <a:lnTo>
                  <a:pt x="2751621" y="656687"/>
                </a:lnTo>
                <a:cubicBezTo>
                  <a:pt x="2495425" y="668754"/>
                  <a:pt x="2344423" y="646735"/>
                  <a:pt x="2217422" y="633909"/>
                </a:cubicBezTo>
                <a:lnTo>
                  <a:pt x="2208392" y="633305"/>
                </a:lnTo>
                <a:lnTo>
                  <a:pt x="2081213" y="638728"/>
                </a:lnTo>
                <a:cubicBezTo>
                  <a:pt x="1909858" y="638546"/>
                  <a:pt x="1695785" y="620297"/>
                  <a:pt x="1577010" y="601308"/>
                </a:cubicBezTo>
                <a:lnTo>
                  <a:pt x="1572087" y="600793"/>
                </a:lnTo>
                <a:lnTo>
                  <a:pt x="1506649" y="596094"/>
                </a:lnTo>
                <a:lnTo>
                  <a:pt x="1498824" y="694985"/>
                </a:lnTo>
                <a:cubicBezTo>
                  <a:pt x="1488616" y="804967"/>
                  <a:pt x="1475887" y="897912"/>
                  <a:pt x="1455732" y="970419"/>
                </a:cubicBezTo>
                <a:lnTo>
                  <a:pt x="1445960" y="1026020"/>
                </a:lnTo>
                <a:lnTo>
                  <a:pt x="1440101" y="1114098"/>
                </a:lnTo>
                <a:cubicBezTo>
                  <a:pt x="1423833" y="1499974"/>
                  <a:pt x="1370113" y="1659874"/>
                  <a:pt x="1353422" y="1910860"/>
                </a:cubicBezTo>
                <a:lnTo>
                  <a:pt x="1352541" y="1921663"/>
                </a:lnTo>
                <a:lnTo>
                  <a:pt x="1348608" y="2019863"/>
                </a:lnTo>
                <a:cubicBezTo>
                  <a:pt x="1345961" y="2055198"/>
                  <a:pt x="1342101" y="2092238"/>
                  <a:pt x="1337222" y="2132572"/>
                </a:cubicBezTo>
                <a:lnTo>
                  <a:pt x="1332477" y="2167533"/>
                </a:lnTo>
                <a:lnTo>
                  <a:pt x="1321378" y="2303551"/>
                </a:lnTo>
                <a:cubicBezTo>
                  <a:pt x="1314838" y="2367831"/>
                  <a:pt x="1307682" y="2429593"/>
                  <a:pt x="1299887" y="2485932"/>
                </a:cubicBezTo>
                <a:lnTo>
                  <a:pt x="1276882" y="2622034"/>
                </a:lnTo>
                <a:lnTo>
                  <a:pt x="1262711" y="2803772"/>
                </a:lnTo>
                <a:cubicBezTo>
                  <a:pt x="1257747" y="2866878"/>
                  <a:pt x="1252378" y="2928775"/>
                  <a:pt x="1245399" y="2987439"/>
                </a:cubicBezTo>
                <a:lnTo>
                  <a:pt x="1218600" y="3150686"/>
                </a:lnTo>
                <a:lnTo>
                  <a:pt x="1188570" y="3455849"/>
                </a:lnTo>
                <a:cubicBezTo>
                  <a:pt x="1173962" y="3599023"/>
                  <a:pt x="1155098" y="3771436"/>
                  <a:pt x="1132462" y="3941948"/>
                </a:cubicBezTo>
                <a:cubicBezTo>
                  <a:pt x="1087190" y="4282971"/>
                  <a:pt x="1082776" y="4344227"/>
                  <a:pt x="1077044" y="4451353"/>
                </a:cubicBezTo>
                <a:cubicBezTo>
                  <a:pt x="1075612" y="4478134"/>
                  <a:pt x="1070627" y="4516656"/>
                  <a:pt x="1063791" y="4564421"/>
                </a:cubicBezTo>
                <a:lnTo>
                  <a:pt x="1061554" y="4579896"/>
                </a:lnTo>
                <a:lnTo>
                  <a:pt x="1060703" y="4601562"/>
                </a:lnTo>
                <a:cubicBezTo>
                  <a:pt x="1061190" y="4761962"/>
                  <a:pt x="1041046" y="4874929"/>
                  <a:pt x="1021971" y="4972949"/>
                </a:cubicBezTo>
                <a:lnTo>
                  <a:pt x="1005957" y="5062204"/>
                </a:lnTo>
                <a:lnTo>
                  <a:pt x="998181" y="5176276"/>
                </a:lnTo>
                <a:lnTo>
                  <a:pt x="989429" y="5298800"/>
                </a:lnTo>
                <a:lnTo>
                  <a:pt x="988840" y="5413531"/>
                </a:lnTo>
                <a:cubicBezTo>
                  <a:pt x="983483" y="5522690"/>
                  <a:pt x="969485" y="5634152"/>
                  <a:pt x="952777" y="5722908"/>
                </a:cubicBezTo>
                <a:lnTo>
                  <a:pt x="926883" y="5833913"/>
                </a:lnTo>
                <a:lnTo>
                  <a:pt x="913984" y="6069235"/>
                </a:lnTo>
                <a:cubicBezTo>
                  <a:pt x="906155" y="6142146"/>
                  <a:pt x="894775" y="6208023"/>
                  <a:pt x="879530" y="6266922"/>
                </a:cubicBezTo>
                <a:lnTo>
                  <a:pt x="878901" y="6271753"/>
                </a:lnTo>
                <a:lnTo>
                  <a:pt x="878820" y="6273454"/>
                </a:lnTo>
                <a:cubicBezTo>
                  <a:pt x="878493" y="6337308"/>
                  <a:pt x="863301" y="6439872"/>
                  <a:pt x="847883" y="6547845"/>
                </a:cubicBezTo>
                <a:lnTo>
                  <a:pt x="847203" y="6552970"/>
                </a:lnTo>
                <a:lnTo>
                  <a:pt x="830526" y="6747095"/>
                </a:lnTo>
                <a:lnTo>
                  <a:pt x="807999" y="6985683"/>
                </a:lnTo>
                <a:lnTo>
                  <a:pt x="807914" y="6987144"/>
                </a:lnTo>
                <a:lnTo>
                  <a:pt x="807614" y="6989766"/>
                </a:lnTo>
                <a:lnTo>
                  <a:pt x="795209" y="7121141"/>
                </a:lnTo>
                <a:lnTo>
                  <a:pt x="767124" y="7334817"/>
                </a:lnTo>
                <a:lnTo>
                  <a:pt x="767117" y="7338284"/>
                </a:lnTo>
                <a:cubicBezTo>
                  <a:pt x="769058" y="7395362"/>
                  <a:pt x="769448" y="7448988"/>
                  <a:pt x="769086" y="7499055"/>
                </a:cubicBezTo>
                <a:lnTo>
                  <a:pt x="768807" y="7514389"/>
                </a:lnTo>
                <a:lnTo>
                  <a:pt x="772852" y="7612858"/>
                </a:lnTo>
                <a:cubicBezTo>
                  <a:pt x="774490" y="7653974"/>
                  <a:pt x="775650" y="7696569"/>
                  <a:pt x="775103" y="7746350"/>
                </a:cubicBezTo>
                <a:lnTo>
                  <a:pt x="768885" y="7883860"/>
                </a:lnTo>
                <a:lnTo>
                  <a:pt x="779995" y="8092263"/>
                </a:lnTo>
                <a:cubicBezTo>
                  <a:pt x="781966" y="8193754"/>
                  <a:pt x="779645" y="8312167"/>
                  <a:pt x="767117" y="8435368"/>
                </a:cubicBezTo>
                <a:lnTo>
                  <a:pt x="762189" y="8494174"/>
                </a:lnTo>
                <a:lnTo>
                  <a:pt x="767117" y="8652157"/>
                </a:lnTo>
                <a:cubicBezTo>
                  <a:pt x="772075" y="8797272"/>
                  <a:pt x="771817" y="8901068"/>
                  <a:pt x="770448" y="8998805"/>
                </a:cubicBezTo>
                <a:lnTo>
                  <a:pt x="768430" y="9186778"/>
                </a:lnTo>
                <a:lnTo>
                  <a:pt x="778878" y="9363505"/>
                </a:lnTo>
                <a:cubicBezTo>
                  <a:pt x="779925" y="9421212"/>
                  <a:pt x="778621" y="9471229"/>
                  <a:pt x="776532" y="9516296"/>
                </a:cubicBezTo>
                <a:lnTo>
                  <a:pt x="770243" y="9626030"/>
                </a:lnTo>
                <a:lnTo>
                  <a:pt x="770973" y="9699998"/>
                </a:lnTo>
                <a:lnTo>
                  <a:pt x="768667" y="9945540"/>
                </a:lnTo>
                <a:lnTo>
                  <a:pt x="769628" y="10067267"/>
                </a:lnTo>
                <a:lnTo>
                  <a:pt x="768315" y="10319960"/>
                </a:lnTo>
                <a:lnTo>
                  <a:pt x="772435" y="10407907"/>
                </a:lnTo>
                <a:cubicBezTo>
                  <a:pt x="774478" y="10445321"/>
                  <a:pt x="776077" y="10479307"/>
                  <a:pt x="775701" y="10513828"/>
                </a:cubicBezTo>
                <a:lnTo>
                  <a:pt x="767518" y="10617873"/>
                </a:lnTo>
                <a:lnTo>
                  <a:pt x="769691" y="10982286"/>
                </a:lnTo>
                <a:cubicBezTo>
                  <a:pt x="771183" y="11095540"/>
                  <a:pt x="771817" y="11186466"/>
                  <a:pt x="767117" y="11279902"/>
                </a:cubicBezTo>
                <a:lnTo>
                  <a:pt x="766596" y="11343305"/>
                </a:lnTo>
                <a:lnTo>
                  <a:pt x="767117" y="11352165"/>
                </a:lnTo>
                <a:cubicBezTo>
                  <a:pt x="772624" y="11424572"/>
                  <a:pt x="774686" y="11521482"/>
                  <a:pt x="774852" y="11631470"/>
                </a:cubicBezTo>
                <a:lnTo>
                  <a:pt x="773986" y="11716881"/>
                </a:lnTo>
                <a:lnTo>
                  <a:pt x="774120" y="11723226"/>
                </a:lnTo>
                <a:lnTo>
                  <a:pt x="773871" y="11728247"/>
                </a:lnTo>
                <a:lnTo>
                  <a:pt x="771223" y="11989248"/>
                </a:lnTo>
                <a:cubicBezTo>
                  <a:pt x="769154" y="12113970"/>
                  <a:pt x="766743" y="12240346"/>
                  <a:pt x="765541" y="12356953"/>
                </a:cubicBezTo>
                <a:lnTo>
                  <a:pt x="765306" y="12412666"/>
                </a:lnTo>
                <a:lnTo>
                  <a:pt x="893119" y="12419634"/>
                </a:lnTo>
                <a:lnTo>
                  <a:pt x="929907" y="12420047"/>
                </a:lnTo>
                <a:cubicBezTo>
                  <a:pt x="965940" y="12419937"/>
                  <a:pt x="999677" y="12419745"/>
                  <a:pt x="1031572" y="12420846"/>
                </a:cubicBezTo>
                <a:lnTo>
                  <a:pt x="1085114" y="12425908"/>
                </a:lnTo>
                <a:lnTo>
                  <a:pt x="1108607" y="12426331"/>
                </a:lnTo>
                <a:cubicBezTo>
                  <a:pt x="1146983" y="12426620"/>
                  <a:pt x="1180201" y="12426869"/>
                  <a:pt x="1215982" y="12428583"/>
                </a:cubicBezTo>
                <a:lnTo>
                  <a:pt x="1327043" y="12438571"/>
                </a:lnTo>
                <a:lnTo>
                  <a:pt x="1503830" y="12440328"/>
                </a:lnTo>
                <a:cubicBezTo>
                  <a:pt x="1627780" y="12441615"/>
                  <a:pt x="1755224" y="12444393"/>
                  <a:pt x="1845869" y="12454454"/>
                </a:cubicBezTo>
                <a:lnTo>
                  <a:pt x="1919009" y="12466538"/>
                </a:lnTo>
                <a:lnTo>
                  <a:pt x="1994939" y="12470560"/>
                </a:lnTo>
                <a:lnTo>
                  <a:pt x="2289099" y="12486615"/>
                </a:lnTo>
                <a:lnTo>
                  <a:pt x="2362414" y="12487885"/>
                </a:lnTo>
                <a:cubicBezTo>
                  <a:pt x="2572331" y="12499546"/>
                  <a:pt x="2867805" y="12480232"/>
                  <a:pt x="3090805" y="12522226"/>
                </a:cubicBezTo>
                <a:lnTo>
                  <a:pt x="3142408" y="12529951"/>
                </a:lnTo>
                <a:lnTo>
                  <a:pt x="3154657" y="12531052"/>
                </a:lnTo>
                <a:cubicBezTo>
                  <a:pt x="3290838" y="12537752"/>
                  <a:pt x="3424620" y="12531332"/>
                  <a:pt x="3530464" y="12542954"/>
                </a:cubicBezTo>
                <a:lnTo>
                  <a:pt x="3658944" y="12549977"/>
                </a:lnTo>
                <a:lnTo>
                  <a:pt x="3674829" y="12549761"/>
                </a:lnTo>
                <a:lnTo>
                  <a:pt x="3767633" y="12552753"/>
                </a:lnTo>
                <a:lnTo>
                  <a:pt x="3859725" y="12554704"/>
                </a:lnTo>
                <a:cubicBezTo>
                  <a:pt x="3988881" y="12557324"/>
                  <a:pt x="4117652" y="12561185"/>
                  <a:pt x="4186672" y="12573892"/>
                </a:cubicBezTo>
                <a:lnTo>
                  <a:pt x="4265162" y="12584181"/>
                </a:lnTo>
                <a:lnTo>
                  <a:pt x="4475403" y="12587505"/>
                </a:lnTo>
                <a:cubicBezTo>
                  <a:pt x="4739988" y="12583267"/>
                  <a:pt x="4821880" y="12602088"/>
                  <a:pt x="4932036" y="12610852"/>
                </a:cubicBezTo>
                <a:lnTo>
                  <a:pt x="4975612" y="12612285"/>
                </a:lnTo>
                <a:lnTo>
                  <a:pt x="4987245" y="12611636"/>
                </a:lnTo>
                <a:cubicBezTo>
                  <a:pt x="5165055" y="12582247"/>
                  <a:pt x="5342739" y="12611547"/>
                  <a:pt x="5499086" y="12635768"/>
                </a:cubicBezTo>
                <a:lnTo>
                  <a:pt x="5547502" y="12639809"/>
                </a:lnTo>
                <a:lnTo>
                  <a:pt x="5571269" y="12639171"/>
                </a:lnTo>
                <a:cubicBezTo>
                  <a:pt x="5680004" y="12623324"/>
                  <a:pt x="6164188" y="12634250"/>
                  <a:pt x="6371843" y="12676915"/>
                </a:cubicBezTo>
                <a:lnTo>
                  <a:pt x="6372521" y="12677015"/>
                </a:lnTo>
                <a:lnTo>
                  <a:pt x="6450587" y="12680627"/>
                </a:lnTo>
                <a:cubicBezTo>
                  <a:pt x="6635934" y="12693863"/>
                  <a:pt x="6811547" y="12697742"/>
                  <a:pt x="7021528" y="12706775"/>
                </a:cubicBezTo>
                <a:lnTo>
                  <a:pt x="7068404" y="12708949"/>
                </a:lnTo>
                <a:lnTo>
                  <a:pt x="7070964" y="12675647"/>
                </a:lnTo>
                <a:lnTo>
                  <a:pt x="7077928" y="12439251"/>
                </a:lnTo>
                <a:cubicBezTo>
                  <a:pt x="7079260" y="12231106"/>
                  <a:pt x="7082810" y="12060198"/>
                  <a:pt x="7089852" y="11907995"/>
                </a:cubicBezTo>
                <a:lnTo>
                  <a:pt x="7100789" y="11768609"/>
                </a:lnTo>
                <a:lnTo>
                  <a:pt x="7101032" y="11751079"/>
                </a:lnTo>
                <a:cubicBezTo>
                  <a:pt x="7110599" y="11518897"/>
                  <a:pt x="7133391" y="11409924"/>
                  <a:pt x="7135531" y="11217460"/>
                </a:cubicBezTo>
                <a:cubicBezTo>
                  <a:pt x="7136958" y="11089148"/>
                  <a:pt x="7150104" y="10945761"/>
                  <a:pt x="7161920" y="10787359"/>
                </a:cubicBezTo>
                <a:lnTo>
                  <a:pt x="7169725" y="10658710"/>
                </a:lnTo>
                <a:lnTo>
                  <a:pt x="7167533" y="10538684"/>
                </a:lnTo>
                <a:cubicBezTo>
                  <a:pt x="7159130" y="10385116"/>
                  <a:pt x="7165950" y="10303364"/>
                  <a:pt x="7174660" y="10233002"/>
                </a:cubicBezTo>
                <a:lnTo>
                  <a:pt x="7181151" y="10180056"/>
                </a:lnTo>
                <a:lnTo>
                  <a:pt x="7182761" y="10008609"/>
                </a:lnTo>
                <a:cubicBezTo>
                  <a:pt x="7185836" y="9929941"/>
                  <a:pt x="7190686" y="9858323"/>
                  <a:pt x="7195843" y="9792337"/>
                </a:cubicBezTo>
                <a:lnTo>
                  <a:pt x="7197293" y="9774617"/>
                </a:lnTo>
                <a:lnTo>
                  <a:pt x="7199882" y="9637014"/>
                </a:lnTo>
                <a:lnTo>
                  <a:pt x="7221285" y="9365699"/>
                </a:lnTo>
                <a:lnTo>
                  <a:pt x="7221884" y="9345295"/>
                </a:lnTo>
                <a:cubicBezTo>
                  <a:pt x="7226238" y="9271270"/>
                  <a:pt x="7233021" y="9277057"/>
                  <a:pt x="7231536" y="9181137"/>
                </a:cubicBezTo>
                <a:cubicBezTo>
                  <a:pt x="7230546" y="9117190"/>
                  <a:pt x="7240409" y="8954714"/>
                  <a:pt x="7250388" y="8787646"/>
                </a:cubicBezTo>
                <a:lnTo>
                  <a:pt x="7261288" y="8595071"/>
                </a:lnTo>
                <a:lnTo>
                  <a:pt x="7263538" y="8502363"/>
                </a:lnTo>
                <a:cubicBezTo>
                  <a:pt x="7264530" y="8401284"/>
                  <a:pt x="7266544" y="8336650"/>
                  <a:pt x="7268928" y="8293716"/>
                </a:cubicBezTo>
                <a:lnTo>
                  <a:pt x="7271556" y="8266628"/>
                </a:lnTo>
                <a:lnTo>
                  <a:pt x="7275767" y="8006432"/>
                </a:lnTo>
                <a:cubicBezTo>
                  <a:pt x="7278736" y="7927385"/>
                  <a:pt x="7283087" y="7838758"/>
                  <a:pt x="7289391" y="7740443"/>
                </a:cubicBezTo>
                <a:lnTo>
                  <a:pt x="7309289" y="7486028"/>
                </a:lnTo>
                <a:lnTo>
                  <a:pt x="7312137" y="7287774"/>
                </a:lnTo>
                <a:cubicBezTo>
                  <a:pt x="7314835" y="7180918"/>
                  <a:pt x="7320535" y="7071662"/>
                  <a:pt x="7333941" y="7009061"/>
                </a:cubicBezTo>
                <a:lnTo>
                  <a:pt x="7340699" y="6962981"/>
                </a:lnTo>
                <a:lnTo>
                  <a:pt x="7340815" y="6961749"/>
                </a:lnTo>
                <a:cubicBezTo>
                  <a:pt x="7348139" y="6881456"/>
                  <a:pt x="7354238" y="6794308"/>
                  <a:pt x="7346742" y="6737552"/>
                </a:cubicBezTo>
                <a:cubicBezTo>
                  <a:pt x="7339246" y="6680796"/>
                  <a:pt x="7339802" y="6612111"/>
                  <a:pt x="7344355" y="6541051"/>
                </a:cubicBezTo>
                <a:lnTo>
                  <a:pt x="7349185" y="6493892"/>
                </a:lnTo>
                <a:lnTo>
                  <a:pt x="7348741" y="6481794"/>
                </a:lnTo>
                <a:cubicBezTo>
                  <a:pt x="7347169" y="6368477"/>
                  <a:pt x="7349488" y="6198351"/>
                  <a:pt x="7362694" y="6030337"/>
                </a:cubicBezTo>
                <a:lnTo>
                  <a:pt x="7386811" y="5827144"/>
                </a:lnTo>
                <a:lnTo>
                  <a:pt x="7388194" y="5747643"/>
                </a:lnTo>
                <a:cubicBezTo>
                  <a:pt x="7394673" y="5600312"/>
                  <a:pt x="7408288" y="5403219"/>
                  <a:pt x="7418499" y="5222729"/>
                </a:cubicBezTo>
                <a:lnTo>
                  <a:pt x="7423657" y="5110089"/>
                </a:lnTo>
                <a:lnTo>
                  <a:pt x="7423546" y="5108494"/>
                </a:lnTo>
                <a:cubicBezTo>
                  <a:pt x="7415013" y="5022597"/>
                  <a:pt x="7423107" y="4948522"/>
                  <a:pt x="7432488" y="4865081"/>
                </a:cubicBezTo>
                <a:lnTo>
                  <a:pt x="7434944" y="4839835"/>
                </a:lnTo>
                <a:lnTo>
                  <a:pt x="7446468" y="4533392"/>
                </a:lnTo>
                <a:lnTo>
                  <a:pt x="7451393" y="4444405"/>
                </a:lnTo>
                <a:lnTo>
                  <a:pt x="7452792" y="4369000"/>
                </a:lnTo>
                <a:cubicBezTo>
                  <a:pt x="7456399" y="4299508"/>
                  <a:pt x="7461880" y="4225826"/>
                  <a:pt x="7467684" y="4147390"/>
                </a:cubicBezTo>
                <a:lnTo>
                  <a:pt x="7468529" y="4134819"/>
                </a:lnTo>
                <a:lnTo>
                  <a:pt x="7474749" y="4022457"/>
                </a:lnTo>
                <a:cubicBezTo>
                  <a:pt x="7486761" y="3827436"/>
                  <a:pt x="7488925" y="3723247"/>
                  <a:pt x="7491004" y="3635061"/>
                </a:cubicBezTo>
                <a:lnTo>
                  <a:pt x="7494884" y="3517437"/>
                </a:lnTo>
                <a:lnTo>
                  <a:pt x="7495828" y="3418622"/>
                </a:lnTo>
                <a:cubicBezTo>
                  <a:pt x="7497240" y="3309715"/>
                  <a:pt x="7498160" y="3419030"/>
                  <a:pt x="7506750" y="3343682"/>
                </a:cubicBezTo>
                <a:cubicBezTo>
                  <a:pt x="7518204" y="3243220"/>
                  <a:pt x="7516336" y="3055065"/>
                  <a:pt x="7525951" y="2936418"/>
                </a:cubicBezTo>
                <a:lnTo>
                  <a:pt x="7534813" y="2833970"/>
                </a:lnTo>
                <a:lnTo>
                  <a:pt x="7532352" y="2800662"/>
                </a:lnTo>
                <a:cubicBezTo>
                  <a:pt x="7514081" y="2690206"/>
                  <a:pt x="7523290" y="2446875"/>
                  <a:pt x="7564353" y="2121889"/>
                </a:cubicBezTo>
                <a:cubicBezTo>
                  <a:pt x="7547341" y="1884377"/>
                  <a:pt x="7568318" y="1912421"/>
                  <a:pt x="7577154" y="1850379"/>
                </a:cubicBezTo>
                <a:cubicBezTo>
                  <a:pt x="7581572" y="1819359"/>
                  <a:pt x="7591071" y="1710763"/>
                  <a:pt x="7599517" y="1562404"/>
                </a:cubicBezTo>
                <a:close/>
                <a:moveTo>
                  <a:pt x="7874424" y="8000769"/>
                </a:moveTo>
                <a:cubicBezTo>
                  <a:pt x="7871731" y="8049105"/>
                  <a:pt x="7867675" y="8097299"/>
                  <a:pt x="7861848" y="8149768"/>
                </a:cubicBezTo>
                <a:lnTo>
                  <a:pt x="7836279" y="8334091"/>
                </a:lnTo>
                <a:lnTo>
                  <a:pt x="7837517" y="8388188"/>
                </a:lnTo>
                <a:cubicBezTo>
                  <a:pt x="7833709" y="8498858"/>
                  <a:pt x="7813687" y="8559099"/>
                  <a:pt x="7815317" y="8664434"/>
                </a:cubicBezTo>
                <a:cubicBezTo>
                  <a:pt x="7817490" y="8804881"/>
                  <a:pt x="7792433" y="9248932"/>
                  <a:pt x="7776915" y="9478962"/>
                </a:cubicBezTo>
                <a:cubicBezTo>
                  <a:pt x="7761398" y="9708991"/>
                  <a:pt x="7767167" y="9670771"/>
                  <a:pt x="7764115" y="9750471"/>
                </a:cubicBezTo>
                <a:cubicBezTo>
                  <a:pt x="7761062" y="9830172"/>
                  <a:pt x="7745949" y="9965210"/>
                  <a:pt x="7751314" y="10021982"/>
                </a:cubicBezTo>
                <a:cubicBezTo>
                  <a:pt x="7752655" y="10036175"/>
                  <a:pt x="7752193" y="10055330"/>
                  <a:pt x="7750827" y="10077307"/>
                </a:cubicBezTo>
                <a:lnTo>
                  <a:pt x="7745442" y="10143243"/>
                </a:lnTo>
                <a:lnTo>
                  <a:pt x="7744914" y="10157736"/>
                </a:lnTo>
                <a:cubicBezTo>
                  <a:pt x="7738672" y="10309525"/>
                  <a:pt x="7738054" y="10348121"/>
                  <a:pt x="7737706" y="10363411"/>
                </a:cubicBezTo>
                <a:lnTo>
                  <a:pt x="7736898" y="10372918"/>
                </a:lnTo>
                <a:lnTo>
                  <a:pt x="7736804" y="10377517"/>
                </a:lnTo>
                <a:cubicBezTo>
                  <a:pt x="7730556" y="10481851"/>
                  <a:pt x="7714200" y="10632731"/>
                  <a:pt x="7719312" y="10700755"/>
                </a:cubicBezTo>
                <a:cubicBezTo>
                  <a:pt x="7726130" y="10791454"/>
                  <a:pt x="7707440" y="11032336"/>
                  <a:pt x="7693711" y="11243776"/>
                </a:cubicBezTo>
                <a:cubicBezTo>
                  <a:pt x="7690279" y="11296635"/>
                  <a:pt x="7689069" y="11349823"/>
                  <a:pt x="7688557" y="11403788"/>
                </a:cubicBezTo>
                <a:lnTo>
                  <a:pt x="7688506" y="11412531"/>
                </a:lnTo>
                <a:lnTo>
                  <a:pt x="7690970" y="11480556"/>
                </a:lnTo>
                <a:cubicBezTo>
                  <a:pt x="7690970" y="11513355"/>
                  <a:pt x="7689870" y="11545290"/>
                  <a:pt x="7688040" y="11576410"/>
                </a:cubicBezTo>
                <a:lnTo>
                  <a:pt x="7686919" y="11588213"/>
                </a:lnTo>
                <a:lnTo>
                  <a:pt x="7681694" y="11740486"/>
                </a:lnTo>
                <a:cubicBezTo>
                  <a:pt x="7677887" y="11799351"/>
                  <a:pt x="7671733" y="11859889"/>
                  <a:pt x="7661709" y="11922549"/>
                </a:cubicBezTo>
                <a:lnTo>
                  <a:pt x="7652471" y="12004820"/>
                </a:lnTo>
                <a:lnTo>
                  <a:pt x="7655309" y="12058303"/>
                </a:lnTo>
                <a:cubicBezTo>
                  <a:pt x="7670885" y="12196150"/>
                  <a:pt x="7645531" y="12365764"/>
                  <a:pt x="7631555" y="12549409"/>
                </a:cubicBezTo>
                <a:lnTo>
                  <a:pt x="7630260" y="12578878"/>
                </a:lnTo>
                <a:lnTo>
                  <a:pt x="7629478" y="12650572"/>
                </a:lnTo>
                <a:cubicBezTo>
                  <a:pt x="7629200" y="12710667"/>
                  <a:pt x="7628673" y="12772315"/>
                  <a:pt x="7626108" y="12832867"/>
                </a:cubicBezTo>
                <a:lnTo>
                  <a:pt x="7620799" y="12892658"/>
                </a:lnTo>
                <a:lnTo>
                  <a:pt x="7615940" y="13194096"/>
                </a:lnTo>
                <a:cubicBezTo>
                  <a:pt x="7609944" y="13361949"/>
                  <a:pt x="7598937" y="13535842"/>
                  <a:pt x="7578505" y="13687360"/>
                </a:cubicBezTo>
                <a:cubicBezTo>
                  <a:pt x="7529857" y="13690606"/>
                  <a:pt x="7483275" y="13689924"/>
                  <a:pt x="7437611" y="13687241"/>
                </a:cubicBezTo>
                <a:cubicBezTo>
                  <a:pt x="7300618" y="13679194"/>
                  <a:pt x="7171877" y="13653136"/>
                  <a:pt x="7020325" y="13661044"/>
                </a:cubicBezTo>
                <a:cubicBezTo>
                  <a:pt x="7017831" y="13610610"/>
                  <a:pt x="7022743" y="13570583"/>
                  <a:pt x="7027423" y="13529240"/>
                </a:cubicBezTo>
                <a:lnTo>
                  <a:pt x="7032358" y="13475219"/>
                </a:lnTo>
                <a:lnTo>
                  <a:pt x="7033303" y="13460637"/>
                </a:lnTo>
                <a:lnTo>
                  <a:pt x="7033126" y="13389535"/>
                </a:lnTo>
                <a:cubicBezTo>
                  <a:pt x="7032270" y="13375610"/>
                  <a:pt x="7032286" y="13356822"/>
                  <a:pt x="7032976" y="13333792"/>
                </a:cubicBezTo>
                <a:lnTo>
                  <a:pt x="7036134" y="13267830"/>
                </a:lnTo>
                <a:lnTo>
                  <a:pt x="7005216" y="13266403"/>
                </a:lnTo>
                <a:lnTo>
                  <a:pt x="6941647" y="13260981"/>
                </a:lnTo>
                <a:lnTo>
                  <a:pt x="6819550" y="13261409"/>
                </a:lnTo>
                <a:cubicBezTo>
                  <a:pt x="6710156" y="13263348"/>
                  <a:pt x="6612274" y="13264509"/>
                  <a:pt x="6489892" y="13241901"/>
                </a:cubicBezTo>
                <a:lnTo>
                  <a:pt x="6460184" y="13237707"/>
                </a:lnTo>
                <a:lnTo>
                  <a:pt x="6417709" y="13238498"/>
                </a:lnTo>
                <a:cubicBezTo>
                  <a:pt x="6192283" y="13259673"/>
                  <a:pt x="6030620" y="13229976"/>
                  <a:pt x="5905867" y="13214366"/>
                </a:cubicBezTo>
                <a:lnTo>
                  <a:pt x="5851800" y="13209087"/>
                </a:lnTo>
                <a:lnTo>
                  <a:pt x="5744615" y="13202559"/>
                </a:lnTo>
                <a:cubicBezTo>
                  <a:pt x="5631395" y="13196407"/>
                  <a:pt x="5510681" y="13191301"/>
                  <a:pt x="5394025" y="13190235"/>
                </a:cubicBezTo>
                <a:cubicBezTo>
                  <a:pt x="5347941" y="13193492"/>
                  <a:pt x="5300862" y="13193484"/>
                  <a:pt x="5254179" y="13191673"/>
                </a:cubicBezTo>
                <a:lnTo>
                  <a:pt x="5166617" y="13185693"/>
                </a:lnTo>
                <a:lnTo>
                  <a:pt x="5045831" y="13183281"/>
                </a:lnTo>
                <a:cubicBezTo>
                  <a:pt x="4983605" y="13180816"/>
                  <a:pt x="4917038" y="13177359"/>
                  <a:pt x="4842764" y="13172396"/>
                </a:cubicBezTo>
                <a:lnTo>
                  <a:pt x="4682447" y="13159597"/>
                </a:lnTo>
                <a:lnTo>
                  <a:pt x="4498424" y="13150199"/>
                </a:lnTo>
                <a:lnTo>
                  <a:pt x="4287820" y="13138502"/>
                </a:lnTo>
                <a:lnTo>
                  <a:pt x="4285145" y="13138503"/>
                </a:lnTo>
                <a:cubicBezTo>
                  <a:pt x="4232777" y="13140309"/>
                  <a:pt x="4197872" y="13142754"/>
                  <a:pt x="4081610" y="13128360"/>
                </a:cubicBezTo>
                <a:cubicBezTo>
                  <a:pt x="3910273" y="13122502"/>
                  <a:pt x="3619999" y="13130558"/>
                  <a:pt x="3281038" y="13090616"/>
                </a:cubicBezTo>
                <a:cubicBezTo>
                  <a:pt x="3196297" y="13080630"/>
                  <a:pt x="3126366" y="13075667"/>
                  <a:pt x="3064645" y="13073296"/>
                </a:cubicBezTo>
                <a:lnTo>
                  <a:pt x="3002576" y="13072638"/>
                </a:lnTo>
                <a:lnTo>
                  <a:pt x="2913561" y="13073290"/>
                </a:lnTo>
                <a:cubicBezTo>
                  <a:pt x="2814437" y="13076581"/>
                  <a:pt x="2652982" y="13079597"/>
                  <a:pt x="2401719" y="13049159"/>
                </a:cubicBezTo>
                <a:lnTo>
                  <a:pt x="2316646" y="13042277"/>
                </a:lnTo>
                <a:lnTo>
                  <a:pt x="2259711" y="13042401"/>
                </a:lnTo>
                <a:cubicBezTo>
                  <a:pt x="2222480" y="13043293"/>
                  <a:pt x="2185327" y="13044196"/>
                  <a:pt x="2139672" y="13042716"/>
                </a:cubicBezTo>
                <a:lnTo>
                  <a:pt x="2083988" y="13038167"/>
                </a:lnTo>
                <a:lnTo>
                  <a:pt x="2060648" y="13038508"/>
                </a:lnTo>
                <a:cubicBezTo>
                  <a:pt x="2031813" y="13037707"/>
                  <a:pt x="2000712" y="13035019"/>
                  <a:pt x="1962061" y="13028431"/>
                </a:cubicBezTo>
                <a:cubicBezTo>
                  <a:pt x="1846106" y="13008665"/>
                  <a:pt x="1700642" y="13022680"/>
                  <a:pt x="1571805" y="13017643"/>
                </a:cubicBezTo>
                <a:lnTo>
                  <a:pt x="1453958" y="13004710"/>
                </a:lnTo>
                <a:lnTo>
                  <a:pt x="1322159" y="13009423"/>
                </a:lnTo>
                <a:cubicBezTo>
                  <a:pt x="1276644" y="13009708"/>
                  <a:pt x="1230279" y="13008681"/>
                  <a:pt x="1182441" y="13006361"/>
                </a:cubicBezTo>
                <a:lnTo>
                  <a:pt x="908681" y="12980472"/>
                </a:lnTo>
                <a:lnTo>
                  <a:pt x="776009" y="12981828"/>
                </a:lnTo>
                <a:cubicBezTo>
                  <a:pt x="581065" y="12975762"/>
                  <a:pt x="296896" y="12950003"/>
                  <a:pt x="0" y="12935927"/>
                </a:cubicBezTo>
                <a:cubicBezTo>
                  <a:pt x="1428" y="12865635"/>
                  <a:pt x="10579" y="12765825"/>
                  <a:pt x="18087" y="12663722"/>
                </a:cubicBezTo>
                <a:lnTo>
                  <a:pt x="19330" y="12642465"/>
                </a:lnTo>
                <a:lnTo>
                  <a:pt x="22377" y="12517247"/>
                </a:lnTo>
                <a:cubicBezTo>
                  <a:pt x="23508" y="12466631"/>
                  <a:pt x="24662" y="12418760"/>
                  <a:pt x="26316" y="12377747"/>
                </a:cubicBezTo>
                <a:cubicBezTo>
                  <a:pt x="66973" y="12377315"/>
                  <a:pt x="116556" y="12377599"/>
                  <a:pt x="171001" y="12378627"/>
                </a:cubicBezTo>
                <a:lnTo>
                  <a:pt x="204973" y="12379670"/>
                </a:lnTo>
                <a:lnTo>
                  <a:pt x="203834" y="12333556"/>
                </a:lnTo>
                <a:cubicBezTo>
                  <a:pt x="203815" y="12298702"/>
                  <a:pt x="204970" y="12263246"/>
                  <a:pt x="208317" y="12225891"/>
                </a:cubicBezTo>
                <a:lnTo>
                  <a:pt x="209038" y="12176803"/>
                </a:lnTo>
                <a:lnTo>
                  <a:pt x="208317" y="12153628"/>
                </a:lnTo>
                <a:cubicBezTo>
                  <a:pt x="201932" y="12033663"/>
                  <a:pt x="180721" y="11644054"/>
                  <a:pt x="208317" y="11352165"/>
                </a:cubicBezTo>
                <a:lnTo>
                  <a:pt x="216342" y="11207940"/>
                </a:lnTo>
                <a:lnTo>
                  <a:pt x="212069" y="11086383"/>
                </a:lnTo>
                <a:lnTo>
                  <a:pt x="208378" y="11023615"/>
                </a:lnTo>
                <a:lnTo>
                  <a:pt x="206034" y="10998595"/>
                </a:lnTo>
                <a:lnTo>
                  <a:pt x="206305" y="10988346"/>
                </a:lnTo>
                <a:lnTo>
                  <a:pt x="205404" y="10973030"/>
                </a:lnTo>
                <a:cubicBezTo>
                  <a:pt x="204143" y="10934302"/>
                  <a:pt x="204477" y="10892254"/>
                  <a:pt x="208317" y="10839755"/>
                </a:cubicBezTo>
                <a:cubicBezTo>
                  <a:pt x="215997" y="10734758"/>
                  <a:pt x="207548" y="10574861"/>
                  <a:pt x="201403" y="10420979"/>
                </a:cubicBezTo>
                <a:lnTo>
                  <a:pt x="197587" y="10259972"/>
                </a:lnTo>
                <a:lnTo>
                  <a:pt x="197140" y="10254157"/>
                </a:lnTo>
                <a:cubicBezTo>
                  <a:pt x="188417" y="10094934"/>
                  <a:pt x="188326" y="9907925"/>
                  <a:pt x="208317" y="9814934"/>
                </a:cubicBezTo>
                <a:lnTo>
                  <a:pt x="216848" y="9751557"/>
                </a:lnTo>
                <a:lnTo>
                  <a:pt x="214917" y="9679117"/>
                </a:lnTo>
                <a:cubicBezTo>
                  <a:pt x="211792" y="9609105"/>
                  <a:pt x="208118" y="9538642"/>
                  <a:pt x="206237" y="9474660"/>
                </a:cubicBezTo>
                <a:lnTo>
                  <a:pt x="207593" y="9366730"/>
                </a:lnTo>
                <a:lnTo>
                  <a:pt x="199807" y="9280101"/>
                </a:lnTo>
                <a:cubicBezTo>
                  <a:pt x="198723" y="9247422"/>
                  <a:pt x="199125" y="9213429"/>
                  <a:pt x="200203" y="9177534"/>
                </a:cubicBezTo>
                <a:lnTo>
                  <a:pt x="206831" y="8979137"/>
                </a:lnTo>
                <a:lnTo>
                  <a:pt x="203369" y="8850322"/>
                </a:lnTo>
                <a:cubicBezTo>
                  <a:pt x="202906" y="8789143"/>
                  <a:pt x="204035" y="8723456"/>
                  <a:pt x="208317" y="8652157"/>
                </a:cubicBezTo>
                <a:lnTo>
                  <a:pt x="209121" y="8606486"/>
                </a:lnTo>
                <a:lnTo>
                  <a:pt x="208317" y="8494492"/>
                </a:lnTo>
                <a:cubicBezTo>
                  <a:pt x="206618" y="8355158"/>
                  <a:pt x="180864" y="8017716"/>
                  <a:pt x="208317" y="7837556"/>
                </a:cubicBezTo>
                <a:cubicBezTo>
                  <a:pt x="220328" y="7758736"/>
                  <a:pt x="216418" y="7664842"/>
                  <a:pt x="210587" y="7571958"/>
                </a:cubicBezTo>
                <a:lnTo>
                  <a:pt x="202552" y="7441941"/>
                </a:lnTo>
                <a:lnTo>
                  <a:pt x="189727" y="7440815"/>
                </a:lnTo>
                <a:lnTo>
                  <a:pt x="201597" y="7352837"/>
                </a:lnTo>
                <a:lnTo>
                  <a:pt x="201326" y="7312418"/>
                </a:lnTo>
                <a:lnTo>
                  <a:pt x="205247" y="7279026"/>
                </a:lnTo>
                <a:lnTo>
                  <a:pt x="204054" y="7227891"/>
                </a:lnTo>
                <a:cubicBezTo>
                  <a:pt x="204987" y="7065810"/>
                  <a:pt x="217735" y="6944996"/>
                  <a:pt x="208317" y="6681348"/>
                </a:cubicBezTo>
                <a:cubicBezTo>
                  <a:pt x="195760" y="6329818"/>
                  <a:pt x="222927" y="6367695"/>
                  <a:pt x="208317" y="6241201"/>
                </a:cubicBezTo>
                <a:cubicBezTo>
                  <a:pt x="193707" y="6114706"/>
                  <a:pt x="187025" y="5706486"/>
                  <a:pt x="208317" y="5439739"/>
                </a:cubicBezTo>
                <a:cubicBezTo>
                  <a:pt x="256139" y="5434975"/>
                  <a:pt x="302411" y="5432083"/>
                  <a:pt x="348060" y="5430552"/>
                </a:cubicBezTo>
                <a:lnTo>
                  <a:pt x="410003" y="5430087"/>
                </a:lnTo>
                <a:lnTo>
                  <a:pt x="418502" y="5337888"/>
                </a:lnTo>
                <a:lnTo>
                  <a:pt x="438557" y="5161281"/>
                </a:lnTo>
                <a:lnTo>
                  <a:pt x="442659" y="5115840"/>
                </a:lnTo>
                <a:cubicBezTo>
                  <a:pt x="447368" y="5025113"/>
                  <a:pt x="452246" y="4950479"/>
                  <a:pt x="461412" y="4863188"/>
                </a:cubicBezTo>
                <a:lnTo>
                  <a:pt x="505239" y="4539413"/>
                </a:lnTo>
                <a:lnTo>
                  <a:pt x="509737" y="4407588"/>
                </a:lnTo>
                <a:cubicBezTo>
                  <a:pt x="517582" y="4285920"/>
                  <a:pt x="534269" y="4196858"/>
                  <a:pt x="550571" y="4113314"/>
                </a:cubicBezTo>
                <a:lnTo>
                  <a:pt x="554646" y="4090029"/>
                </a:lnTo>
                <a:lnTo>
                  <a:pt x="561309" y="4025192"/>
                </a:lnTo>
                <a:lnTo>
                  <a:pt x="590720" y="3788857"/>
                </a:lnTo>
                <a:lnTo>
                  <a:pt x="591860" y="3744366"/>
                </a:lnTo>
                <a:cubicBezTo>
                  <a:pt x="588858" y="3432412"/>
                  <a:pt x="633937" y="3301064"/>
                  <a:pt x="655093" y="3163122"/>
                </a:cubicBezTo>
                <a:lnTo>
                  <a:pt x="681483" y="2956249"/>
                </a:lnTo>
                <a:lnTo>
                  <a:pt x="687775" y="2862704"/>
                </a:lnTo>
                <a:cubicBezTo>
                  <a:pt x="690044" y="2755928"/>
                  <a:pt x="703797" y="2658825"/>
                  <a:pt x="717033" y="2573291"/>
                </a:cubicBezTo>
                <a:lnTo>
                  <a:pt x="727976" y="2500581"/>
                </a:lnTo>
                <a:lnTo>
                  <a:pt x="733957" y="2438199"/>
                </a:lnTo>
                <a:cubicBezTo>
                  <a:pt x="759758" y="2121566"/>
                  <a:pt x="766127" y="1976766"/>
                  <a:pt x="797189" y="1856955"/>
                </a:cubicBezTo>
                <a:lnTo>
                  <a:pt x="804411" y="1813579"/>
                </a:lnTo>
                <a:lnTo>
                  <a:pt x="806426" y="1772055"/>
                </a:lnTo>
                <a:cubicBezTo>
                  <a:pt x="805010" y="1725010"/>
                  <a:pt x="809651" y="1672168"/>
                  <a:pt x="817426" y="1614248"/>
                </a:cubicBezTo>
                <a:lnTo>
                  <a:pt x="830846" y="1529468"/>
                </a:lnTo>
                <a:lnTo>
                  <a:pt x="831613" y="1518192"/>
                </a:lnTo>
                <a:cubicBezTo>
                  <a:pt x="834772" y="1481277"/>
                  <a:pt x="838801" y="1447408"/>
                  <a:pt x="844792" y="1419390"/>
                </a:cubicBezTo>
                <a:cubicBezTo>
                  <a:pt x="850782" y="1391372"/>
                  <a:pt x="860760" y="1322128"/>
                  <a:pt x="872587" y="1229666"/>
                </a:cubicBezTo>
                <a:lnTo>
                  <a:pt x="889015" y="1090688"/>
                </a:lnTo>
                <a:lnTo>
                  <a:pt x="893105" y="975293"/>
                </a:lnTo>
                <a:cubicBezTo>
                  <a:pt x="893656" y="811471"/>
                  <a:pt x="909028" y="705068"/>
                  <a:pt x="926345" y="603024"/>
                </a:cubicBezTo>
                <a:lnTo>
                  <a:pt x="933258" y="561150"/>
                </a:lnTo>
                <a:lnTo>
                  <a:pt x="858541" y="558921"/>
                </a:lnTo>
                <a:cubicBezTo>
                  <a:pt x="799538" y="557728"/>
                  <a:pt x="746549" y="557931"/>
                  <a:pt x="704254" y="560161"/>
                </a:cubicBezTo>
                <a:cubicBezTo>
                  <a:pt x="712602" y="466890"/>
                  <a:pt x="713647" y="392034"/>
                  <a:pt x="715371" y="308151"/>
                </a:cubicBezTo>
                <a:lnTo>
                  <a:pt x="715472" y="303934"/>
                </a:lnTo>
                <a:lnTo>
                  <a:pt x="714783" y="263201"/>
                </a:lnTo>
                <a:cubicBezTo>
                  <a:pt x="714277" y="188214"/>
                  <a:pt x="716788" y="102164"/>
                  <a:pt x="730570" y="1981"/>
                </a:cubicBezTo>
                <a:cubicBezTo>
                  <a:pt x="896527" y="-4507"/>
                  <a:pt x="1354565" y="4144"/>
                  <a:pt x="1531143" y="39725"/>
                </a:cubicBezTo>
                <a:cubicBezTo>
                  <a:pt x="1873491" y="81537"/>
                  <a:pt x="1862079" y="39877"/>
                  <a:pt x="1970803" y="60454"/>
                </a:cubicBezTo>
                <a:cubicBezTo>
                  <a:pt x="2079526" y="81031"/>
                  <a:pt x="2333063" y="57284"/>
                  <a:pt x="2554827" y="87988"/>
                </a:cubicBezTo>
                <a:lnTo>
                  <a:pt x="2568380" y="89303"/>
                </a:lnTo>
                <a:lnTo>
                  <a:pt x="2582798" y="90482"/>
                </a:lnTo>
                <a:cubicBezTo>
                  <a:pt x="2620158" y="93025"/>
                  <a:pt x="2658717" y="94800"/>
                  <a:pt x="2699193" y="94794"/>
                </a:cubicBezTo>
                <a:lnTo>
                  <a:pt x="2820100" y="101286"/>
                </a:lnTo>
                <a:lnTo>
                  <a:pt x="2876316" y="100605"/>
                </a:lnTo>
                <a:cubicBezTo>
                  <a:pt x="2909170" y="101171"/>
                  <a:pt x="2946688" y="103270"/>
                  <a:pt x="2994486" y="108716"/>
                </a:cubicBezTo>
                <a:cubicBezTo>
                  <a:pt x="3090082" y="119609"/>
                  <a:pt x="3199948" y="126676"/>
                  <a:pt x="3313009" y="131355"/>
                </a:cubicBezTo>
                <a:lnTo>
                  <a:pt x="3331190" y="131801"/>
                </a:lnTo>
                <a:lnTo>
                  <a:pt x="3499766" y="132538"/>
                </a:lnTo>
                <a:cubicBezTo>
                  <a:pt x="3692722" y="126919"/>
                  <a:pt x="3787462" y="135416"/>
                  <a:pt x="3868619" y="144936"/>
                </a:cubicBezTo>
                <a:lnTo>
                  <a:pt x="3934517" y="152173"/>
                </a:lnTo>
                <a:lnTo>
                  <a:pt x="4070293" y="158162"/>
                </a:lnTo>
                <a:lnTo>
                  <a:pt x="4172751" y="163922"/>
                </a:lnTo>
                <a:lnTo>
                  <a:pt x="4353603" y="168721"/>
                </a:lnTo>
                <a:cubicBezTo>
                  <a:pt x="4416472" y="172445"/>
                  <a:pt x="4476759" y="177609"/>
                  <a:pt x="4535749" y="182610"/>
                </a:cubicBezTo>
                <a:lnTo>
                  <a:pt x="4557251" y="184202"/>
                </a:lnTo>
                <a:lnTo>
                  <a:pt x="4597323" y="186775"/>
                </a:lnTo>
                <a:lnTo>
                  <a:pt x="4629802" y="189573"/>
                </a:lnTo>
                <a:lnTo>
                  <a:pt x="4710105" y="195518"/>
                </a:lnTo>
                <a:cubicBezTo>
                  <a:pt x="4767779" y="198587"/>
                  <a:pt x="4825438" y="199888"/>
                  <a:pt x="4884363" y="197817"/>
                </a:cubicBezTo>
                <a:cubicBezTo>
                  <a:pt x="4943288" y="195746"/>
                  <a:pt x="4998421" y="197857"/>
                  <a:pt x="5054067" y="201992"/>
                </a:cubicBezTo>
                <a:lnTo>
                  <a:pt x="5194406" y="215246"/>
                </a:lnTo>
                <a:lnTo>
                  <a:pt x="5251840" y="215142"/>
                </a:lnTo>
                <a:cubicBezTo>
                  <a:pt x="5511808" y="204773"/>
                  <a:pt x="5646993" y="201168"/>
                  <a:pt x="5837202" y="222529"/>
                </a:cubicBezTo>
                <a:lnTo>
                  <a:pt x="5946657" y="237968"/>
                </a:lnTo>
                <a:lnTo>
                  <a:pt x="5950773" y="238098"/>
                </a:lnTo>
                <a:cubicBezTo>
                  <a:pt x="6191225" y="250202"/>
                  <a:pt x="6359012" y="283742"/>
                  <a:pt x="6485510" y="273305"/>
                </a:cubicBezTo>
                <a:cubicBezTo>
                  <a:pt x="6527675" y="269826"/>
                  <a:pt x="6567715" y="269723"/>
                  <a:pt x="6608443" y="271545"/>
                </a:cubicBezTo>
                <a:lnTo>
                  <a:pt x="6728551" y="280807"/>
                </a:lnTo>
                <a:lnTo>
                  <a:pt x="6952792" y="285979"/>
                </a:lnTo>
                <a:cubicBezTo>
                  <a:pt x="7021071" y="288856"/>
                  <a:pt x="7087323" y="292417"/>
                  <a:pt x="7145860" y="296651"/>
                </a:cubicBezTo>
                <a:lnTo>
                  <a:pt x="7232501" y="305332"/>
                </a:lnTo>
                <a:lnTo>
                  <a:pt x="7283877" y="306748"/>
                </a:lnTo>
                <a:cubicBezTo>
                  <a:pt x="7356429" y="310063"/>
                  <a:pt x="7429921" y="314440"/>
                  <a:pt x="7503858" y="319029"/>
                </a:cubicBezTo>
                <a:lnTo>
                  <a:pt x="7529293" y="320577"/>
                </a:lnTo>
                <a:lnTo>
                  <a:pt x="7559503" y="320688"/>
                </a:lnTo>
                <a:lnTo>
                  <a:pt x="7632017" y="321303"/>
                </a:lnTo>
                <a:lnTo>
                  <a:pt x="7639949" y="244636"/>
                </a:lnTo>
                <a:cubicBezTo>
                  <a:pt x="7645569" y="196440"/>
                  <a:pt x="7652304" y="143833"/>
                  <a:pt x="7660358" y="85567"/>
                </a:cubicBezTo>
                <a:lnTo>
                  <a:pt x="7826217" y="100623"/>
                </a:lnTo>
                <a:lnTo>
                  <a:pt x="7928974" y="103170"/>
                </a:lnTo>
                <a:cubicBezTo>
                  <a:pt x="8015404" y="103574"/>
                  <a:pt x="8105327" y="102496"/>
                  <a:pt x="8218538" y="111883"/>
                </a:cubicBezTo>
                <a:cubicBezTo>
                  <a:pt x="8218989" y="431453"/>
                  <a:pt x="8220053" y="621197"/>
                  <a:pt x="8180136" y="926412"/>
                </a:cubicBezTo>
                <a:lnTo>
                  <a:pt x="8178278" y="943843"/>
                </a:lnTo>
                <a:lnTo>
                  <a:pt x="8173736" y="1062167"/>
                </a:lnTo>
                <a:cubicBezTo>
                  <a:pt x="8169456" y="1235006"/>
                  <a:pt x="8156851" y="1368713"/>
                  <a:pt x="8147618" y="1477203"/>
                </a:cubicBezTo>
                <a:lnTo>
                  <a:pt x="8144708" y="1520170"/>
                </a:lnTo>
                <a:lnTo>
                  <a:pt x="8141734" y="1740941"/>
                </a:lnTo>
                <a:cubicBezTo>
                  <a:pt x="8146339" y="1776928"/>
                  <a:pt x="8145361" y="1831626"/>
                  <a:pt x="8141424" y="1899102"/>
                </a:cubicBezTo>
                <a:lnTo>
                  <a:pt x="8136786" y="1959396"/>
                </a:lnTo>
                <a:lnTo>
                  <a:pt x="8131071" y="2211707"/>
                </a:lnTo>
                <a:cubicBezTo>
                  <a:pt x="8125243" y="2353474"/>
                  <a:pt x="8116570" y="2474072"/>
                  <a:pt x="8103332" y="2555469"/>
                </a:cubicBezTo>
                <a:lnTo>
                  <a:pt x="8099278" y="2587267"/>
                </a:lnTo>
                <a:lnTo>
                  <a:pt x="8096932" y="2691225"/>
                </a:lnTo>
                <a:cubicBezTo>
                  <a:pt x="8100773" y="2872731"/>
                  <a:pt x="8098928" y="2954614"/>
                  <a:pt x="8093846" y="3018056"/>
                </a:cubicBezTo>
                <a:lnTo>
                  <a:pt x="8080027" y="3150738"/>
                </a:lnTo>
                <a:lnTo>
                  <a:pt x="8083036" y="3219195"/>
                </a:lnTo>
                <a:cubicBezTo>
                  <a:pt x="8086040" y="3335058"/>
                  <a:pt x="8080539" y="3446250"/>
                  <a:pt x="8052130" y="3641508"/>
                </a:cubicBezTo>
                <a:cubicBezTo>
                  <a:pt x="8059120" y="3781225"/>
                  <a:pt x="8037394" y="3801762"/>
                  <a:pt x="8039329" y="3913017"/>
                </a:cubicBezTo>
                <a:cubicBezTo>
                  <a:pt x="8040296" y="3968645"/>
                  <a:pt x="8036035" y="4011524"/>
                  <a:pt x="8032063" y="4052994"/>
                </a:cubicBezTo>
                <a:lnTo>
                  <a:pt x="8029431" y="4085585"/>
                </a:lnTo>
                <a:lnTo>
                  <a:pt x="8026528" y="4184527"/>
                </a:lnTo>
                <a:cubicBezTo>
                  <a:pt x="8030772" y="4284525"/>
                  <a:pt x="8009404" y="4375527"/>
                  <a:pt x="8013728" y="4456036"/>
                </a:cubicBezTo>
                <a:cubicBezTo>
                  <a:pt x="8016970" y="4516418"/>
                  <a:pt x="8014212" y="4686496"/>
                  <a:pt x="8002683" y="4846645"/>
                </a:cubicBezTo>
                <a:lnTo>
                  <a:pt x="8002656" y="4846925"/>
                </a:lnTo>
                <a:lnTo>
                  <a:pt x="8003183" y="4883288"/>
                </a:lnTo>
                <a:cubicBezTo>
                  <a:pt x="7999644" y="5005226"/>
                  <a:pt x="7982164" y="5041576"/>
                  <a:pt x="7981726" y="5134810"/>
                </a:cubicBezTo>
                <a:cubicBezTo>
                  <a:pt x="7981142" y="5259121"/>
                  <a:pt x="7955897" y="5816941"/>
                  <a:pt x="7936924" y="6085093"/>
                </a:cubicBezTo>
                <a:lnTo>
                  <a:pt x="7912284" y="6383687"/>
                </a:lnTo>
                <a:lnTo>
                  <a:pt x="7917723" y="6492358"/>
                </a:lnTo>
                <a:cubicBezTo>
                  <a:pt x="7923754" y="6573932"/>
                  <a:pt x="7923370" y="6644463"/>
                  <a:pt x="7919551" y="6711786"/>
                </a:cubicBezTo>
                <a:lnTo>
                  <a:pt x="7906986" y="6845714"/>
                </a:lnTo>
                <a:lnTo>
                  <a:pt x="7907143" y="6851964"/>
                </a:lnTo>
                <a:cubicBezTo>
                  <a:pt x="7905559" y="6945703"/>
                  <a:pt x="7893759" y="7054790"/>
                  <a:pt x="7882554" y="7165023"/>
                </a:cubicBezTo>
                <a:lnTo>
                  <a:pt x="7873262" y="7274902"/>
                </a:lnTo>
                <a:lnTo>
                  <a:pt x="7873080" y="7278994"/>
                </a:lnTo>
                <a:cubicBezTo>
                  <a:pt x="7871898" y="7329121"/>
                  <a:pt x="7871721" y="7383344"/>
                  <a:pt x="7872920" y="7442641"/>
                </a:cubicBezTo>
                <a:cubicBezTo>
                  <a:pt x="7878318" y="7709478"/>
                  <a:pt x="7882503" y="7855761"/>
                  <a:pt x="7874424" y="800076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8B53FF68-21F9-4203-909D-5B607DC9ED72}"/>
              </a:ext>
            </a:extLst>
          </p:cNvPr>
          <p:cNvSpPr/>
          <p:nvPr/>
        </p:nvSpPr>
        <p:spPr>
          <a:xfrm rot="16200000">
            <a:off x="4045596" y="701298"/>
            <a:ext cx="4059371" cy="4059371"/>
          </a:xfrm>
          <a:custGeom>
            <a:avLst/>
            <a:gdLst>
              <a:gd name="connsiteX0" fmla="*/ 2508925 w 8343900"/>
              <a:gd name="connsiteY0" fmla="*/ 5552743 h 8343899"/>
              <a:gd name="connsiteX1" fmla="*/ 2272572 w 8343900"/>
              <a:gd name="connsiteY1" fmla="*/ 5765038 h 8343899"/>
              <a:gd name="connsiteX2" fmla="*/ 2267402 w 8343900"/>
              <a:gd name="connsiteY2" fmla="*/ 5759350 h 8343899"/>
              <a:gd name="connsiteX3" fmla="*/ 1936535 w 8343900"/>
              <a:gd name="connsiteY3" fmla="*/ 5234434 h 8343899"/>
              <a:gd name="connsiteX4" fmla="*/ 1936318 w 8343900"/>
              <a:gd name="connsiteY4" fmla="*/ 5233951 h 8343899"/>
              <a:gd name="connsiteX5" fmla="*/ 1916330 w 8343900"/>
              <a:gd name="connsiteY5" fmla="*/ 5202203 h 8343899"/>
              <a:gd name="connsiteX6" fmla="*/ 1723581 w 8343900"/>
              <a:gd name="connsiteY6" fmla="*/ 4758953 h 8343899"/>
              <a:gd name="connsiteX7" fmla="*/ 1700160 w 8343900"/>
              <a:gd name="connsiteY7" fmla="*/ 4639307 h 8343899"/>
              <a:gd name="connsiteX8" fmla="*/ 1681217 w 8343900"/>
              <a:gd name="connsiteY8" fmla="*/ 4636614 h 8343899"/>
              <a:gd name="connsiteX9" fmla="*/ 1408176 w 8343900"/>
              <a:gd name="connsiteY9" fmla="*/ 4565141 h 8343899"/>
              <a:gd name="connsiteX10" fmla="*/ 1405685 w 8343900"/>
              <a:gd name="connsiteY10" fmla="*/ 4563829 h 8343899"/>
              <a:gd name="connsiteX11" fmla="*/ 1388618 w 8343900"/>
              <a:gd name="connsiteY11" fmla="*/ 4559680 h 8343899"/>
              <a:gd name="connsiteX12" fmla="*/ 958342 w 8343900"/>
              <a:gd name="connsiteY12" fmla="*/ 4439538 h 8343899"/>
              <a:gd name="connsiteX13" fmla="*/ 956990 w 8343900"/>
              <a:gd name="connsiteY13" fmla="*/ 4438865 h 8343899"/>
              <a:gd name="connsiteX14" fmla="*/ 938784 w 8343900"/>
              <a:gd name="connsiteY14" fmla="*/ 4434077 h 8343899"/>
              <a:gd name="connsiteX15" fmla="*/ 574054 w 8343900"/>
              <a:gd name="connsiteY15" fmla="*/ 4338287 h 8343899"/>
              <a:gd name="connsiteX16" fmla="*/ 569594 w 8343900"/>
              <a:gd name="connsiteY16" fmla="*/ 4336630 h 8343899"/>
              <a:gd name="connsiteX17" fmla="*/ 559976 w 8343900"/>
              <a:gd name="connsiteY17" fmla="*/ 4335108 h 8343899"/>
              <a:gd name="connsiteX18" fmla="*/ 430276 w 8343900"/>
              <a:gd name="connsiteY18" fmla="*/ 4292091 h 8343899"/>
              <a:gd name="connsiteX19" fmla="*/ 399198 w 8343900"/>
              <a:gd name="connsiteY19" fmla="*/ 4278986 h 8343899"/>
              <a:gd name="connsiteX20" fmla="*/ 379284 w 8343900"/>
              <a:gd name="connsiteY20" fmla="*/ 4273593 h 8343899"/>
              <a:gd name="connsiteX21" fmla="*/ 0 w 8343900"/>
              <a:gd name="connsiteY21" fmla="*/ 4171949 h 8343899"/>
              <a:gd name="connsiteX22" fmla="*/ 445899 w 8343900"/>
              <a:gd name="connsiteY22" fmla="*/ 4038469 h 8343899"/>
              <a:gd name="connsiteX23" fmla="*/ 451472 w 8343900"/>
              <a:gd name="connsiteY23" fmla="*/ 4037521 h 8343899"/>
              <a:gd name="connsiteX24" fmla="*/ 487456 w 8343900"/>
              <a:gd name="connsiteY24" fmla="*/ 4027058 h 8343899"/>
              <a:gd name="connsiteX25" fmla="*/ 547624 w 8343900"/>
              <a:gd name="connsiteY25" fmla="*/ 4019041 h 8343899"/>
              <a:gd name="connsiteX26" fmla="*/ 578247 w 8343900"/>
              <a:gd name="connsiteY26" fmla="*/ 4014912 h 8343899"/>
              <a:gd name="connsiteX27" fmla="*/ 613424 w 8343900"/>
              <a:gd name="connsiteY27" fmla="*/ 4008189 h 8343899"/>
              <a:gd name="connsiteX28" fmla="*/ 678814 w 8343900"/>
              <a:gd name="connsiteY28" fmla="*/ 3989844 h 8343899"/>
              <a:gd name="connsiteX29" fmla="*/ 786325 w 8343900"/>
              <a:gd name="connsiteY29" fmla="*/ 3946056 h 8343899"/>
              <a:gd name="connsiteX30" fmla="*/ 958697 w 8343900"/>
              <a:gd name="connsiteY30" fmla="*/ 3889792 h 8343899"/>
              <a:gd name="connsiteX31" fmla="*/ 968208 w 8343900"/>
              <a:gd name="connsiteY31" fmla="*/ 3889496 h 8343899"/>
              <a:gd name="connsiteX32" fmla="*/ 975763 w 8343900"/>
              <a:gd name="connsiteY32" fmla="*/ 3887856 h 8343899"/>
              <a:gd name="connsiteX33" fmla="*/ 1017016 w 8343900"/>
              <a:gd name="connsiteY33" fmla="*/ 3887977 h 8343899"/>
              <a:gd name="connsiteX34" fmla="*/ 1060711 w 8343900"/>
              <a:gd name="connsiteY34" fmla="*/ 3887394 h 8343899"/>
              <a:gd name="connsiteX35" fmla="*/ 1096790 w 8343900"/>
              <a:gd name="connsiteY35" fmla="*/ 3879287 h 8343899"/>
              <a:gd name="connsiteX36" fmla="*/ 1368555 w 8343900"/>
              <a:gd name="connsiteY36" fmla="*/ 3780472 h 8343899"/>
              <a:gd name="connsiteX37" fmla="*/ 1436702 w 8343900"/>
              <a:gd name="connsiteY37" fmla="*/ 3769535 h 8343899"/>
              <a:gd name="connsiteX38" fmla="*/ 1486408 w 8343900"/>
              <a:gd name="connsiteY38" fmla="*/ 3756913 h 8343899"/>
              <a:gd name="connsiteX39" fmla="*/ 1635389 w 8343900"/>
              <a:gd name="connsiteY39" fmla="*/ 3724422 h 8343899"/>
              <a:gd name="connsiteX40" fmla="*/ 1717550 w 8343900"/>
              <a:gd name="connsiteY40" fmla="*/ 3697995 h 8343899"/>
              <a:gd name="connsiteX41" fmla="*/ 1726913 w 8343900"/>
              <a:gd name="connsiteY41" fmla="*/ 3627373 h 8343899"/>
              <a:gd name="connsiteX42" fmla="*/ 2123741 w 8343900"/>
              <a:gd name="connsiteY42" fmla="*/ 2776664 h 8343899"/>
              <a:gd name="connsiteX43" fmla="*/ 2144315 w 8343900"/>
              <a:gd name="connsiteY43" fmla="*/ 2747424 h 8343899"/>
              <a:gd name="connsiteX44" fmla="*/ 2152613 w 8343900"/>
              <a:gd name="connsiteY44" fmla="*/ 2738869 h 8343899"/>
              <a:gd name="connsiteX45" fmla="*/ 2171563 w 8343900"/>
              <a:gd name="connsiteY45" fmla="*/ 2712711 h 8343899"/>
              <a:gd name="connsiteX46" fmla="*/ 2387669 w 8343900"/>
              <a:gd name="connsiteY46" fmla="*/ 2953307 h 8343899"/>
              <a:gd name="connsiteX47" fmla="*/ 2387016 w 8343900"/>
              <a:gd name="connsiteY47" fmla="*/ 2954181 h 8343899"/>
              <a:gd name="connsiteX48" fmla="*/ 2019573 w 8343900"/>
              <a:gd name="connsiteY48" fmla="*/ 3874432 h 8343899"/>
              <a:gd name="connsiteX49" fmla="*/ 2009289 w 8343900"/>
              <a:gd name="connsiteY49" fmla="*/ 3999744 h 8343899"/>
              <a:gd name="connsiteX50" fmla="*/ 2015040 w 8343900"/>
              <a:gd name="connsiteY50" fmla="*/ 4171949 h 8343899"/>
              <a:gd name="connsiteX51" fmla="*/ 2079216 w 8343900"/>
              <a:gd name="connsiteY51" fmla="*/ 4694456 h 8343899"/>
              <a:gd name="connsiteX52" fmla="*/ 2113405 w 8343900"/>
              <a:gd name="connsiteY52" fmla="*/ 4824773 h 8343899"/>
              <a:gd name="connsiteX53" fmla="*/ 2164255 w 8343900"/>
              <a:gd name="connsiteY53" fmla="*/ 4969557 h 8343899"/>
              <a:gd name="connsiteX54" fmla="*/ 2387016 w 8343900"/>
              <a:gd name="connsiteY54" fmla="*/ 5389718 h 8343899"/>
              <a:gd name="connsiteX55" fmla="*/ 2458218 w 8343900"/>
              <a:gd name="connsiteY55" fmla="*/ 5486855 h 8343899"/>
              <a:gd name="connsiteX56" fmla="*/ 2476572 w 8343900"/>
              <a:gd name="connsiteY56" fmla="*/ 5515960 h 8343899"/>
              <a:gd name="connsiteX57" fmla="*/ 5428320 w 8343900"/>
              <a:gd name="connsiteY57" fmla="*/ 6338534 h 8343899"/>
              <a:gd name="connsiteX58" fmla="*/ 5407306 w 8343900"/>
              <a:gd name="connsiteY58" fmla="*/ 6352132 h 8343899"/>
              <a:gd name="connsiteX59" fmla="*/ 5405314 w 8343900"/>
              <a:gd name="connsiteY59" fmla="*/ 6353276 h 8343899"/>
              <a:gd name="connsiteX60" fmla="*/ 5403585 w 8343900"/>
              <a:gd name="connsiteY60" fmla="*/ 6354383 h 8343899"/>
              <a:gd name="connsiteX61" fmla="*/ 5382617 w 8343900"/>
              <a:gd name="connsiteY61" fmla="*/ 6366300 h 8343899"/>
              <a:gd name="connsiteX62" fmla="*/ 5119392 w 8343900"/>
              <a:gd name="connsiteY62" fmla="*/ 6497275 h 8343899"/>
              <a:gd name="connsiteX63" fmla="*/ 5077545 w 8343900"/>
              <a:gd name="connsiteY63" fmla="*/ 6510439 h 8343899"/>
              <a:gd name="connsiteX64" fmla="*/ 4974576 w 8343900"/>
              <a:gd name="connsiteY64" fmla="*/ 6550659 h 8343899"/>
              <a:gd name="connsiteX65" fmla="*/ 4790460 w 8343900"/>
              <a:gd name="connsiteY65" fmla="*/ 6607703 h 8343899"/>
              <a:gd name="connsiteX66" fmla="*/ 4656817 w 8343900"/>
              <a:gd name="connsiteY66" fmla="*/ 6636019 h 8343899"/>
              <a:gd name="connsiteX67" fmla="*/ 4647619 w 8343900"/>
              <a:gd name="connsiteY67" fmla="*/ 6659962 h 8343899"/>
              <a:gd name="connsiteX68" fmla="*/ 4611480 w 8343900"/>
              <a:gd name="connsiteY68" fmla="*/ 6744255 h 8343899"/>
              <a:gd name="connsiteX69" fmla="*/ 4586986 w 8343900"/>
              <a:gd name="connsiteY69" fmla="*/ 6857491 h 8343899"/>
              <a:gd name="connsiteX70" fmla="*/ 4466844 w 8343900"/>
              <a:gd name="connsiteY70" fmla="*/ 7287767 h 8343899"/>
              <a:gd name="connsiteX71" fmla="*/ 4438300 w 8343900"/>
              <a:gd name="connsiteY71" fmla="*/ 7403764 h 8343899"/>
              <a:gd name="connsiteX72" fmla="*/ 4434109 w 8343900"/>
              <a:gd name="connsiteY72" fmla="*/ 7465387 h 8343899"/>
              <a:gd name="connsiteX73" fmla="*/ 4380545 w 8343900"/>
              <a:gd name="connsiteY73" fmla="*/ 7617112 h 8343899"/>
              <a:gd name="connsiteX74" fmla="*/ 4366681 w 8343900"/>
              <a:gd name="connsiteY74" fmla="*/ 7645751 h 8343899"/>
              <a:gd name="connsiteX75" fmla="*/ 4359613 w 8343900"/>
              <a:gd name="connsiteY75" fmla="*/ 7668581 h 8343899"/>
              <a:gd name="connsiteX76" fmla="*/ 4335780 w 8343900"/>
              <a:gd name="connsiteY76" fmla="*/ 7757159 h 8343899"/>
              <a:gd name="connsiteX77" fmla="*/ 4323364 w 8343900"/>
              <a:gd name="connsiteY77" fmla="*/ 7798395 h 8343899"/>
              <a:gd name="connsiteX78" fmla="*/ 4316180 w 8343900"/>
              <a:gd name="connsiteY78" fmla="*/ 7816433 h 8343899"/>
              <a:gd name="connsiteX79" fmla="*/ 4313936 w 8343900"/>
              <a:gd name="connsiteY79" fmla="*/ 7835391 h 8343899"/>
              <a:gd name="connsiteX80" fmla="*/ 4171950 w 8343900"/>
              <a:gd name="connsiteY80" fmla="*/ 8343899 h 8343899"/>
              <a:gd name="connsiteX81" fmla="*/ 4116729 w 8343900"/>
              <a:gd name="connsiteY81" fmla="*/ 8137901 h 8343899"/>
              <a:gd name="connsiteX82" fmla="*/ 4097180 w 8343900"/>
              <a:gd name="connsiteY82" fmla="*/ 8033229 h 8343899"/>
              <a:gd name="connsiteX83" fmla="*/ 4093643 w 8343900"/>
              <a:gd name="connsiteY83" fmla="*/ 8019015 h 8343899"/>
              <a:gd name="connsiteX84" fmla="*/ 4076217 w 8343900"/>
              <a:gd name="connsiteY84" fmla="*/ 7963233 h 8343899"/>
              <a:gd name="connsiteX85" fmla="*/ 4046347 w 8343900"/>
              <a:gd name="connsiteY85" fmla="*/ 7894065 h 8343899"/>
              <a:gd name="connsiteX86" fmla="*/ 3928625 w 8343900"/>
              <a:gd name="connsiteY86" fmla="*/ 7463792 h 8343899"/>
              <a:gd name="connsiteX87" fmla="*/ 3913593 w 8343900"/>
              <a:gd name="connsiteY87" fmla="*/ 7415325 h 8343899"/>
              <a:gd name="connsiteX88" fmla="*/ 3909822 w 8343900"/>
              <a:gd name="connsiteY88" fmla="*/ 7405115 h 8343899"/>
              <a:gd name="connsiteX89" fmla="*/ 3784219 w 8343900"/>
              <a:gd name="connsiteY89" fmla="*/ 6955281 h 8343899"/>
              <a:gd name="connsiteX90" fmla="*/ 3772927 w 8343900"/>
              <a:gd name="connsiteY90" fmla="*/ 6915381 h 8343899"/>
              <a:gd name="connsiteX91" fmla="*/ 3724695 w 8343900"/>
              <a:gd name="connsiteY91" fmla="*/ 6813267 h 8343899"/>
              <a:gd name="connsiteX92" fmla="*/ 3698209 w 8343900"/>
              <a:gd name="connsiteY92" fmla="*/ 6714540 h 8343899"/>
              <a:gd name="connsiteX93" fmla="*/ 3679421 w 8343900"/>
              <a:gd name="connsiteY93" fmla="*/ 6623862 h 8343899"/>
              <a:gd name="connsiteX94" fmla="*/ 3509568 w 8343900"/>
              <a:gd name="connsiteY94" fmla="*/ 6588944 h 8343899"/>
              <a:gd name="connsiteX95" fmla="*/ 2605688 w 8343900"/>
              <a:gd name="connsiteY95" fmla="*/ 6097637 h 8343899"/>
              <a:gd name="connsiteX96" fmla="*/ 2567800 w 8343900"/>
              <a:gd name="connsiteY96" fmla="*/ 6063201 h 8343899"/>
              <a:gd name="connsiteX97" fmla="*/ 2804952 w 8343900"/>
              <a:gd name="connsiteY97" fmla="*/ 5850188 h 8343899"/>
              <a:gd name="connsiteX98" fmla="*/ 2807648 w 8343900"/>
              <a:gd name="connsiteY98" fmla="*/ 5852638 h 8343899"/>
              <a:gd name="connsiteX99" fmla="*/ 4193090 w 8343900"/>
              <a:gd name="connsiteY99" fmla="*/ 6349999 h 8343899"/>
              <a:gd name="connsiteX100" fmla="*/ 4432426 w 8343900"/>
              <a:gd name="connsiteY100" fmla="*/ 6326107 h 8343899"/>
              <a:gd name="connsiteX101" fmla="*/ 4555818 w 8343900"/>
              <a:gd name="connsiteY101" fmla="*/ 6311703 h 8343899"/>
              <a:gd name="connsiteX102" fmla="*/ 4666440 w 8343900"/>
              <a:gd name="connsiteY102" fmla="*/ 6295516 h 8343899"/>
              <a:gd name="connsiteX103" fmla="*/ 5040885 w 8343900"/>
              <a:gd name="connsiteY103" fmla="*/ 6178837 h 8343899"/>
              <a:gd name="connsiteX104" fmla="*/ 5088910 w 8343900"/>
              <a:gd name="connsiteY104" fmla="*/ 6154465 h 8343899"/>
              <a:gd name="connsiteX105" fmla="*/ 5117464 w 8343900"/>
              <a:gd name="connsiteY105" fmla="*/ 6144139 h 8343899"/>
              <a:gd name="connsiteX106" fmla="*/ 5136394 w 8343900"/>
              <a:gd name="connsiteY106" fmla="*/ 6137029 h 8343899"/>
              <a:gd name="connsiteX107" fmla="*/ 5156919 w 8343900"/>
              <a:gd name="connsiteY107" fmla="*/ 6128760 h 8343899"/>
              <a:gd name="connsiteX108" fmla="*/ 5169818 w 8343900"/>
              <a:gd name="connsiteY108" fmla="*/ 6123384 h 8343899"/>
              <a:gd name="connsiteX109" fmla="*/ 5211189 w 8343900"/>
              <a:gd name="connsiteY109" fmla="*/ 6096797 h 8343899"/>
              <a:gd name="connsiteX110" fmla="*/ 5327107 w 8343900"/>
              <a:gd name="connsiteY110" fmla="*/ 6232305 h 8343899"/>
              <a:gd name="connsiteX111" fmla="*/ 5332670 w 8343900"/>
              <a:gd name="connsiteY111" fmla="*/ 6239472 h 8343899"/>
              <a:gd name="connsiteX112" fmla="*/ 5377121 w 8343900"/>
              <a:gd name="connsiteY112" fmla="*/ 6292920 h 8343899"/>
              <a:gd name="connsiteX113" fmla="*/ 5428320 w 8343900"/>
              <a:gd name="connsiteY113" fmla="*/ 6338534 h 8343899"/>
              <a:gd name="connsiteX114" fmla="*/ 5981566 w 8343900"/>
              <a:gd name="connsiteY114" fmla="*/ 2433577 h 8343899"/>
              <a:gd name="connsiteX115" fmla="*/ 5745625 w 8343900"/>
              <a:gd name="connsiteY115" fmla="*/ 2645502 h 8343899"/>
              <a:gd name="connsiteX116" fmla="*/ 5733204 w 8343900"/>
              <a:gd name="connsiteY116" fmla="*/ 2631835 h 8343899"/>
              <a:gd name="connsiteX117" fmla="*/ 4854552 w 8343900"/>
              <a:gd name="connsiteY117" fmla="*/ 2120330 h 8343899"/>
              <a:gd name="connsiteX118" fmla="*/ 4701462 w 8343900"/>
              <a:gd name="connsiteY118" fmla="*/ 2072196 h 8343899"/>
              <a:gd name="connsiteX119" fmla="*/ 4671369 w 8343900"/>
              <a:gd name="connsiteY119" fmla="*/ 2064494 h 8343899"/>
              <a:gd name="connsiteX120" fmla="*/ 4193090 w 8343900"/>
              <a:gd name="connsiteY120" fmla="*/ 1993900 h 8343899"/>
              <a:gd name="connsiteX121" fmla="*/ 3480529 w 8343900"/>
              <a:gd name="connsiteY121" fmla="*/ 2125211 h 8343899"/>
              <a:gd name="connsiteX122" fmla="*/ 3323124 w 8343900"/>
              <a:gd name="connsiteY122" fmla="*/ 2175377 h 8343899"/>
              <a:gd name="connsiteX123" fmla="*/ 3169267 w 8343900"/>
              <a:gd name="connsiteY123" fmla="*/ 2253258 h 8343899"/>
              <a:gd name="connsiteX124" fmla="*/ 2807648 w 8343900"/>
              <a:gd name="connsiteY124" fmla="*/ 2491260 h 8343899"/>
              <a:gd name="connsiteX125" fmla="*/ 2658087 w 8343900"/>
              <a:gd name="connsiteY125" fmla="*/ 2627190 h 8343899"/>
              <a:gd name="connsiteX126" fmla="*/ 2598337 w 8343900"/>
              <a:gd name="connsiteY126" fmla="*/ 2567361 h 8343899"/>
              <a:gd name="connsiteX127" fmla="*/ 2580219 w 8343900"/>
              <a:gd name="connsiteY127" fmla="*/ 2540834 h 8343899"/>
              <a:gd name="connsiteX128" fmla="*/ 2534335 w 8343900"/>
              <a:gd name="connsiteY128" fmla="*/ 2489658 h 8343899"/>
              <a:gd name="connsiteX129" fmla="*/ 2446162 w 8343900"/>
              <a:gd name="connsiteY129" fmla="*/ 2391249 h 8343899"/>
              <a:gd name="connsiteX130" fmla="*/ 2527329 w 8343900"/>
              <a:gd name="connsiteY130" fmla="*/ 2314144 h 8343899"/>
              <a:gd name="connsiteX131" fmla="*/ 2556975 w 8343900"/>
              <a:gd name="connsiteY131" fmla="*/ 2293161 h 8343899"/>
              <a:gd name="connsiteX132" fmla="*/ 2564239 w 8343900"/>
              <a:gd name="connsiteY132" fmla="*/ 2286993 h 8343899"/>
              <a:gd name="connsiteX133" fmla="*/ 2605688 w 8343900"/>
              <a:gd name="connsiteY133" fmla="*/ 2246262 h 8343899"/>
              <a:gd name="connsiteX134" fmla="*/ 3509491 w 8343900"/>
              <a:gd name="connsiteY134" fmla="*/ 1711056 h 8343899"/>
              <a:gd name="connsiteX135" fmla="*/ 3680797 w 8343900"/>
              <a:gd name="connsiteY135" fmla="*/ 1688855 h 8343899"/>
              <a:gd name="connsiteX136" fmla="*/ 3720628 w 8343900"/>
              <a:gd name="connsiteY136" fmla="*/ 1588237 h 8343899"/>
              <a:gd name="connsiteX137" fmla="*/ 3772562 w 8343900"/>
              <a:gd name="connsiteY137" fmla="*/ 1429972 h 8343899"/>
              <a:gd name="connsiteX138" fmla="*/ 3789304 w 8343900"/>
              <a:gd name="connsiteY138" fmla="*/ 1368625 h 8343899"/>
              <a:gd name="connsiteX139" fmla="*/ 3812099 w 8343900"/>
              <a:gd name="connsiteY139" fmla="*/ 1284448 h 8343899"/>
              <a:gd name="connsiteX140" fmla="*/ 3866366 w 8343900"/>
              <a:gd name="connsiteY140" fmla="*/ 1096750 h 8343899"/>
              <a:gd name="connsiteX141" fmla="*/ 3887792 w 8343900"/>
              <a:gd name="connsiteY141" fmla="*/ 1018169 h 8343899"/>
              <a:gd name="connsiteX142" fmla="*/ 3887978 w 8343900"/>
              <a:gd name="connsiteY142" fmla="*/ 1017016 h 8343899"/>
              <a:gd name="connsiteX143" fmla="*/ 4019042 w 8343900"/>
              <a:gd name="connsiteY143" fmla="*/ 547623 h 8343899"/>
              <a:gd name="connsiteX144" fmla="*/ 4027067 w 8343900"/>
              <a:gd name="connsiteY144" fmla="*/ 512261 h 8343899"/>
              <a:gd name="connsiteX145" fmla="*/ 4034169 w 8343900"/>
              <a:gd name="connsiteY145" fmla="*/ 468481 h 8343899"/>
              <a:gd name="connsiteX146" fmla="*/ 4171950 w 8343900"/>
              <a:gd name="connsiteY146" fmla="*/ 0 h 8343899"/>
              <a:gd name="connsiteX147" fmla="*/ 4313936 w 8343900"/>
              <a:gd name="connsiteY147" fmla="*/ 508508 h 8343899"/>
              <a:gd name="connsiteX148" fmla="*/ 4319816 w 8343900"/>
              <a:gd name="connsiteY148" fmla="*/ 528921 h 8343899"/>
              <a:gd name="connsiteX149" fmla="*/ 4348204 w 8343900"/>
              <a:gd name="connsiteY149" fmla="*/ 586816 h 8343899"/>
              <a:gd name="connsiteX150" fmla="*/ 4387925 w 8343900"/>
              <a:gd name="connsiteY150" fmla="*/ 787266 h 8343899"/>
              <a:gd name="connsiteX151" fmla="*/ 4400935 w 8343900"/>
              <a:gd name="connsiteY151" fmla="*/ 865567 h 8343899"/>
              <a:gd name="connsiteX152" fmla="*/ 4410526 w 8343900"/>
              <a:gd name="connsiteY152" fmla="*/ 891030 h 8343899"/>
              <a:gd name="connsiteX153" fmla="*/ 4434078 w 8343900"/>
              <a:gd name="connsiteY153" fmla="*/ 938783 h 8343899"/>
              <a:gd name="connsiteX154" fmla="*/ 4473233 w 8343900"/>
              <a:gd name="connsiteY154" fmla="*/ 1050442 h 8343899"/>
              <a:gd name="connsiteX155" fmla="*/ 4475441 w 8343900"/>
              <a:gd name="connsiteY155" fmla="*/ 1063864 h 8343899"/>
              <a:gd name="connsiteX156" fmla="*/ 4493127 w 8343900"/>
              <a:gd name="connsiteY156" fmla="*/ 1098197 h 8343899"/>
              <a:gd name="connsiteX157" fmla="*/ 4516297 w 8343900"/>
              <a:gd name="connsiteY157" fmla="*/ 1180377 h 8343899"/>
              <a:gd name="connsiteX158" fmla="*/ 4554145 w 8343900"/>
              <a:gd name="connsiteY158" fmla="*/ 1395110 h 8343899"/>
              <a:gd name="connsiteX159" fmla="*/ 4570603 w 8343900"/>
              <a:gd name="connsiteY159" fmla="*/ 1427734 h 8343899"/>
              <a:gd name="connsiteX160" fmla="*/ 4631091 w 8343900"/>
              <a:gd name="connsiteY160" fmla="*/ 1617935 h 8343899"/>
              <a:gd name="connsiteX161" fmla="*/ 4641404 w 8343900"/>
              <a:gd name="connsiteY161" fmla="*/ 1700341 h 8343899"/>
              <a:gd name="connsiteX162" fmla="*/ 4697906 w 8343900"/>
              <a:gd name="connsiteY162" fmla="*/ 1707982 h 8343899"/>
              <a:gd name="connsiteX163" fmla="*/ 5157418 w 8343900"/>
              <a:gd name="connsiteY163" fmla="*/ 1862946 h 8343899"/>
              <a:gd name="connsiteX164" fmla="*/ 5231870 w 8343900"/>
              <a:gd name="connsiteY164" fmla="*/ 1902292 h 8343899"/>
              <a:gd name="connsiteX165" fmla="*/ 5393582 w 8343900"/>
              <a:gd name="connsiteY165" fmla="*/ 1961815 h 8343899"/>
              <a:gd name="connsiteX166" fmla="*/ 5957710 w 8343900"/>
              <a:gd name="connsiteY166" fmla="*/ 2407329 h 8343899"/>
              <a:gd name="connsiteX167" fmla="*/ 5981566 w 8343900"/>
              <a:gd name="connsiteY167" fmla="*/ 2433577 h 8343899"/>
              <a:gd name="connsiteX168" fmla="*/ 8343900 w 8343900"/>
              <a:gd name="connsiteY168" fmla="*/ 4171949 h 8343899"/>
              <a:gd name="connsiteX169" fmla="*/ 8126963 w 8343900"/>
              <a:gd name="connsiteY169" fmla="*/ 4238810 h 8343899"/>
              <a:gd name="connsiteX170" fmla="*/ 8103601 w 8343900"/>
              <a:gd name="connsiteY170" fmla="*/ 4242158 h 8343899"/>
              <a:gd name="connsiteX171" fmla="*/ 8003131 w 8343900"/>
              <a:gd name="connsiteY171" fmla="*/ 4263512 h 8343899"/>
              <a:gd name="connsiteX172" fmla="*/ 7913624 w 8343900"/>
              <a:gd name="connsiteY172" fmla="*/ 4292091 h 8343899"/>
              <a:gd name="connsiteX173" fmla="*/ 7774874 w 8343900"/>
              <a:gd name="connsiteY173" fmla="*/ 4335725 h 8343899"/>
              <a:gd name="connsiteX174" fmla="*/ 7753851 w 8343900"/>
              <a:gd name="connsiteY174" fmla="*/ 4339113 h 8343899"/>
              <a:gd name="connsiteX175" fmla="*/ 7723335 w 8343900"/>
              <a:gd name="connsiteY175" fmla="*/ 4346366 h 8343899"/>
              <a:gd name="connsiteX176" fmla="*/ 7444232 w 8343900"/>
              <a:gd name="connsiteY176" fmla="*/ 4423155 h 8343899"/>
              <a:gd name="connsiteX177" fmla="*/ 7423270 w 8343900"/>
              <a:gd name="connsiteY177" fmla="*/ 4429544 h 8343899"/>
              <a:gd name="connsiteX178" fmla="*/ 7383432 w 8343900"/>
              <a:gd name="connsiteY178" fmla="*/ 4455880 h 8343899"/>
              <a:gd name="connsiteX179" fmla="*/ 7239790 w 8343900"/>
              <a:gd name="connsiteY179" fmla="*/ 4486028 h 8343899"/>
              <a:gd name="connsiteX180" fmla="*/ 7210756 w 8343900"/>
              <a:gd name="connsiteY180" fmla="*/ 4488978 h 8343899"/>
              <a:gd name="connsiteX181" fmla="*/ 7154619 w 8343900"/>
              <a:gd name="connsiteY181" fmla="*/ 4502496 h 8343899"/>
              <a:gd name="connsiteX182" fmla="*/ 7033128 w 8343900"/>
              <a:gd name="connsiteY182" fmla="*/ 4531833 h 8343899"/>
              <a:gd name="connsiteX183" fmla="*/ 6994398 w 8343900"/>
              <a:gd name="connsiteY183" fmla="*/ 4548758 h 8343899"/>
              <a:gd name="connsiteX184" fmla="*/ 6682085 w 8343900"/>
              <a:gd name="connsiteY184" fmla="*/ 4644917 h 8343899"/>
              <a:gd name="connsiteX185" fmla="*/ 6630532 w 8343900"/>
              <a:gd name="connsiteY185" fmla="*/ 4655547 h 8343899"/>
              <a:gd name="connsiteX186" fmla="*/ 6594044 w 8343900"/>
              <a:gd name="connsiteY186" fmla="*/ 4795756 h 8343899"/>
              <a:gd name="connsiteX187" fmla="*/ 6526035 w 8343900"/>
              <a:gd name="connsiteY187" fmla="*/ 4982261 h 8343899"/>
              <a:gd name="connsiteX188" fmla="*/ 6523940 w 8343900"/>
              <a:gd name="connsiteY188" fmla="*/ 4986615 h 8343899"/>
              <a:gd name="connsiteX189" fmla="*/ 6493463 w 8343900"/>
              <a:gd name="connsiteY189" fmla="*/ 5094093 h 8343899"/>
              <a:gd name="connsiteX190" fmla="*/ 5780491 w 8343900"/>
              <a:gd name="connsiteY190" fmla="*/ 6097637 h 8343899"/>
              <a:gd name="connsiteX191" fmla="*/ 5777375 w 8343900"/>
              <a:gd name="connsiteY191" fmla="*/ 6099966 h 8343899"/>
              <a:gd name="connsiteX192" fmla="*/ 5633955 w 8343900"/>
              <a:gd name="connsiteY192" fmla="*/ 5927401 h 8343899"/>
              <a:gd name="connsiteX193" fmla="*/ 5604490 w 8343900"/>
              <a:gd name="connsiteY193" fmla="*/ 5896320 h 8343899"/>
              <a:gd name="connsiteX194" fmla="*/ 5564588 w 8343900"/>
              <a:gd name="connsiteY194" fmla="*/ 5863065 h 8343899"/>
              <a:gd name="connsiteX195" fmla="*/ 5578532 w 8343900"/>
              <a:gd name="connsiteY195" fmla="*/ 5852638 h 8343899"/>
              <a:gd name="connsiteX196" fmla="*/ 6281845 w 8343900"/>
              <a:gd name="connsiteY196" fmla="*/ 4712303 h 8343899"/>
              <a:gd name="connsiteX197" fmla="*/ 6322582 w 8343900"/>
              <a:gd name="connsiteY197" fmla="*/ 4530162 h 8343899"/>
              <a:gd name="connsiteX198" fmla="*/ 6347086 w 8343900"/>
              <a:gd name="connsiteY198" fmla="*/ 4396020 h 8343899"/>
              <a:gd name="connsiteX199" fmla="*/ 6371140 w 8343900"/>
              <a:gd name="connsiteY199" fmla="*/ 4171949 h 8343899"/>
              <a:gd name="connsiteX200" fmla="*/ 6244762 w 8343900"/>
              <a:gd name="connsiteY200" fmla="*/ 3464109 h 8343899"/>
              <a:gd name="connsiteX201" fmla="*/ 6211873 w 8343900"/>
              <a:gd name="connsiteY201" fmla="*/ 3350837 h 8343899"/>
              <a:gd name="connsiteX202" fmla="*/ 6168434 w 8343900"/>
              <a:gd name="connsiteY202" fmla="*/ 3251005 h 8343899"/>
              <a:gd name="connsiteX203" fmla="*/ 6108261 w 8343900"/>
              <a:gd name="connsiteY203" fmla="*/ 3133761 h 8343899"/>
              <a:gd name="connsiteX204" fmla="*/ 6009748 w 8343900"/>
              <a:gd name="connsiteY204" fmla="*/ 2971604 h 8343899"/>
              <a:gd name="connsiteX205" fmla="*/ 6248111 w 8343900"/>
              <a:gd name="connsiteY205" fmla="*/ 2757503 h 8343899"/>
              <a:gd name="connsiteX206" fmla="*/ 6262439 w 8343900"/>
              <a:gd name="connsiteY206" fmla="*/ 2776664 h 8343899"/>
              <a:gd name="connsiteX207" fmla="*/ 6658752 w 8343900"/>
              <a:gd name="connsiteY207" fmla="*/ 3593042 h 8343899"/>
              <a:gd name="connsiteX208" fmla="*/ 6678545 w 8343900"/>
              <a:gd name="connsiteY208" fmla="*/ 3707443 h 8343899"/>
              <a:gd name="connsiteX209" fmla="*/ 6702225 w 8343900"/>
              <a:gd name="connsiteY209" fmla="*/ 3715341 h 8343899"/>
              <a:gd name="connsiteX210" fmla="*/ 6797905 w 8343900"/>
              <a:gd name="connsiteY210" fmla="*/ 3743204 h 8343899"/>
              <a:gd name="connsiteX211" fmla="*/ 6850687 w 8343900"/>
              <a:gd name="connsiteY211" fmla="*/ 3755989 h 8343899"/>
              <a:gd name="connsiteX212" fmla="*/ 6857492 w 8343900"/>
              <a:gd name="connsiteY212" fmla="*/ 3756913 h 8343899"/>
              <a:gd name="connsiteX213" fmla="*/ 7124976 w 8343900"/>
              <a:gd name="connsiteY213" fmla="*/ 3825498 h 8343899"/>
              <a:gd name="connsiteX214" fmla="*/ 7161717 w 8343900"/>
              <a:gd name="connsiteY214" fmla="*/ 3839630 h 8343899"/>
              <a:gd name="connsiteX215" fmla="*/ 7237365 w 8343900"/>
              <a:gd name="connsiteY215" fmla="*/ 3863253 h 8343899"/>
              <a:gd name="connsiteX216" fmla="*/ 7346442 w 8343900"/>
              <a:gd name="connsiteY216" fmla="*/ 3893438 h 8343899"/>
              <a:gd name="connsiteX217" fmla="*/ 7356648 w 8343900"/>
              <a:gd name="connsiteY217" fmla="*/ 3896701 h 8343899"/>
              <a:gd name="connsiteX218" fmla="*/ 7366000 w 8343900"/>
              <a:gd name="connsiteY218" fmla="*/ 3898899 h 8343899"/>
              <a:gd name="connsiteX219" fmla="*/ 7776761 w 8343900"/>
              <a:gd name="connsiteY219" fmla="*/ 4015372 h 8343899"/>
              <a:gd name="connsiteX220" fmla="*/ 7789230 w 8343900"/>
              <a:gd name="connsiteY220" fmla="*/ 4019086 h 8343899"/>
              <a:gd name="connsiteX221" fmla="*/ 7796276 w 8343900"/>
              <a:gd name="connsiteY221" fmla="*/ 4019041 h 8343899"/>
              <a:gd name="connsiteX222" fmla="*/ 8343900 w 8343900"/>
              <a:gd name="connsiteY222" fmla="*/ 4171949 h 834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</a:cxnLst>
            <a:rect l="l" t="t" r="r" b="b"/>
            <a:pathLst>
              <a:path w="8343900" h="8343899">
                <a:moveTo>
                  <a:pt x="2508925" y="5552743"/>
                </a:moveTo>
                <a:cubicBezTo>
                  <a:pt x="2475440" y="5622842"/>
                  <a:pt x="2333644" y="5697008"/>
                  <a:pt x="2272572" y="5765038"/>
                </a:cubicBezTo>
                <a:cubicBezTo>
                  <a:pt x="2270451" y="5763646"/>
                  <a:pt x="2269973" y="5761807"/>
                  <a:pt x="2267402" y="5759350"/>
                </a:cubicBezTo>
                <a:cubicBezTo>
                  <a:pt x="2152221" y="5614218"/>
                  <a:pt x="2034979" y="5433333"/>
                  <a:pt x="1936535" y="5234434"/>
                </a:cubicBezTo>
                <a:lnTo>
                  <a:pt x="1936318" y="5233951"/>
                </a:lnTo>
                <a:lnTo>
                  <a:pt x="1916330" y="5202203"/>
                </a:lnTo>
                <a:cubicBezTo>
                  <a:pt x="1832209" y="5061445"/>
                  <a:pt x="1764003" y="4922179"/>
                  <a:pt x="1723581" y="4758953"/>
                </a:cubicBezTo>
                <a:lnTo>
                  <a:pt x="1700160" y="4639307"/>
                </a:lnTo>
                <a:lnTo>
                  <a:pt x="1681217" y="4636614"/>
                </a:lnTo>
                <a:cubicBezTo>
                  <a:pt x="1585694" y="4624303"/>
                  <a:pt x="1490428" y="4613652"/>
                  <a:pt x="1408176" y="4565141"/>
                </a:cubicBezTo>
                <a:lnTo>
                  <a:pt x="1405685" y="4563829"/>
                </a:lnTo>
                <a:lnTo>
                  <a:pt x="1388618" y="4559680"/>
                </a:lnTo>
                <a:cubicBezTo>
                  <a:pt x="1180012" y="4496663"/>
                  <a:pt x="1150878" y="4552276"/>
                  <a:pt x="958342" y="4439538"/>
                </a:cubicBezTo>
                <a:lnTo>
                  <a:pt x="956990" y="4438865"/>
                </a:lnTo>
                <a:lnTo>
                  <a:pt x="938784" y="4434077"/>
                </a:lnTo>
                <a:cubicBezTo>
                  <a:pt x="753834" y="4379716"/>
                  <a:pt x="711721" y="4386469"/>
                  <a:pt x="574054" y="4338287"/>
                </a:cubicBezTo>
                <a:lnTo>
                  <a:pt x="569594" y="4336630"/>
                </a:lnTo>
                <a:lnTo>
                  <a:pt x="559976" y="4335108"/>
                </a:lnTo>
                <a:cubicBezTo>
                  <a:pt x="517260" y="4326111"/>
                  <a:pt x="474285" y="4313325"/>
                  <a:pt x="430276" y="4292091"/>
                </a:cubicBezTo>
                <a:lnTo>
                  <a:pt x="399198" y="4278986"/>
                </a:lnTo>
                <a:lnTo>
                  <a:pt x="379284" y="4273593"/>
                </a:lnTo>
                <a:cubicBezTo>
                  <a:pt x="262495" y="4245985"/>
                  <a:pt x="171277" y="4245461"/>
                  <a:pt x="0" y="4171949"/>
                </a:cubicBezTo>
                <a:cubicBezTo>
                  <a:pt x="195496" y="4125856"/>
                  <a:pt x="270131" y="4073647"/>
                  <a:pt x="445899" y="4038469"/>
                </a:cubicBezTo>
                <a:lnTo>
                  <a:pt x="451472" y="4037521"/>
                </a:lnTo>
                <a:lnTo>
                  <a:pt x="487456" y="4027058"/>
                </a:lnTo>
                <a:cubicBezTo>
                  <a:pt x="506792" y="4022821"/>
                  <a:pt x="526689" y="4020001"/>
                  <a:pt x="547624" y="4019041"/>
                </a:cubicBezTo>
                <a:lnTo>
                  <a:pt x="578247" y="4014912"/>
                </a:lnTo>
                <a:lnTo>
                  <a:pt x="613424" y="4008189"/>
                </a:lnTo>
                <a:lnTo>
                  <a:pt x="678814" y="3989844"/>
                </a:lnTo>
                <a:lnTo>
                  <a:pt x="786325" y="3946056"/>
                </a:lnTo>
                <a:cubicBezTo>
                  <a:pt x="843935" y="3921057"/>
                  <a:pt x="900793" y="3897457"/>
                  <a:pt x="958697" y="3889792"/>
                </a:cubicBezTo>
                <a:lnTo>
                  <a:pt x="968208" y="3889496"/>
                </a:lnTo>
                <a:lnTo>
                  <a:pt x="975763" y="3887856"/>
                </a:lnTo>
                <a:cubicBezTo>
                  <a:pt x="990217" y="3886082"/>
                  <a:pt x="1003933" y="3885980"/>
                  <a:pt x="1017016" y="3887977"/>
                </a:cubicBezTo>
                <a:lnTo>
                  <a:pt x="1060711" y="3887394"/>
                </a:lnTo>
                <a:lnTo>
                  <a:pt x="1096790" y="3879287"/>
                </a:lnTo>
                <a:cubicBezTo>
                  <a:pt x="1165995" y="3857640"/>
                  <a:pt x="1246180" y="3807044"/>
                  <a:pt x="1368555" y="3780472"/>
                </a:cubicBezTo>
                <a:lnTo>
                  <a:pt x="1436702" y="3769535"/>
                </a:lnTo>
                <a:lnTo>
                  <a:pt x="1486408" y="3756913"/>
                </a:lnTo>
                <a:cubicBezTo>
                  <a:pt x="1540906" y="3748509"/>
                  <a:pt x="1590236" y="3737080"/>
                  <a:pt x="1635389" y="3724422"/>
                </a:cubicBezTo>
                <a:lnTo>
                  <a:pt x="1717550" y="3697995"/>
                </a:lnTo>
                <a:lnTo>
                  <a:pt x="1726913" y="3627373"/>
                </a:lnTo>
                <a:cubicBezTo>
                  <a:pt x="1783722" y="3280158"/>
                  <a:pt x="1914226" y="2953984"/>
                  <a:pt x="2123741" y="2776664"/>
                </a:cubicBezTo>
                <a:cubicBezTo>
                  <a:pt x="2127494" y="2763686"/>
                  <a:pt x="2135348" y="2756011"/>
                  <a:pt x="2144315" y="2747424"/>
                </a:cubicBezTo>
                <a:lnTo>
                  <a:pt x="2152613" y="2738869"/>
                </a:lnTo>
                <a:lnTo>
                  <a:pt x="2171563" y="2712711"/>
                </a:lnTo>
                <a:cubicBezTo>
                  <a:pt x="2261285" y="2787449"/>
                  <a:pt x="2286571" y="2850048"/>
                  <a:pt x="2387669" y="2953307"/>
                </a:cubicBezTo>
                <a:cubicBezTo>
                  <a:pt x="2387535" y="2953497"/>
                  <a:pt x="2387219" y="2953755"/>
                  <a:pt x="2387016" y="2954181"/>
                </a:cubicBezTo>
                <a:cubicBezTo>
                  <a:pt x="2217325" y="3202575"/>
                  <a:pt x="2063905" y="3558287"/>
                  <a:pt x="2019573" y="3874432"/>
                </a:cubicBezTo>
                <a:lnTo>
                  <a:pt x="2009289" y="3999744"/>
                </a:lnTo>
                <a:lnTo>
                  <a:pt x="2015040" y="4171949"/>
                </a:lnTo>
                <a:cubicBezTo>
                  <a:pt x="2022135" y="4359981"/>
                  <a:pt x="2043240" y="4533889"/>
                  <a:pt x="2079216" y="4694456"/>
                </a:cubicBezTo>
                <a:lnTo>
                  <a:pt x="2113405" y="4824773"/>
                </a:lnTo>
                <a:lnTo>
                  <a:pt x="2164255" y="4969557"/>
                </a:lnTo>
                <a:cubicBezTo>
                  <a:pt x="2226184" y="5127747"/>
                  <a:pt x="2303035" y="5274302"/>
                  <a:pt x="2387016" y="5389718"/>
                </a:cubicBezTo>
                <a:cubicBezTo>
                  <a:pt x="2419238" y="5422165"/>
                  <a:pt x="2440435" y="5457114"/>
                  <a:pt x="2458218" y="5486855"/>
                </a:cubicBezTo>
                <a:lnTo>
                  <a:pt x="2476572" y="5515960"/>
                </a:lnTo>
                <a:close/>
                <a:moveTo>
                  <a:pt x="5428320" y="6338534"/>
                </a:moveTo>
                <a:cubicBezTo>
                  <a:pt x="5421356" y="6345054"/>
                  <a:pt x="5414638" y="6348546"/>
                  <a:pt x="5407306" y="6352132"/>
                </a:cubicBezTo>
                <a:lnTo>
                  <a:pt x="5405314" y="6353276"/>
                </a:lnTo>
                <a:lnTo>
                  <a:pt x="5403585" y="6354383"/>
                </a:lnTo>
                <a:cubicBezTo>
                  <a:pt x="5396168" y="6357705"/>
                  <a:pt x="5389378" y="6360372"/>
                  <a:pt x="5382617" y="6366300"/>
                </a:cubicBezTo>
                <a:cubicBezTo>
                  <a:pt x="5305316" y="6419376"/>
                  <a:pt x="5215913" y="6462227"/>
                  <a:pt x="5119392" y="6497275"/>
                </a:cubicBezTo>
                <a:lnTo>
                  <a:pt x="5077545" y="6510439"/>
                </a:lnTo>
                <a:lnTo>
                  <a:pt x="4974576" y="6550659"/>
                </a:lnTo>
                <a:cubicBezTo>
                  <a:pt x="4914537" y="6572045"/>
                  <a:pt x="4853144" y="6591240"/>
                  <a:pt x="4790460" y="6607703"/>
                </a:cubicBezTo>
                <a:lnTo>
                  <a:pt x="4656817" y="6636019"/>
                </a:lnTo>
                <a:lnTo>
                  <a:pt x="4647619" y="6659962"/>
                </a:lnTo>
                <a:lnTo>
                  <a:pt x="4611480" y="6744255"/>
                </a:lnTo>
                <a:lnTo>
                  <a:pt x="4586986" y="6857491"/>
                </a:lnTo>
                <a:cubicBezTo>
                  <a:pt x="4598229" y="6974129"/>
                  <a:pt x="4507071" y="7096517"/>
                  <a:pt x="4466844" y="7287767"/>
                </a:cubicBezTo>
                <a:lnTo>
                  <a:pt x="4438300" y="7403764"/>
                </a:lnTo>
                <a:lnTo>
                  <a:pt x="4434109" y="7465387"/>
                </a:lnTo>
                <a:cubicBezTo>
                  <a:pt x="4424344" y="7534947"/>
                  <a:pt x="4402801" y="7576652"/>
                  <a:pt x="4380545" y="7617112"/>
                </a:cubicBezTo>
                <a:lnTo>
                  <a:pt x="4366681" y="7645751"/>
                </a:lnTo>
                <a:lnTo>
                  <a:pt x="4359613" y="7668581"/>
                </a:lnTo>
                <a:cubicBezTo>
                  <a:pt x="4349468" y="7702327"/>
                  <a:pt x="4341120" y="7732193"/>
                  <a:pt x="4335780" y="7757159"/>
                </a:cubicBezTo>
                <a:cubicBezTo>
                  <a:pt x="4333110" y="7769641"/>
                  <a:pt x="4328835" y="7783353"/>
                  <a:pt x="4323364" y="7798395"/>
                </a:cubicBezTo>
                <a:lnTo>
                  <a:pt x="4316180" y="7816433"/>
                </a:lnTo>
                <a:lnTo>
                  <a:pt x="4313936" y="7835391"/>
                </a:lnTo>
                <a:cubicBezTo>
                  <a:pt x="4301958" y="8060586"/>
                  <a:pt x="4231838" y="8104996"/>
                  <a:pt x="4171950" y="8343899"/>
                </a:cubicBezTo>
                <a:cubicBezTo>
                  <a:pt x="4134018" y="8272067"/>
                  <a:pt x="4126637" y="8208137"/>
                  <a:pt x="4116729" y="8137901"/>
                </a:cubicBezTo>
                <a:lnTo>
                  <a:pt x="4097180" y="8033229"/>
                </a:lnTo>
                <a:lnTo>
                  <a:pt x="4093643" y="8019015"/>
                </a:lnTo>
                <a:lnTo>
                  <a:pt x="4076217" y="7963233"/>
                </a:lnTo>
                <a:cubicBezTo>
                  <a:pt x="4068141" y="7941311"/>
                  <a:pt x="4058357" y="7918329"/>
                  <a:pt x="4046347" y="7894065"/>
                </a:cubicBezTo>
                <a:cubicBezTo>
                  <a:pt x="3962278" y="7724216"/>
                  <a:pt x="3975565" y="7633867"/>
                  <a:pt x="3928625" y="7463792"/>
                </a:cubicBezTo>
                <a:lnTo>
                  <a:pt x="3913593" y="7415325"/>
                </a:lnTo>
                <a:lnTo>
                  <a:pt x="3909822" y="7405115"/>
                </a:lnTo>
                <a:cubicBezTo>
                  <a:pt x="3841924" y="7246602"/>
                  <a:pt x="3845035" y="7137968"/>
                  <a:pt x="3784219" y="6955281"/>
                </a:cubicBezTo>
                <a:lnTo>
                  <a:pt x="3772927" y="6915381"/>
                </a:lnTo>
                <a:lnTo>
                  <a:pt x="3724695" y="6813267"/>
                </a:lnTo>
                <a:cubicBezTo>
                  <a:pt x="3714749" y="6782877"/>
                  <a:pt x="3706150" y="6749549"/>
                  <a:pt x="3698209" y="6714540"/>
                </a:cubicBezTo>
                <a:lnTo>
                  <a:pt x="3679421" y="6623862"/>
                </a:lnTo>
                <a:lnTo>
                  <a:pt x="3509568" y="6588944"/>
                </a:lnTo>
                <a:cubicBezTo>
                  <a:pt x="3153938" y="6498713"/>
                  <a:pt x="2843793" y="6332373"/>
                  <a:pt x="2605688" y="6097637"/>
                </a:cubicBezTo>
                <a:cubicBezTo>
                  <a:pt x="2590723" y="6090696"/>
                  <a:pt x="2584642" y="6074180"/>
                  <a:pt x="2567800" y="6063201"/>
                </a:cubicBezTo>
                <a:cubicBezTo>
                  <a:pt x="2612770" y="5978727"/>
                  <a:pt x="2744116" y="5913395"/>
                  <a:pt x="2804952" y="5850188"/>
                </a:cubicBezTo>
                <a:cubicBezTo>
                  <a:pt x="2806148" y="5850869"/>
                  <a:pt x="2807014" y="5852169"/>
                  <a:pt x="2807648" y="5852638"/>
                </a:cubicBezTo>
                <a:cubicBezTo>
                  <a:pt x="3156481" y="6101176"/>
                  <a:pt x="3761041" y="6309437"/>
                  <a:pt x="4193090" y="6349999"/>
                </a:cubicBezTo>
                <a:cubicBezTo>
                  <a:pt x="4273750" y="6340826"/>
                  <a:pt x="4354069" y="6333689"/>
                  <a:pt x="4432426" y="6326107"/>
                </a:cubicBezTo>
                <a:lnTo>
                  <a:pt x="4555818" y="6311703"/>
                </a:lnTo>
                <a:lnTo>
                  <a:pt x="4666440" y="6295516"/>
                </a:lnTo>
                <a:cubicBezTo>
                  <a:pt x="4817139" y="6267563"/>
                  <a:pt x="4951355" y="6229243"/>
                  <a:pt x="5040885" y="6178837"/>
                </a:cubicBezTo>
                <a:cubicBezTo>
                  <a:pt x="5058609" y="6167968"/>
                  <a:pt x="5074340" y="6160423"/>
                  <a:pt x="5088910" y="6154465"/>
                </a:cubicBezTo>
                <a:lnTo>
                  <a:pt x="5117464" y="6144139"/>
                </a:lnTo>
                <a:lnTo>
                  <a:pt x="5136394" y="6137029"/>
                </a:lnTo>
                <a:lnTo>
                  <a:pt x="5156919" y="6128760"/>
                </a:lnTo>
                <a:lnTo>
                  <a:pt x="5169818" y="6123384"/>
                </a:lnTo>
                <a:lnTo>
                  <a:pt x="5211189" y="6096797"/>
                </a:lnTo>
                <a:cubicBezTo>
                  <a:pt x="5269263" y="6149529"/>
                  <a:pt x="5299410" y="6193357"/>
                  <a:pt x="5327107" y="6232305"/>
                </a:cubicBezTo>
                <a:lnTo>
                  <a:pt x="5332670" y="6239472"/>
                </a:lnTo>
                <a:lnTo>
                  <a:pt x="5377121" y="6292920"/>
                </a:lnTo>
                <a:cubicBezTo>
                  <a:pt x="5392487" y="6309450"/>
                  <a:pt x="5408872" y="6324547"/>
                  <a:pt x="5428320" y="6338534"/>
                </a:cubicBezTo>
                <a:close/>
                <a:moveTo>
                  <a:pt x="5981566" y="2433577"/>
                </a:moveTo>
                <a:cubicBezTo>
                  <a:pt x="5897686" y="2551636"/>
                  <a:pt x="5804562" y="2561805"/>
                  <a:pt x="5745625" y="2645502"/>
                </a:cubicBezTo>
                <a:cubicBezTo>
                  <a:pt x="5738694" y="2639499"/>
                  <a:pt x="5737627" y="2636283"/>
                  <a:pt x="5733204" y="2631835"/>
                </a:cubicBezTo>
                <a:cubicBezTo>
                  <a:pt x="5503717" y="2451858"/>
                  <a:pt x="5200349" y="2248114"/>
                  <a:pt x="4854552" y="2120330"/>
                </a:cubicBezTo>
                <a:lnTo>
                  <a:pt x="4701462" y="2072196"/>
                </a:lnTo>
                <a:lnTo>
                  <a:pt x="4671369" y="2064494"/>
                </a:lnTo>
                <a:cubicBezTo>
                  <a:pt x="4526096" y="2033276"/>
                  <a:pt x="4367934" y="2010474"/>
                  <a:pt x="4193090" y="1993900"/>
                </a:cubicBezTo>
                <a:cubicBezTo>
                  <a:pt x="3983487" y="2029376"/>
                  <a:pt x="3728701" y="2057732"/>
                  <a:pt x="3480529" y="2125211"/>
                </a:cubicBezTo>
                <a:lnTo>
                  <a:pt x="3323124" y="2175377"/>
                </a:lnTo>
                <a:lnTo>
                  <a:pt x="3169267" y="2253258"/>
                </a:lnTo>
                <a:cubicBezTo>
                  <a:pt x="3051025" y="2319129"/>
                  <a:pt x="2930686" y="2398186"/>
                  <a:pt x="2807648" y="2491260"/>
                </a:cubicBezTo>
                <a:cubicBezTo>
                  <a:pt x="2770564" y="2554941"/>
                  <a:pt x="2701450" y="2577416"/>
                  <a:pt x="2658087" y="2627190"/>
                </a:cubicBezTo>
                <a:cubicBezTo>
                  <a:pt x="2632905" y="2607746"/>
                  <a:pt x="2614117" y="2587655"/>
                  <a:pt x="2598337" y="2567361"/>
                </a:cubicBezTo>
                <a:lnTo>
                  <a:pt x="2580219" y="2540834"/>
                </a:lnTo>
                <a:lnTo>
                  <a:pt x="2534335" y="2489658"/>
                </a:lnTo>
                <a:cubicBezTo>
                  <a:pt x="2501929" y="2453429"/>
                  <a:pt x="2475453" y="2423721"/>
                  <a:pt x="2446162" y="2391249"/>
                </a:cubicBezTo>
                <a:cubicBezTo>
                  <a:pt x="2478821" y="2347728"/>
                  <a:pt x="2503309" y="2330168"/>
                  <a:pt x="2527329" y="2314144"/>
                </a:cubicBezTo>
                <a:lnTo>
                  <a:pt x="2556975" y="2293161"/>
                </a:lnTo>
                <a:lnTo>
                  <a:pt x="2564239" y="2286993"/>
                </a:lnTo>
                <a:cubicBezTo>
                  <a:pt x="2577059" y="2275471"/>
                  <a:pt x="2590601" y="2262413"/>
                  <a:pt x="2605688" y="2246262"/>
                </a:cubicBezTo>
                <a:cubicBezTo>
                  <a:pt x="2863254" y="1926482"/>
                  <a:pt x="3161168" y="1774274"/>
                  <a:pt x="3509491" y="1711056"/>
                </a:cubicBezTo>
                <a:lnTo>
                  <a:pt x="3680797" y="1688855"/>
                </a:lnTo>
                <a:lnTo>
                  <a:pt x="3720628" y="1588237"/>
                </a:lnTo>
                <a:lnTo>
                  <a:pt x="3772562" y="1429972"/>
                </a:lnTo>
                <a:lnTo>
                  <a:pt x="3789304" y="1368625"/>
                </a:lnTo>
                <a:lnTo>
                  <a:pt x="3812099" y="1284448"/>
                </a:lnTo>
                <a:cubicBezTo>
                  <a:pt x="3834084" y="1206008"/>
                  <a:pt x="3849594" y="1155638"/>
                  <a:pt x="3866366" y="1096750"/>
                </a:cubicBezTo>
                <a:lnTo>
                  <a:pt x="3887792" y="1018169"/>
                </a:lnTo>
                <a:lnTo>
                  <a:pt x="3887978" y="1017016"/>
                </a:lnTo>
                <a:cubicBezTo>
                  <a:pt x="3894129" y="900716"/>
                  <a:pt x="3999929" y="686402"/>
                  <a:pt x="4019042" y="547623"/>
                </a:cubicBezTo>
                <a:lnTo>
                  <a:pt x="4027067" y="512261"/>
                </a:lnTo>
                <a:lnTo>
                  <a:pt x="4034169" y="468481"/>
                </a:lnTo>
                <a:cubicBezTo>
                  <a:pt x="4065956" y="324599"/>
                  <a:pt x="4156053" y="149463"/>
                  <a:pt x="4171950" y="0"/>
                </a:cubicBezTo>
                <a:cubicBezTo>
                  <a:pt x="4204517" y="116157"/>
                  <a:pt x="4237658" y="263293"/>
                  <a:pt x="4313936" y="508508"/>
                </a:cubicBezTo>
                <a:lnTo>
                  <a:pt x="4319816" y="528921"/>
                </a:lnTo>
                <a:lnTo>
                  <a:pt x="4348204" y="586816"/>
                </a:lnTo>
                <a:cubicBezTo>
                  <a:pt x="4371386" y="648580"/>
                  <a:pt x="4379425" y="718387"/>
                  <a:pt x="4387925" y="787266"/>
                </a:cubicBezTo>
                <a:lnTo>
                  <a:pt x="4400935" y="865567"/>
                </a:lnTo>
                <a:lnTo>
                  <a:pt x="4410526" y="891030"/>
                </a:lnTo>
                <a:cubicBezTo>
                  <a:pt x="4416998" y="905932"/>
                  <a:pt x="4424710" y="921663"/>
                  <a:pt x="4434078" y="938783"/>
                </a:cubicBezTo>
                <a:cubicBezTo>
                  <a:pt x="4452815" y="973024"/>
                  <a:pt x="4464585" y="1010695"/>
                  <a:pt x="4473233" y="1050442"/>
                </a:cubicBezTo>
                <a:lnTo>
                  <a:pt x="4475441" y="1063864"/>
                </a:lnTo>
                <a:lnTo>
                  <a:pt x="4493127" y="1098197"/>
                </a:lnTo>
                <a:cubicBezTo>
                  <a:pt x="4502038" y="1122313"/>
                  <a:pt x="4509520" y="1149854"/>
                  <a:pt x="4516297" y="1180377"/>
                </a:cubicBezTo>
                <a:lnTo>
                  <a:pt x="4554145" y="1395110"/>
                </a:lnTo>
                <a:lnTo>
                  <a:pt x="4570603" y="1427734"/>
                </a:lnTo>
                <a:cubicBezTo>
                  <a:pt x="4607393" y="1487788"/>
                  <a:pt x="4621710" y="1551856"/>
                  <a:pt x="4631091" y="1617935"/>
                </a:cubicBezTo>
                <a:lnTo>
                  <a:pt x="4641404" y="1700341"/>
                </a:lnTo>
                <a:lnTo>
                  <a:pt x="4697906" y="1707982"/>
                </a:lnTo>
                <a:cubicBezTo>
                  <a:pt x="4858389" y="1740958"/>
                  <a:pt x="5011320" y="1794497"/>
                  <a:pt x="5157418" y="1862946"/>
                </a:cubicBezTo>
                <a:lnTo>
                  <a:pt x="5231870" y="1902292"/>
                </a:lnTo>
                <a:lnTo>
                  <a:pt x="5393582" y="1961815"/>
                </a:lnTo>
                <a:cubicBezTo>
                  <a:pt x="5623979" y="2061943"/>
                  <a:pt x="5825721" y="2201992"/>
                  <a:pt x="5957710" y="2407329"/>
                </a:cubicBezTo>
                <a:cubicBezTo>
                  <a:pt x="5968423" y="2413890"/>
                  <a:pt x="5969678" y="2426106"/>
                  <a:pt x="5981566" y="2433577"/>
                </a:cubicBezTo>
                <a:close/>
                <a:moveTo>
                  <a:pt x="8343900" y="4171949"/>
                </a:moveTo>
                <a:cubicBezTo>
                  <a:pt x="8249953" y="4222598"/>
                  <a:pt x="8188159" y="4231835"/>
                  <a:pt x="8126963" y="4238810"/>
                </a:cubicBezTo>
                <a:lnTo>
                  <a:pt x="8103601" y="4242158"/>
                </a:lnTo>
                <a:lnTo>
                  <a:pt x="8003131" y="4263512"/>
                </a:lnTo>
                <a:cubicBezTo>
                  <a:pt x="7966440" y="4272240"/>
                  <a:pt x="7934988" y="4281445"/>
                  <a:pt x="7913624" y="4292091"/>
                </a:cubicBezTo>
                <a:cubicBezTo>
                  <a:pt x="7867850" y="4312889"/>
                  <a:pt x="7821022" y="4326135"/>
                  <a:pt x="7774874" y="4335725"/>
                </a:cubicBezTo>
                <a:lnTo>
                  <a:pt x="7753851" y="4339113"/>
                </a:lnTo>
                <a:lnTo>
                  <a:pt x="7723335" y="4346366"/>
                </a:lnTo>
                <a:cubicBezTo>
                  <a:pt x="7642153" y="4364734"/>
                  <a:pt x="7546168" y="4386854"/>
                  <a:pt x="7444232" y="4423155"/>
                </a:cubicBezTo>
                <a:lnTo>
                  <a:pt x="7423270" y="4429544"/>
                </a:lnTo>
                <a:lnTo>
                  <a:pt x="7383432" y="4455880"/>
                </a:lnTo>
                <a:cubicBezTo>
                  <a:pt x="7340630" y="4476924"/>
                  <a:pt x="7293046" y="4481227"/>
                  <a:pt x="7239790" y="4486028"/>
                </a:cubicBezTo>
                <a:lnTo>
                  <a:pt x="7210756" y="4488978"/>
                </a:lnTo>
                <a:lnTo>
                  <a:pt x="7154619" y="4502496"/>
                </a:lnTo>
                <a:lnTo>
                  <a:pt x="7033128" y="4531833"/>
                </a:lnTo>
                <a:lnTo>
                  <a:pt x="6994398" y="4548758"/>
                </a:lnTo>
                <a:cubicBezTo>
                  <a:pt x="6889446" y="4603928"/>
                  <a:pt x="6792745" y="4623203"/>
                  <a:pt x="6682085" y="4644917"/>
                </a:cubicBezTo>
                <a:lnTo>
                  <a:pt x="6630532" y="4655547"/>
                </a:lnTo>
                <a:lnTo>
                  <a:pt x="6594044" y="4795756"/>
                </a:lnTo>
                <a:cubicBezTo>
                  <a:pt x="6574095" y="4859443"/>
                  <a:pt x="6551319" y="4921522"/>
                  <a:pt x="6526035" y="4982261"/>
                </a:cubicBezTo>
                <a:lnTo>
                  <a:pt x="6523940" y="4986615"/>
                </a:lnTo>
                <a:lnTo>
                  <a:pt x="6493463" y="5094093"/>
                </a:lnTo>
                <a:cubicBezTo>
                  <a:pt x="6345745" y="5542950"/>
                  <a:pt x="6123377" y="5882840"/>
                  <a:pt x="5780491" y="6097637"/>
                </a:cubicBezTo>
                <a:cubicBezTo>
                  <a:pt x="5779534" y="6098863"/>
                  <a:pt x="5777801" y="6099121"/>
                  <a:pt x="5777375" y="6099966"/>
                </a:cubicBezTo>
                <a:cubicBezTo>
                  <a:pt x="5707473" y="6054124"/>
                  <a:pt x="5688366" y="5991676"/>
                  <a:pt x="5633955" y="5927401"/>
                </a:cubicBezTo>
                <a:lnTo>
                  <a:pt x="5604490" y="5896320"/>
                </a:lnTo>
                <a:lnTo>
                  <a:pt x="5564588" y="5863065"/>
                </a:lnTo>
                <a:cubicBezTo>
                  <a:pt x="5570713" y="5857099"/>
                  <a:pt x="5574370" y="5856502"/>
                  <a:pt x="5578532" y="5852638"/>
                </a:cubicBezTo>
                <a:cubicBezTo>
                  <a:pt x="5861667" y="5587671"/>
                  <a:pt x="6141225" y="5211337"/>
                  <a:pt x="6281845" y="4712303"/>
                </a:cubicBezTo>
                <a:lnTo>
                  <a:pt x="6322582" y="4530162"/>
                </a:lnTo>
                <a:lnTo>
                  <a:pt x="6347086" y="4396020"/>
                </a:lnTo>
                <a:cubicBezTo>
                  <a:pt x="6358114" y="4319446"/>
                  <a:pt x="6366051" y="4244392"/>
                  <a:pt x="6371140" y="4171949"/>
                </a:cubicBezTo>
                <a:cubicBezTo>
                  <a:pt x="6320145" y="3918552"/>
                  <a:pt x="6296729" y="3673035"/>
                  <a:pt x="6244762" y="3464109"/>
                </a:cubicBezTo>
                <a:lnTo>
                  <a:pt x="6211873" y="3350837"/>
                </a:lnTo>
                <a:lnTo>
                  <a:pt x="6168434" y="3251005"/>
                </a:lnTo>
                <a:cubicBezTo>
                  <a:pt x="6149247" y="3210430"/>
                  <a:pt x="6129128" y="3171221"/>
                  <a:pt x="6108261" y="3133761"/>
                </a:cubicBezTo>
                <a:cubicBezTo>
                  <a:pt x="6058208" y="3079435"/>
                  <a:pt x="6055968" y="3037659"/>
                  <a:pt x="6009748" y="2971604"/>
                </a:cubicBezTo>
                <a:cubicBezTo>
                  <a:pt x="6097377" y="2853495"/>
                  <a:pt x="6159033" y="2839980"/>
                  <a:pt x="6248111" y="2757503"/>
                </a:cubicBezTo>
                <a:cubicBezTo>
                  <a:pt x="6254231" y="2764828"/>
                  <a:pt x="6259195" y="2772947"/>
                  <a:pt x="6262439" y="2776664"/>
                </a:cubicBezTo>
                <a:cubicBezTo>
                  <a:pt x="6414343" y="2973581"/>
                  <a:pt x="6582156" y="3253603"/>
                  <a:pt x="6658752" y="3593042"/>
                </a:cubicBezTo>
                <a:lnTo>
                  <a:pt x="6678545" y="3707443"/>
                </a:lnTo>
                <a:lnTo>
                  <a:pt x="6702225" y="3715341"/>
                </a:lnTo>
                <a:cubicBezTo>
                  <a:pt x="6730727" y="3724429"/>
                  <a:pt x="6761891" y="3733729"/>
                  <a:pt x="6797905" y="3743204"/>
                </a:cubicBezTo>
                <a:lnTo>
                  <a:pt x="6850687" y="3755989"/>
                </a:lnTo>
                <a:lnTo>
                  <a:pt x="6857492" y="3756913"/>
                </a:lnTo>
                <a:cubicBezTo>
                  <a:pt x="6972133" y="3766585"/>
                  <a:pt x="7050760" y="3795640"/>
                  <a:pt x="7124976" y="3825498"/>
                </a:cubicBezTo>
                <a:lnTo>
                  <a:pt x="7161717" y="3839630"/>
                </a:lnTo>
                <a:lnTo>
                  <a:pt x="7237365" y="3863253"/>
                </a:lnTo>
                <a:cubicBezTo>
                  <a:pt x="7270855" y="3873389"/>
                  <a:pt x="7305952" y="3883380"/>
                  <a:pt x="7346442" y="3893438"/>
                </a:cubicBezTo>
                <a:lnTo>
                  <a:pt x="7356648" y="3896701"/>
                </a:lnTo>
                <a:lnTo>
                  <a:pt x="7366000" y="3898899"/>
                </a:lnTo>
                <a:cubicBezTo>
                  <a:pt x="7511502" y="3918224"/>
                  <a:pt x="7664021" y="3979160"/>
                  <a:pt x="7776761" y="4015372"/>
                </a:cubicBezTo>
                <a:lnTo>
                  <a:pt x="7789230" y="4019086"/>
                </a:lnTo>
                <a:lnTo>
                  <a:pt x="7796276" y="4019041"/>
                </a:lnTo>
                <a:cubicBezTo>
                  <a:pt x="7923656" y="4004911"/>
                  <a:pt x="8114133" y="4132269"/>
                  <a:pt x="8343900" y="417194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C804C84-375E-4333-B64C-F036D969AE99}"/>
              </a:ext>
            </a:extLst>
          </p:cNvPr>
          <p:cNvSpPr/>
          <p:nvPr/>
        </p:nvSpPr>
        <p:spPr>
          <a:xfrm>
            <a:off x="4847530" y="1578391"/>
            <a:ext cx="2328502" cy="2328502"/>
          </a:xfrm>
          <a:prstGeom prst="ellipse">
            <a:avLst/>
          </a:prstGeom>
          <a:solidFill>
            <a:schemeClr val="bg2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8C8972DD-73BD-438B-BEBF-0E0BB101BB26}"/>
              </a:ext>
            </a:extLst>
          </p:cNvPr>
          <p:cNvSpPr/>
          <p:nvPr/>
        </p:nvSpPr>
        <p:spPr>
          <a:xfrm rot="16200000">
            <a:off x="4072042" y="794058"/>
            <a:ext cx="3897170" cy="3897170"/>
          </a:xfrm>
          <a:custGeom>
            <a:avLst/>
            <a:gdLst>
              <a:gd name="connsiteX0" fmla="*/ 2508925 w 8343900"/>
              <a:gd name="connsiteY0" fmla="*/ 5552743 h 8343899"/>
              <a:gd name="connsiteX1" fmla="*/ 2272572 w 8343900"/>
              <a:gd name="connsiteY1" fmla="*/ 5765038 h 8343899"/>
              <a:gd name="connsiteX2" fmla="*/ 2267402 w 8343900"/>
              <a:gd name="connsiteY2" fmla="*/ 5759350 h 8343899"/>
              <a:gd name="connsiteX3" fmla="*/ 1936535 w 8343900"/>
              <a:gd name="connsiteY3" fmla="*/ 5234434 h 8343899"/>
              <a:gd name="connsiteX4" fmla="*/ 1936318 w 8343900"/>
              <a:gd name="connsiteY4" fmla="*/ 5233951 h 8343899"/>
              <a:gd name="connsiteX5" fmla="*/ 1916330 w 8343900"/>
              <a:gd name="connsiteY5" fmla="*/ 5202203 h 8343899"/>
              <a:gd name="connsiteX6" fmla="*/ 1723581 w 8343900"/>
              <a:gd name="connsiteY6" fmla="*/ 4758953 h 8343899"/>
              <a:gd name="connsiteX7" fmla="*/ 1700160 w 8343900"/>
              <a:gd name="connsiteY7" fmla="*/ 4639307 h 8343899"/>
              <a:gd name="connsiteX8" fmla="*/ 1681217 w 8343900"/>
              <a:gd name="connsiteY8" fmla="*/ 4636614 h 8343899"/>
              <a:gd name="connsiteX9" fmla="*/ 1408176 w 8343900"/>
              <a:gd name="connsiteY9" fmla="*/ 4565141 h 8343899"/>
              <a:gd name="connsiteX10" fmla="*/ 1405685 w 8343900"/>
              <a:gd name="connsiteY10" fmla="*/ 4563829 h 8343899"/>
              <a:gd name="connsiteX11" fmla="*/ 1388618 w 8343900"/>
              <a:gd name="connsiteY11" fmla="*/ 4559680 h 8343899"/>
              <a:gd name="connsiteX12" fmla="*/ 958342 w 8343900"/>
              <a:gd name="connsiteY12" fmla="*/ 4439538 h 8343899"/>
              <a:gd name="connsiteX13" fmla="*/ 956990 w 8343900"/>
              <a:gd name="connsiteY13" fmla="*/ 4438865 h 8343899"/>
              <a:gd name="connsiteX14" fmla="*/ 938784 w 8343900"/>
              <a:gd name="connsiteY14" fmla="*/ 4434077 h 8343899"/>
              <a:gd name="connsiteX15" fmla="*/ 574054 w 8343900"/>
              <a:gd name="connsiteY15" fmla="*/ 4338287 h 8343899"/>
              <a:gd name="connsiteX16" fmla="*/ 569594 w 8343900"/>
              <a:gd name="connsiteY16" fmla="*/ 4336630 h 8343899"/>
              <a:gd name="connsiteX17" fmla="*/ 559976 w 8343900"/>
              <a:gd name="connsiteY17" fmla="*/ 4335108 h 8343899"/>
              <a:gd name="connsiteX18" fmla="*/ 430276 w 8343900"/>
              <a:gd name="connsiteY18" fmla="*/ 4292091 h 8343899"/>
              <a:gd name="connsiteX19" fmla="*/ 399198 w 8343900"/>
              <a:gd name="connsiteY19" fmla="*/ 4278986 h 8343899"/>
              <a:gd name="connsiteX20" fmla="*/ 379284 w 8343900"/>
              <a:gd name="connsiteY20" fmla="*/ 4273593 h 8343899"/>
              <a:gd name="connsiteX21" fmla="*/ 0 w 8343900"/>
              <a:gd name="connsiteY21" fmla="*/ 4171949 h 8343899"/>
              <a:gd name="connsiteX22" fmla="*/ 445899 w 8343900"/>
              <a:gd name="connsiteY22" fmla="*/ 4038469 h 8343899"/>
              <a:gd name="connsiteX23" fmla="*/ 451472 w 8343900"/>
              <a:gd name="connsiteY23" fmla="*/ 4037521 h 8343899"/>
              <a:gd name="connsiteX24" fmla="*/ 487456 w 8343900"/>
              <a:gd name="connsiteY24" fmla="*/ 4027058 h 8343899"/>
              <a:gd name="connsiteX25" fmla="*/ 547624 w 8343900"/>
              <a:gd name="connsiteY25" fmla="*/ 4019041 h 8343899"/>
              <a:gd name="connsiteX26" fmla="*/ 578247 w 8343900"/>
              <a:gd name="connsiteY26" fmla="*/ 4014912 h 8343899"/>
              <a:gd name="connsiteX27" fmla="*/ 613424 w 8343900"/>
              <a:gd name="connsiteY27" fmla="*/ 4008189 h 8343899"/>
              <a:gd name="connsiteX28" fmla="*/ 678814 w 8343900"/>
              <a:gd name="connsiteY28" fmla="*/ 3989844 h 8343899"/>
              <a:gd name="connsiteX29" fmla="*/ 786325 w 8343900"/>
              <a:gd name="connsiteY29" fmla="*/ 3946056 h 8343899"/>
              <a:gd name="connsiteX30" fmla="*/ 958697 w 8343900"/>
              <a:gd name="connsiteY30" fmla="*/ 3889792 h 8343899"/>
              <a:gd name="connsiteX31" fmla="*/ 968208 w 8343900"/>
              <a:gd name="connsiteY31" fmla="*/ 3889496 h 8343899"/>
              <a:gd name="connsiteX32" fmla="*/ 975763 w 8343900"/>
              <a:gd name="connsiteY32" fmla="*/ 3887856 h 8343899"/>
              <a:gd name="connsiteX33" fmla="*/ 1017016 w 8343900"/>
              <a:gd name="connsiteY33" fmla="*/ 3887977 h 8343899"/>
              <a:gd name="connsiteX34" fmla="*/ 1060711 w 8343900"/>
              <a:gd name="connsiteY34" fmla="*/ 3887394 h 8343899"/>
              <a:gd name="connsiteX35" fmla="*/ 1096790 w 8343900"/>
              <a:gd name="connsiteY35" fmla="*/ 3879287 h 8343899"/>
              <a:gd name="connsiteX36" fmla="*/ 1368555 w 8343900"/>
              <a:gd name="connsiteY36" fmla="*/ 3780472 h 8343899"/>
              <a:gd name="connsiteX37" fmla="*/ 1436702 w 8343900"/>
              <a:gd name="connsiteY37" fmla="*/ 3769535 h 8343899"/>
              <a:gd name="connsiteX38" fmla="*/ 1486408 w 8343900"/>
              <a:gd name="connsiteY38" fmla="*/ 3756913 h 8343899"/>
              <a:gd name="connsiteX39" fmla="*/ 1635389 w 8343900"/>
              <a:gd name="connsiteY39" fmla="*/ 3724422 h 8343899"/>
              <a:gd name="connsiteX40" fmla="*/ 1717550 w 8343900"/>
              <a:gd name="connsiteY40" fmla="*/ 3697995 h 8343899"/>
              <a:gd name="connsiteX41" fmla="*/ 1726913 w 8343900"/>
              <a:gd name="connsiteY41" fmla="*/ 3627373 h 8343899"/>
              <a:gd name="connsiteX42" fmla="*/ 2123741 w 8343900"/>
              <a:gd name="connsiteY42" fmla="*/ 2776664 h 8343899"/>
              <a:gd name="connsiteX43" fmla="*/ 2144315 w 8343900"/>
              <a:gd name="connsiteY43" fmla="*/ 2747424 h 8343899"/>
              <a:gd name="connsiteX44" fmla="*/ 2152613 w 8343900"/>
              <a:gd name="connsiteY44" fmla="*/ 2738869 h 8343899"/>
              <a:gd name="connsiteX45" fmla="*/ 2171563 w 8343900"/>
              <a:gd name="connsiteY45" fmla="*/ 2712711 h 8343899"/>
              <a:gd name="connsiteX46" fmla="*/ 2387669 w 8343900"/>
              <a:gd name="connsiteY46" fmla="*/ 2953307 h 8343899"/>
              <a:gd name="connsiteX47" fmla="*/ 2387016 w 8343900"/>
              <a:gd name="connsiteY47" fmla="*/ 2954181 h 8343899"/>
              <a:gd name="connsiteX48" fmla="*/ 2019573 w 8343900"/>
              <a:gd name="connsiteY48" fmla="*/ 3874432 h 8343899"/>
              <a:gd name="connsiteX49" fmla="*/ 2009289 w 8343900"/>
              <a:gd name="connsiteY49" fmla="*/ 3999744 h 8343899"/>
              <a:gd name="connsiteX50" fmla="*/ 2015040 w 8343900"/>
              <a:gd name="connsiteY50" fmla="*/ 4171949 h 8343899"/>
              <a:gd name="connsiteX51" fmla="*/ 2079216 w 8343900"/>
              <a:gd name="connsiteY51" fmla="*/ 4694456 h 8343899"/>
              <a:gd name="connsiteX52" fmla="*/ 2113405 w 8343900"/>
              <a:gd name="connsiteY52" fmla="*/ 4824773 h 8343899"/>
              <a:gd name="connsiteX53" fmla="*/ 2164255 w 8343900"/>
              <a:gd name="connsiteY53" fmla="*/ 4969557 h 8343899"/>
              <a:gd name="connsiteX54" fmla="*/ 2387016 w 8343900"/>
              <a:gd name="connsiteY54" fmla="*/ 5389718 h 8343899"/>
              <a:gd name="connsiteX55" fmla="*/ 2458218 w 8343900"/>
              <a:gd name="connsiteY55" fmla="*/ 5486855 h 8343899"/>
              <a:gd name="connsiteX56" fmla="*/ 2476572 w 8343900"/>
              <a:gd name="connsiteY56" fmla="*/ 5515960 h 8343899"/>
              <a:gd name="connsiteX57" fmla="*/ 5428320 w 8343900"/>
              <a:gd name="connsiteY57" fmla="*/ 6338534 h 8343899"/>
              <a:gd name="connsiteX58" fmla="*/ 5407306 w 8343900"/>
              <a:gd name="connsiteY58" fmla="*/ 6352132 h 8343899"/>
              <a:gd name="connsiteX59" fmla="*/ 5405314 w 8343900"/>
              <a:gd name="connsiteY59" fmla="*/ 6353276 h 8343899"/>
              <a:gd name="connsiteX60" fmla="*/ 5403585 w 8343900"/>
              <a:gd name="connsiteY60" fmla="*/ 6354383 h 8343899"/>
              <a:gd name="connsiteX61" fmla="*/ 5382617 w 8343900"/>
              <a:gd name="connsiteY61" fmla="*/ 6366300 h 8343899"/>
              <a:gd name="connsiteX62" fmla="*/ 5119392 w 8343900"/>
              <a:gd name="connsiteY62" fmla="*/ 6497275 h 8343899"/>
              <a:gd name="connsiteX63" fmla="*/ 5077545 w 8343900"/>
              <a:gd name="connsiteY63" fmla="*/ 6510439 h 8343899"/>
              <a:gd name="connsiteX64" fmla="*/ 4974576 w 8343900"/>
              <a:gd name="connsiteY64" fmla="*/ 6550659 h 8343899"/>
              <a:gd name="connsiteX65" fmla="*/ 4790460 w 8343900"/>
              <a:gd name="connsiteY65" fmla="*/ 6607703 h 8343899"/>
              <a:gd name="connsiteX66" fmla="*/ 4656817 w 8343900"/>
              <a:gd name="connsiteY66" fmla="*/ 6636019 h 8343899"/>
              <a:gd name="connsiteX67" fmla="*/ 4647619 w 8343900"/>
              <a:gd name="connsiteY67" fmla="*/ 6659962 h 8343899"/>
              <a:gd name="connsiteX68" fmla="*/ 4611480 w 8343900"/>
              <a:gd name="connsiteY68" fmla="*/ 6744255 h 8343899"/>
              <a:gd name="connsiteX69" fmla="*/ 4586986 w 8343900"/>
              <a:gd name="connsiteY69" fmla="*/ 6857491 h 8343899"/>
              <a:gd name="connsiteX70" fmla="*/ 4466844 w 8343900"/>
              <a:gd name="connsiteY70" fmla="*/ 7287767 h 8343899"/>
              <a:gd name="connsiteX71" fmla="*/ 4438300 w 8343900"/>
              <a:gd name="connsiteY71" fmla="*/ 7403764 h 8343899"/>
              <a:gd name="connsiteX72" fmla="*/ 4434109 w 8343900"/>
              <a:gd name="connsiteY72" fmla="*/ 7465387 h 8343899"/>
              <a:gd name="connsiteX73" fmla="*/ 4380545 w 8343900"/>
              <a:gd name="connsiteY73" fmla="*/ 7617112 h 8343899"/>
              <a:gd name="connsiteX74" fmla="*/ 4366681 w 8343900"/>
              <a:gd name="connsiteY74" fmla="*/ 7645751 h 8343899"/>
              <a:gd name="connsiteX75" fmla="*/ 4359613 w 8343900"/>
              <a:gd name="connsiteY75" fmla="*/ 7668581 h 8343899"/>
              <a:gd name="connsiteX76" fmla="*/ 4335780 w 8343900"/>
              <a:gd name="connsiteY76" fmla="*/ 7757159 h 8343899"/>
              <a:gd name="connsiteX77" fmla="*/ 4323364 w 8343900"/>
              <a:gd name="connsiteY77" fmla="*/ 7798395 h 8343899"/>
              <a:gd name="connsiteX78" fmla="*/ 4316180 w 8343900"/>
              <a:gd name="connsiteY78" fmla="*/ 7816433 h 8343899"/>
              <a:gd name="connsiteX79" fmla="*/ 4313936 w 8343900"/>
              <a:gd name="connsiteY79" fmla="*/ 7835391 h 8343899"/>
              <a:gd name="connsiteX80" fmla="*/ 4171950 w 8343900"/>
              <a:gd name="connsiteY80" fmla="*/ 8343899 h 8343899"/>
              <a:gd name="connsiteX81" fmla="*/ 4116729 w 8343900"/>
              <a:gd name="connsiteY81" fmla="*/ 8137901 h 8343899"/>
              <a:gd name="connsiteX82" fmla="*/ 4097180 w 8343900"/>
              <a:gd name="connsiteY82" fmla="*/ 8033229 h 8343899"/>
              <a:gd name="connsiteX83" fmla="*/ 4093643 w 8343900"/>
              <a:gd name="connsiteY83" fmla="*/ 8019015 h 8343899"/>
              <a:gd name="connsiteX84" fmla="*/ 4076217 w 8343900"/>
              <a:gd name="connsiteY84" fmla="*/ 7963233 h 8343899"/>
              <a:gd name="connsiteX85" fmla="*/ 4046347 w 8343900"/>
              <a:gd name="connsiteY85" fmla="*/ 7894065 h 8343899"/>
              <a:gd name="connsiteX86" fmla="*/ 3928625 w 8343900"/>
              <a:gd name="connsiteY86" fmla="*/ 7463792 h 8343899"/>
              <a:gd name="connsiteX87" fmla="*/ 3913593 w 8343900"/>
              <a:gd name="connsiteY87" fmla="*/ 7415325 h 8343899"/>
              <a:gd name="connsiteX88" fmla="*/ 3909822 w 8343900"/>
              <a:gd name="connsiteY88" fmla="*/ 7405115 h 8343899"/>
              <a:gd name="connsiteX89" fmla="*/ 3784219 w 8343900"/>
              <a:gd name="connsiteY89" fmla="*/ 6955281 h 8343899"/>
              <a:gd name="connsiteX90" fmla="*/ 3772927 w 8343900"/>
              <a:gd name="connsiteY90" fmla="*/ 6915381 h 8343899"/>
              <a:gd name="connsiteX91" fmla="*/ 3724695 w 8343900"/>
              <a:gd name="connsiteY91" fmla="*/ 6813267 h 8343899"/>
              <a:gd name="connsiteX92" fmla="*/ 3698209 w 8343900"/>
              <a:gd name="connsiteY92" fmla="*/ 6714540 h 8343899"/>
              <a:gd name="connsiteX93" fmla="*/ 3679421 w 8343900"/>
              <a:gd name="connsiteY93" fmla="*/ 6623862 h 8343899"/>
              <a:gd name="connsiteX94" fmla="*/ 3509568 w 8343900"/>
              <a:gd name="connsiteY94" fmla="*/ 6588944 h 8343899"/>
              <a:gd name="connsiteX95" fmla="*/ 2605688 w 8343900"/>
              <a:gd name="connsiteY95" fmla="*/ 6097637 h 8343899"/>
              <a:gd name="connsiteX96" fmla="*/ 2567800 w 8343900"/>
              <a:gd name="connsiteY96" fmla="*/ 6063201 h 8343899"/>
              <a:gd name="connsiteX97" fmla="*/ 2804952 w 8343900"/>
              <a:gd name="connsiteY97" fmla="*/ 5850188 h 8343899"/>
              <a:gd name="connsiteX98" fmla="*/ 2807648 w 8343900"/>
              <a:gd name="connsiteY98" fmla="*/ 5852638 h 8343899"/>
              <a:gd name="connsiteX99" fmla="*/ 4193090 w 8343900"/>
              <a:gd name="connsiteY99" fmla="*/ 6349999 h 8343899"/>
              <a:gd name="connsiteX100" fmla="*/ 4432426 w 8343900"/>
              <a:gd name="connsiteY100" fmla="*/ 6326107 h 8343899"/>
              <a:gd name="connsiteX101" fmla="*/ 4555818 w 8343900"/>
              <a:gd name="connsiteY101" fmla="*/ 6311703 h 8343899"/>
              <a:gd name="connsiteX102" fmla="*/ 4666440 w 8343900"/>
              <a:gd name="connsiteY102" fmla="*/ 6295516 h 8343899"/>
              <a:gd name="connsiteX103" fmla="*/ 5040885 w 8343900"/>
              <a:gd name="connsiteY103" fmla="*/ 6178837 h 8343899"/>
              <a:gd name="connsiteX104" fmla="*/ 5088910 w 8343900"/>
              <a:gd name="connsiteY104" fmla="*/ 6154465 h 8343899"/>
              <a:gd name="connsiteX105" fmla="*/ 5117464 w 8343900"/>
              <a:gd name="connsiteY105" fmla="*/ 6144139 h 8343899"/>
              <a:gd name="connsiteX106" fmla="*/ 5136394 w 8343900"/>
              <a:gd name="connsiteY106" fmla="*/ 6137029 h 8343899"/>
              <a:gd name="connsiteX107" fmla="*/ 5156919 w 8343900"/>
              <a:gd name="connsiteY107" fmla="*/ 6128760 h 8343899"/>
              <a:gd name="connsiteX108" fmla="*/ 5169818 w 8343900"/>
              <a:gd name="connsiteY108" fmla="*/ 6123384 h 8343899"/>
              <a:gd name="connsiteX109" fmla="*/ 5211189 w 8343900"/>
              <a:gd name="connsiteY109" fmla="*/ 6096797 h 8343899"/>
              <a:gd name="connsiteX110" fmla="*/ 5327107 w 8343900"/>
              <a:gd name="connsiteY110" fmla="*/ 6232305 h 8343899"/>
              <a:gd name="connsiteX111" fmla="*/ 5332670 w 8343900"/>
              <a:gd name="connsiteY111" fmla="*/ 6239472 h 8343899"/>
              <a:gd name="connsiteX112" fmla="*/ 5377121 w 8343900"/>
              <a:gd name="connsiteY112" fmla="*/ 6292920 h 8343899"/>
              <a:gd name="connsiteX113" fmla="*/ 5428320 w 8343900"/>
              <a:gd name="connsiteY113" fmla="*/ 6338534 h 8343899"/>
              <a:gd name="connsiteX114" fmla="*/ 5981566 w 8343900"/>
              <a:gd name="connsiteY114" fmla="*/ 2433577 h 8343899"/>
              <a:gd name="connsiteX115" fmla="*/ 5745625 w 8343900"/>
              <a:gd name="connsiteY115" fmla="*/ 2645502 h 8343899"/>
              <a:gd name="connsiteX116" fmla="*/ 5733204 w 8343900"/>
              <a:gd name="connsiteY116" fmla="*/ 2631835 h 8343899"/>
              <a:gd name="connsiteX117" fmla="*/ 4854552 w 8343900"/>
              <a:gd name="connsiteY117" fmla="*/ 2120330 h 8343899"/>
              <a:gd name="connsiteX118" fmla="*/ 4701462 w 8343900"/>
              <a:gd name="connsiteY118" fmla="*/ 2072196 h 8343899"/>
              <a:gd name="connsiteX119" fmla="*/ 4671369 w 8343900"/>
              <a:gd name="connsiteY119" fmla="*/ 2064494 h 8343899"/>
              <a:gd name="connsiteX120" fmla="*/ 4193090 w 8343900"/>
              <a:gd name="connsiteY120" fmla="*/ 1993900 h 8343899"/>
              <a:gd name="connsiteX121" fmla="*/ 3480529 w 8343900"/>
              <a:gd name="connsiteY121" fmla="*/ 2125211 h 8343899"/>
              <a:gd name="connsiteX122" fmla="*/ 3323124 w 8343900"/>
              <a:gd name="connsiteY122" fmla="*/ 2175377 h 8343899"/>
              <a:gd name="connsiteX123" fmla="*/ 3169267 w 8343900"/>
              <a:gd name="connsiteY123" fmla="*/ 2253258 h 8343899"/>
              <a:gd name="connsiteX124" fmla="*/ 2807648 w 8343900"/>
              <a:gd name="connsiteY124" fmla="*/ 2491260 h 8343899"/>
              <a:gd name="connsiteX125" fmla="*/ 2658087 w 8343900"/>
              <a:gd name="connsiteY125" fmla="*/ 2627190 h 8343899"/>
              <a:gd name="connsiteX126" fmla="*/ 2598337 w 8343900"/>
              <a:gd name="connsiteY126" fmla="*/ 2567361 h 8343899"/>
              <a:gd name="connsiteX127" fmla="*/ 2580219 w 8343900"/>
              <a:gd name="connsiteY127" fmla="*/ 2540834 h 8343899"/>
              <a:gd name="connsiteX128" fmla="*/ 2534335 w 8343900"/>
              <a:gd name="connsiteY128" fmla="*/ 2489658 h 8343899"/>
              <a:gd name="connsiteX129" fmla="*/ 2446162 w 8343900"/>
              <a:gd name="connsiteY129" fmla="*/ 2391249 h 8343899"/>
              <a:gd name="connsiteX130" fmla="*/ 2527329 w 8343900"/>
              <a:gd name="connsiteY130" fmla="*/ 2314144 h 8343899"/>
              <a:gd name="connsiteX131" fmla="*/ 2556975 w 8343900"/>
              <a:gd name="connsiteY131" fmla="*/ 2293161 h 8343899"/>
              <a:gd name="connsiteX132" fmla="*/ 2564239 w 8343900"/>
              <a:gd name="connsiteY132" fmla="*/ 2286993 h 8343899"/>
              <a:gd name="connsiteX133" fmla="*/ 2605688 w 8343900"/>
              <a:gd name="connsiteY133" fmla="*/ 2246262 h 8343899"/>
              <a:gd name="connsiteX134" fmla="*/ 3509491 w 8343900"/>
              <a:gd name="connsiteY134" fmla="*/ 1711056 h 8343899"/>
              <a:gd name="connsiteX135" fmla="*/ 3680797 w 8343900"/>
              <a:gd name="connsiteY135" fmla="*/ 1688855 h 8343899"/>
              <a:gd name="connsiteX136" fmla="*/ 3720628 w 8343900"/>
              <a:gd name="connsiteY136" fmla="*/ 1588237 h 8343899"/>
              <a:gd name="connsiteX137" fmla="*/ 3772562 w 8343900"/>
              <a:gd name="connsiteY137" fmla="*/ 1429972 h 8343899"/>
              <a:gd name="connsiteX138" fmla="*/ 3789304 w 8343900"/>
              <a:gd name="connsiteY138" fmla="*/ 1368625 h 8343899"/>
              <a:gd name="connsiteX139" fmla="*/ 3812099 w 8343900"/>
              <a:gd name="connsiteY139" fmla="*/ 1284448 h 8343899"/>
              <a:gd name="connsiteX140" fmla="*/ 3866366 w 8343900"/>
              <a:gd name="connsiteY140" fmla="*/ 1096750 h 8343899"/>
              <a:gd name="connsiteX141" fmla="*/ 3887792 w 8343900"/>
              <a:gd name="connsiteY141" fmla="*/ 1018169 h 8343899"/>
              <a:gd name="connsiteX142" fmla="*/ 3887978 w 8343900"/>
              <a:gd name="connsiteY142" fmla="*/ 1017016 h 8343899"/>
              <a:gd name="connsiteX143" fmla="*/ 4019042 w 8343900"/>
              <a:gd name="connsiteY143" fmla="*/ 547623 h 8343899"/>
              <a:gd name="connsiteX144" fmla="*/ 4027067 w 8343900"/>
              <a:gd name="connsiteY144" fmla="*/ 512261 h 8343899"/>
              <a:gd name="connsiteX145" fmla="*/ 4034169 w 8343900"/>
              <a:gd name="connsiteY145" fmla="*/ 468481 h 8343899"/>
              <a:gd name="connsiteX146" fmla="*/ 4171950 w 8343900"/>
              <a:gd name="connsiteY146" fmla="*/ 0 h 8343899"/>
              <a:gd name="connsiteX147" fmla="*/ 4313936 w 8343900"/>
              <a:gd name="connsiteY147" fmla="*/ 508508 h 8343899"/>
              <a:gd name="connsiteX148" fmla="*/ 4319816 w 8343900"/>
              <a:gd name="connsiteY148" fmla="*/ 528921 h 8343899"/>
              <a:gd name="connsiteX149" fmla="*/ 4348204 w 8343900"/>
              <a:gd name="connsiteY149" fmla="*/ 586816 h 8343899"/>
              <a:gd name="connsiteX150" fmla="*/ 4387925 w 8343900"/>
              <a:gd name="connsiteY150" fmla="*/ 787266 h 8343899"/>
              <a:gd name="connsiteX151" fmla="*/ 4400935 w 8343900"/>
              <a:gd name="connsiteY151" fmla="*/ 865567 h 8343899"/>
              <a:gd name="connsiteX152" fmla="*/ 4410526 w 8343900"/>
              <a:gd name="connsiteY152" fmla="*/ 891030 h 8343899"/>
              <a:gd name="connsiteX153" fmla="*/ 4434078 w 8343900"/>
              <a:gd name="connsiteY153" fmla="*/ 938783 h 8343899"/>
              <a:gd name="connsiteX154" fmla="*/ 4473233 w 8343900"/>
              <a:gd name="connsiteY154" fmla="*/ 1050442 h 8343899"/>
              <a:gd name="connsiteX155" fmla="*/ 4475441 w 8343900"/>
              <a:gd name="connsiteY155" fmla="*/ 1063864 h 8343899"/>
              <a:gd name="connsiteX156" fmla="*/ 4493127 w 8343900"/>
              <a:gd name="connsiteY156" fmla="*/ 1098197 h 8343899"/>
              <a:gd name="connsiteX157" fmla="*/ 4516297 w 8343900"/>
              <a:gd name="connsiteY157" fmla="*/ 1180377 h 8343899"/>
              <a:gd name="connsiteX158" fmla="*/ 4554145 w 8343900"/>
              <a:gd name="connsiteY158" fmla="*/ 1395110 h 8343899"/>
              <a:gd name="connsiteX159" fmla="*/ 4570603 w 8343900"/>
              <a:gd name="connsiteY159" fmla="*/ 1427734 h 8343899"/>
              <a:gd name="connsiteX160" fmla="*/ 4631091 w 8343900"/>
              <a:gd name="connsiteY160" fmla="*/ 1617935 h 8343899"/>
              <a:gd name="connsiteX161" fmla="*/ 4641404 w 8343900"/>
              <a:gd name="connsiteY161" fmla="*/ 1700341 h 8343899"/>
              <a:gd name="connsiteX162" fmla="*/ 4697906 w 8343900"/>
              <a:gd name="connsiteY162" fmla="*/ 1707982 h 8343899"/>
              <a:gd name="connsiteX163" fmla="*/ 5157418 w 8343900"/>
              <a:gd name="connsiteY163" fmla="*/ 1862946 h 8343899"/>
              <a:gd name="connsiteX164" fmla="*/ 5231870 w 8343900"/>
              <a:gd name="connsiteY164" fmla="*/ 1902292 h 8343899"/>
              <a:gd name="connsiteX165" fmla="*/ 5393582 w 8343900"/>
              <a:gd name="connsiteY165" fmla="*/ 1961815 h 8343899"/>
              <a:gd name="connsiteX166" fmla="*/ 5957710 w 8343900"/>
              <a:gd name="connsiteY166" fmla="*/ 2407329 h 8343899"/>
              <a:gd name="connsiteX167" fmla="*/ 5981566 w 8343900"/>
              <a:gd name="connsiteY167" fmla="*/ 2433577 h 8343899"/>
              <a:gd name="connsiteX168" fmla="*/ 8343900 w 8343900"/>
              <a:gd name="connsiteY168" fmla="*/ 4171949 h 8343899"/>
              <a:gd name="connsiteX169" fmla="*/ 8126963 w 8343900"/>
              <a:gd name="connsiteY169" fmla="*/ 4238810 h 8343899"/>
              <a:gd name="connsiteX170" fmla="*/ 8103601 w 8343900"/>
              <a:gd name="connsiteY170" fmla="*/ 4242158 h 8343899"/>
              <a:gd name="connsiteX171" fmla="*/ 8003131 w 8343900"/>
              <a:gd name="connsiteY171" fmla="*/ 4263512 h 8343899"/>
              <a:gd name="connsiteX172" fmla="*/ 7913624 w 8343900"/>
              <a:gd name="connsiteY172" fmla="*/ 4292091 h 8343899"/>
              <a:gd name="connsiteX173" fmla="*/ 7774874 w 8343900"/>
              <a:gd name="connsiteY173" fmla="*/ 4335725 h 8343899"/>
              <a:gd name="connsiteX174" fmla="*/ 7753851 w 8343900"/>
              <a:gd name="connsiteY174" fmla="*/ 4339113 h 8343899"/>
              <a:gd name="connsiteX175" fmla="*/ 7723335 w 8343900"/>
              <a:gd name="connsiteY175" fmla="*/ 4346366 h 8343899"/>
              <a:gd name="connsiteX176" fmla="*/ 7444232 w 8343900"/>
              <a:gd name="connsiteY176" fmla="*/ 4423155 h 8343899"/>
              <a:gd name="connsiteX177" fmla="*/ 7423270 w 8343900"/>
              <a:gd name="connsiteY177" fmla="*/ 4429544 h 8343899"/>
              <a:gd name="connsiteX178" fmla="*/ 7383432 w 8343900"/>
              <a:gd name="connsiteY178" fmla="*/ 4455880 h 8343899"/>
              <a:gd name="connsiteX179" fmla="*/ 7239790 w 8343900"/>
              <a:gd name="connsiteY179" fmla="*/ 4486028 h 8343899"/>
              <a:gd name="connsiteX180" fmla="*/ 7210756 w 8343900"/>
              <a:gd name="connsiteY180" fmla="*/ 4488978 h 8343899"/>
              <a:gd name="connsiteX181" fmla="*/ 7154619 w 8343900"/>
              <a:gd name="connsiteY181" fmla="*/ 4502496 h 8343899"/>
              <a:gd name="connsiteX182" fmla="*/ 7033128 w 8343900"/>
              <a:gd name="connsiteY182" fmla="*/ 4531833 h 8343899"/>
              <a:gd name="connsiteX183" fmla="*/ 6994398 w 8343900"/>
              <a:gd name="connsiteY183" fmla="*/ 4548758 h 8343899"/>
              <a:gd name="connsiteX184" fmla="*/ 6682085 w 8343900"/>
              <a:gd name="connsiteY184" fmla="*/ 4644917 h 8343899"/>
              <a:gd name="connsiteX185" fmla="*/ 6630532 w 8343900"/>
              <a:gd name="connsiteY185" fmla="*/ 4655547 h 8343899"/>
              <a:gd name="connsiteX186" fmla="*/ 6594044 w 8343900"/>
              <a:gd name="connsiteY186" fmla="*/ 4795756 h 8343899"/>
              <a:gd name="connsiteX187" fmla="*/ 6526035 w 8343900"/>
              <a:gd name="connsiteY187" fmla="*/ 4982261 h 8343899"/>
              <a:gd name="connsiteX188" fmla="*/ 6523940 w 8343900"/>
              <a:gd name="connsiteY188" fmla="*/ 4986615 h 8343899"/>
              <a:gd name="connsiteX189" fmla="*/ 6493463 w 8343900"/>
              <a:gd name="connsiteY189" fmla="*/ 5094093 h 8343899"/>
              <a:gd name="connsiteX190" fmla="*/ 5780491 w 8343900"/>
              <a:gd name="connsiteY190" fmla="*/ 6097637 h 8343899"/>
              <a:gd name="connsiteX191" fmla="*/ 5777375 w 8343900"/>
              <a:gd name="connsiteY191" fmla="*/ 6099966 h 8343899"/>
              <a:gd name="connsiteX192" fmla="*/ 5633955 w 8343900"/>
              <a:gd name="connsiteY192" fmla="*/ 5927401 h 8343899"/>
              <a:gd name="connsiteX193" fmla="*/ 5604490 w 8343900"/>
              <a:gd name="connsiteY193" fmla="*/ 5896320 h 8343899"/>
              <a:gd name="connsiteX194" fmla="*/ 5564588 w 8343900"/>
              <a:gd name="connsiteY194" fmla="*/ 5863065 h 8343899"/>
              <a:gd name="connsiteX195" fmla="*/ 5578532 w 8343900"/>
              <a:gd name="connsiteY195" fmla="*/ 5852638 h 8343899"/>
              <a:gd name="connsiteX196" fmla="*/ 6281845 w 8343900"/>
              <a:gd name="connsiteY196" fmla="*/ 4712303 h 8343899"/>
              <a:gd name="connsiteX197" fmla="*/ 6322582 w 8343900"/>
              <a:gd name="connsiteY197" fmla="*/ 4530162 h 8343899"/>
              <a:gd name="connsiteX198" fmla="*/ 6347086 w 8343900"/>
              <a:gd name="connsiteY198" fmla="*/ 4396020 h 8343899"/>
              <a:gd name="connsiteX199" fmla="*/ 6371140 w 8343900"/>
              <a:gd name="connsiteY199" fmla="*/ 4171949 h 8343899"/>
              <a:gd name="connsiteX200" fmla="*/ 6244762 w 8343900"/>
              <a:gd name="connsiteY200" fmla="*/ 3464109 h 8343899"/>
              <a:gd name="connsiteX201" fmla="*/ 6211873 w 8343900"/>
              <a:gd name="connsiteY201" fmla="*/ 3350837 h 8343899"/>
              <a:gd name="connsiteX202" fmla="*/ 6168434 w 8343900"/>
              <a:gd name="connsiteY202" fmla="*/ 3251005 h 8343899"/>
              <a:gd name="connsiteX203" fmla="*/ 6108261 w 8343900"/>
              <a:gd name="connsiteY203" fmla="*/ 3133761 h 8343899"/>
              <a:gd name="connsiteX204" fmla="*/ 6009748 w 8343900"/>
              <a:gd name="connsiteY204" fmla="*/ 2971604 h 8343899"/>
              <a:gd name="connsiteX205" fmla="*/ 6248111 w 8343900"/>
              <a:gd name="connsiteY205" fmla="*/ 2757503 h 8343899"/>
              <a:gd name="connsiteX206" fmla="*/ 6262439 w 8343900"/>
              <a:gd name="connsiteY206" fmla="*/ 2776664 h 8343899"/>
              <a:gd name="connsiteX207" fmla="*/ 6658752 w 8343900"/>
              <a:gd name="connsiteY207" fmla="*/ 3593042 h 8343899"/>
              <a:gd name="connsiteX208" fmla="*/ 6678545 w 8343900"/>
              <a:gd name="connsiteY208" fmla="*/ 3707443 h 8343899"/>
              <a:gd name="connsiteX209" fmla="*/ 6702225 w 8343900"/>
              <a:gd name="connsiteY209" fmla="*/ 3715341 h 8343899"/>
              <a:gd name="connsiteX210" fmla="*/ 6797905 w 8343900"/>
              <a:gd name="connsiteY210" fmla="*/ 3743204 h 8343899"/>
              <a:gd name="connsiteX211" fmla="*/ 6850687 w 8343900"/>
              <a:gd name="connsiteY211" fmla="*/ 3755989 h 8343899"/>
              <a:gd name="connsiteX212" fmla="*/ 6857492 w 8343900"/>
              <a:gd name="connsiteY212" fmla="*/ 3756913 h 8343899"/>
              <a:gd name="connsiteX213" fmla="*/ 7124976 w 8343900"/>
              <a:gd name="connsiteY213" fmla="*/ 3825498 h 8343899"/>
              <a:gd name="connsiteX214" fmla="*/ 7161717 w 8343900"/>
              <a:gd name="connsiteY214" fmla="*/ 3839630 h 8343899"/>
              <a:gd name="connsiteX215" fmla="*/ 7237365 w 8343900"/>
              <a:gd name="connsiteY215" fmla="*/ 3863253 h 8343899"/>
              <a:gd name="connsiteX216" fmla="*/ 7346442 w 8343900"/>
              <a:gd name="connsiteY216" fmla="*/ 3893438 h 8343899"/>
              <a:gd name="connsiteX217" fmla="*/ 7356648 w 8343900"/>
              <a:gd name="connsiteY217" fmla="*/ 3896701 h 8343899"/>
              <a:gd name="connsiteX218" fmla="*/ 7366000 w 8343900"/>
              <a:gd name="connsiteY218" fmla="*/ 3898899 h 8343899"/>
              <a:gd name="connsiteX219" fmla="*/ 7776761 w 8343900"/>
              <a:gd name="connsiteY219" fmla="*/ 4015372 h 8343899"/>
              <a:gd name="connsiteX220" fmla="*/ 7789230 w 8343900"/>
              <a:gd name="connsiteY220" fmla="*/ 4019086 h 8343899"/>
              <a:gd name="connsiteX221" fmla="*/ 7796276 w 8343900"/>
              <a:gd name="connsiteY221" fmla="*/ 4019041 h 8343899"/>
              <a:gd name="connsiteX222" fmla="*/ 8343900 w 8343900"/>
              <a:gd name="connsiteY222" fmla="*/ 4171949 h 834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</a:cxnLst>
            <a:rect l="l" t="t" r="r" b="b"/>
            <a:pathLst>
              <a:path w="8343900" h="8343899">
                <a:moveTo>
                  <a:pt x="2508925" y="5552743"/>
                </a:moveTo>
                <a:cubicBezTo>
                  <a:pt x="2475440" y="5622842"/>
                  <a:pt x="2333644" y="5697008"/>
                  <a:pt x="2272572" y="5765038"/>
                </a:cubicBezTo>
                <a:cubicBezTo>
                  <a:pt x="2270451" y="5763646"/>
                  <a:pt x="2269973" y="5761807"/>
                  <a:pt x="2267402" y="5759350"/>
                </a:cubicBezTo>
                <a:cubicBezTo>
                  <a:pt x="2152221" y="5614218"/>
                  <a:pt x="2034979" y="5433333"/>
                  <a:pt x="1936535" y="5234434"/>
                </a:cubicBezTo>
                <a:lnTo>
                  <a:pt x="1936318" y="5233951"/>
                </a:lnTo>
                <a:lnTo>
                  <a:pt x="1916330" y="5202203"/>
                </a:lnTo>
                <a:cubicBezTo>
                  <a:pt x="1832209" y="5061445"/>
                  <a:pt x="1764003" y="4922179"/>
                  <a:pt x="1723581" y="4758953"/>
                </a:cubicBezTo>
                <a:lnTo>
                  <a:pt x="1700160" y="4639307"/>
                </a:lnTo>
                <a:lnTo>
                  <a:pt x="1681217" y="4636614"/>
                </a:lnTo>
                <a:cubicBezTo>
                  <a:pt x="1585694" y="4624303"/>
                  <a:pt x="1490428" y="4613652"/>
                  <a:pt x="1408176" y="4565141"/>
                </a:cubicBezTo>
                <a:lnTo>
                  <a:pt x="1405685" y="4563829"/>
                </a:lnTo>
                <a:lnTo>
                  <a:pt x="1388618" y="4559680"/>
                </a:lnTo>
                <a:cubicBezTo>
                  <a:pt x="1180012" y="4496663"/>
                  <a:pt x="1150878" y="4552276"/>
                  <a:pt x="958342" y="4439538"/>
                </a:cubicBezTo>
                <a:lnTo>
                  <a:pt x="956990" y="4438865"/>
                </a:lnTo>
                <a:lnTo>
                  <a:pt x="938784" y="4434077"/>
                </a:lnTo>
                <a:cubicBezTo>
                  <a:pt x="753834" y="4379716"/>
                  <a:pt x="711721" y="4386469"/>
                  <a:pt x="574054" y="4338287"/>
                </a:cubicBezTo>
                <a:lnTo>
                  <a:pt x="569594" y="4336630"/>
                </a:lnTo>
                <a:lnTo>
                  <a:pt x="559976" y="4335108"/>
                </a:lnTo>
                <a:cubicBezTo>
                  <a:pt x="517260" y="4326111"/>
                  <a:pt x="474285" y="4313325"/>
                  <a:pt x="430276" y="4292091"/>
                </a:cubicBezTo>
                <a:lnTo>
                  <a:pt x="399198" y="4278986"/>
                </a:lnTo>
                <a:lnTo>
                  <a:pt x="379284" y="4273593"/>
                </a:lnTo>
                <a:cubicBezTo>
                  <a:pt x="262495" y="4245985"/>
                  <a:pt x="171277" y="4245461"/>
                  <a:pt x="0" y="4171949"/>
                </a:cubicBezTo>
                <a:cubicBezTo>
                  <a:pt x="195496" y="4125856"/>
                  <a:pt x="270131" y="4073647"/>
                  <a:pt x="445899" y="4038469"/>
                </a:cubicBezTo>
                <a:lnTo>
                  <a:pt x="451472" y="4037521"/>
                </a:lnTo>
                <a:lnTo>
                  <a:pt x="487456" y="4027058"/>
                </a:lnTo>
                <a:cubicBezTo>
                  <a:pt x="506792" y="4022821"/>
                  <a:pt x="526689" y="4020001"/>
                  <a:pt x="547624" y="4019041"/>
                </a:cubicBezTo>
                <a:lnTo>
                  <a:pt x="578247" y="4014912"/>
                </a:lnTo>
                <a:lnTo>
                  <a:pt x="613424" y="4008189"/>
                </a:lnTo>
                <a:lnTo>
                  <a:pt x="678814" y="3989844"/>
                </a:lnTo>
                <a:lnTo>
                  <a:pt x="786325" y="3946056"/>
                </a:lnTo>
                <a:cubicBezTo>
                  <a:pt x="843935" y="3921057"/>
                  <a:pt x="900793" y="3897457"/>
                  <a:pt x="958697" y="3889792"/>
                </a:cubicBezTo>
                <a:lnTo>
                  <a:pt x="968208" y="3889496"/>
                </a:lnTo>
                <a:lnTo>
                  <a:pt x="975763" y="3887856"/>
                </a:lnTo>
                <a:cubicBezTo>
                  <a:pt x="990217" y="3886082"/>
                  <a:pt x="1003933" y="3885980"/>
                  <a:pt x="1017016" y="3887977"/>
                </a:cubicBezTo>
                <a:lnTo>
                  <a:pt x="1060711" y="3887394"/>
                </a:lnTo>
                <a:lnTo>
                  <a:pt x="1096790" y="3879287"/>
                </a:lnTo>
                <a:cubicBezTo>
                  <a:pt x="1165995" y="3857640"/>
                  <a:pt x="1246180" y="3807044"/>
                  <a:pt x="1368555" y="3780472"/>
                </a:cubicBezTo>
                <a:lnTo>
                  <a:pt x="1436702" y="3769535"/>
                </a:lnTo>
                <a:lnTo>
                  <a:pt x="1486408" y="3756913"/>
                </a:lnTo>
                <a:cubicBezTo>
                  <a:pt x="1540906" y="3748509"/>
                  <a:pt x="1590236" y="3737080"/>
                  <a:pt x="1635389" y="3724422"/>
                </a:cubicBezTo>
                <a:lnTo>
                  <a:pt x="1717550" y="3697995"/>
                </a:lnTo>
                <a:lnTo>
                  <a:pt x="1726913" y="3627373"/>
                </a:lnTo>
                <a:cubicBezTo>
                  <a:pt x="1783722" y="3280158"/>
                  <a:pt x="1914226" y="2953984"/>
                  <a:pt x="2123741" y="2776664"/>
                </a:cubicBezTo>
                <a:cubicBezTo>
                  <a:pt x="2127494" y="2763686"/>
                  <a:pt x="2135348" y="2756011"/>
                  <a:pt x="2144315" y="2747424"/>
                </a:cubicBezTo>
                <a:lnTo>
                  <a:pt x="2152613" y="2738869"/>
                </a:lnTo>
                <a:lnTo>
                  <a:pt x="2171563" y="2712711"/>
                </a:lnTo>
                <a:cubicBezTo>
                  <a:pt x="2261285" y="2787449"/>
                  <a:pt x="2286571" y="2850048"/>
                  <a:pt x="2387669" y="2953307"/>
                </a:cubicBezTo>
                <a:cubicBezTo>
                  <a:pt x="2387535" y="2953497"/>
                  <a:pt x="2387219" y="2953755"/>
                  <a:pt x="2387016" y="2954181"/>
                </a:cubicBezTo>
                <a:cubicBezTo>
                  <a:pt x="2217325" y="3202575"/>
                  <a:pt x="2063905" y="3558287"/>
                  <a:pt x="2019573" y="3874432"/>
                </a:cubicBezTo>
                <a:lnTo>
                  <a:pt x="2009289" y="3999744"/>
                </a:lnTo>
                <a:lnTo>
                  <a:pt x="2015040" y="4171949"/>
                </a:lnTo>
                <a:cubicBezTo>
                  <a:pt x="2022135" y="4359981"/>
                  <a:pt x="2043240" y="4533889"/>
                  <a:pt x="2079216" y="4694456"/>
                </a:cubicBezTo>
                <a:lnTo>
                  <a:pt x="2113405" y="4824773"/>
                </a:lnTo>
                <a:lnTo>
                  <a:pt x="2164255" y="4969557"/>
                </a:lnTo>
                <a:cubicBezTo>
                  <a:pt x="2226184" y="5127747"/>
                  <a:pt x="2303035" y="5274302"/>
                  <a:pt x="2387016" y="5389718"/>
                </a:cubicBezTo>
                <a:cubicBezTo>
                  <a:pt x="2419238" y="5422165"/>
                  <a:pt x="2440435" y="5457114"/>
                  <a:pt x="2458218" y="5486855"/>
                </a:cubicBezTo>
                <a:lnTo>
                  <a:pt x="2476572" y="5515960"/>
                </a:lnTo>
                <a:close/>
                <a:moveTo>
                  <a:pt x="5428320" y="6338534"/>
                </a:moveTo>
                <a:cubicBezTo>
                  <a:pt x="5421356" y="6345054"/>
                  <a:pt x="5414638" y="6348546"/>
                  <a:pt x="5407306" y="6352132"/>
                </a:cubicBezTo>
                <a:lnTo>
                  <a:pt x="5405314" y="6353276"/>
                </a:lnTo>
                <a:lnTo>
                  <a:pt x="5403585" y="6354383"/>
                </a:lnTo>
                <a:cubicBezTo>
                  <a:pt x="5396168" y="6357705"/>
                  <a:pt x="5389378" y="6360372"/>
                  <a:pt x="5382617" y="6366300"/>
                </a:cubicBezTo>
                <a:cubicBezTo>
                  <a:pt x="5305316" y="6419376"/>
                  <a:pt x="5215913" y="6462227"/>
                  <a:pt x="5119392" y="6497275"/>
                </a:cubicBezTo>
                <a:lnTo>
                  <a:pt x="5077545" y="6510439"/>
                </a:lnTo>
                <a:lnTo>
                  <a:pt x="4974576" y="6550659"/>
                </a:lnTo>
                <a:cubicBezTo>
                  <a:pt x="4914537" y="6572045"/>
                  <a:pt x="4853144" y="6591240"/>
                  <a:pt x="4790460" y="6607703"/>
                </a:cubicBezTo>
                <a:lnTo>
                  <a:pt x="4656817" y="6636019"/>
                </a:lnTo>
                <a:lnTo>
                  <a:pt x="4647619" y="6659962"/>
                </a:lnTo>
                <a:lnTo>
                  <a:pt x="4611480" y="6744255"/>
                </a:lnTo>
                <a:lnTo>
                  <a:pt x="4586986" y="6857491"/>
                </a:lnTo>
                <a:cubicBezTo>
                  <a:pt x="4598229" y="6974129"/>
                  <a:pt x="4507071" y="7096517"/>
                  <a:pt x="4466844" y="7287767"/>
                </a:cubicBezTo>
                <a:lnTo>
                  <a:pt x="4438300" y="7403764"/>
                </a:lnTo>
                <a:lnTo>
                  <a:pt x="4434109" y="7465387"/>
                </a:lnTo>
                <a:cubicBezTo>
                  <a:pt x="4424344" y="7534947"/>
                  <a:pt x="4402801" y="7576652"/>
                  <a:pt x="4380545" y="7617112"/>
                </a:cubicBezTo>
                <a:lnTo>
                  <a:pt x="4366681" y="7645751"/>
                </a:lnTo>
                <a:lnTo>
                  <a:pt x="4359613" y="7668581"/>
                </a:lnTo>
                <a:cubicBezTo>
                  <a:pt x="4349468" y="7702327"/>
                  <a:pt x="4341120" y="7732193"/>
                  <a:pt x="4335780" y="7757159"/>
                </a:cubicBezTo>
                <a:cubicBezTo>
                  <a:pt x="4333110" y="7769641"/>
                  <a:pt x="4328835" y="7783353"/>
                  <a:pt x="4323364" y="7798395"/>
                </a:cubicBezTo>
                <a:lnTo>
                  <a:pt x="4316180" y="7816433"/>
                </a:lnTo>
                <a:lnTo>
                  <a:pt x="4313936" y="7835391"/>
                </a:lnTo>
                <a:cubicBezTo>
                  <a:pt x="4301958" y="8060586"/>
                  <a:pt x="4231838" y="8104996"/>
                  <a:pt x="4171950" y="8343899"/>
                </a:cubicBezTo>
                <a:cubicBezTo>
                  <a:pt x="4134018" y="8272067"/>
                  <a:pt x="4126637" y="8208137"/>
                  <a:pt x="4116729" y="8137901"/>
                </a:cubicBezTo>
                <a:lnTo>
                  <a:pt x="4097180" y="8033229"/>
                </a:lnTo>
                <a:lnTo>
                  <a:pt x="4093643" y="8019015"/>
                </a:lnTo>
                <a:lnTo>
                  <a:pt x="4076217" y="7963233"/>
                </a:lnTo>
                <a:cubicBezTo>
                  <a:pt x="4068141" y="7941311"/>
                  <a:pt x="4058357" y="7918329"/>
                  <a:pt x="4046347" y="7894065"/>
                </a:cubicBezTo>
                <a:cubicBezTo>
                  <a:pt x="3962278" y="7724216"/>
                  <a:pt x="3975565" y="7633867"/>
                  <a:pt x="3928625" y="7463792"/>
                </a:cubicBezTo>
                <a:lnTo>
                  <a:pt x="3913593" y="7415325"/>
                </a:lnTo>
                <a:lnTo>
                  <a:pt x="3909822" y="7405115"/>
                </a:lnTo>
                <a:cubicBezTo>
                  <a:pt x="3841924" y="7246602"/>
                  <a:pt x="3845035" y="7137968"/>
                  <a:pt x="3784219" y="6955281"/>
                </a:cubicBezTo>
                <a:lnTo>
                  <a:pt x="3772927" y="6915381"/>
                </a:lnTo>
                <a:lnTo>
                  <a:pt x="3724695" y="6813267"/>
                </a:lnTo>
                <a:cubicBezTo>
                  <a:pt x="3714749" y="6782877"/>
                  <a:pt x="3706150" y="6749549"/>
                  <a:pt x="3698209" y="6714540"/>
                </a:cubicBezTo>
                <a:lnTo>
                  <a:pt x="3679421" y="6623862"/>
                </a:lnTo>
                <a:lnTo>
                  <a:pt x="3509568" y="6588944"/>
                </a:lnTo>
                <a:cubicBezTo>
                  <a:pt x="3153938" y="6498713"/>
                  <a:pt x="2843793" y="6332373"/>
                  <a:pt x="2605688" y="6097637"/>
                </a:cubicBezTo>
                <a:cubicBezTo>
                  <a:pt x="2590723" y="6090696"/>
                  <a:pt x="2584642" y="6074180"/>
                  <a:pt x="2567800" y="6063201"/>
                </a:cubicBezTo>
                <a:cubicBezTo>
                  <a:pt x="2612770" y="5978727"/>
                  <a:pt x="2744116" y="5913395"/>
                  <a:pt x="2804952" y="5850188"/>
                </a:cubicBezTo>
                <a:cubicBezTo>
                  <a:pt x="2806148" y="5850869"/>
                  <a:pt x="2807014" y="5852169"/>
                  <a:pt x="2807648" y="5852638"/>
                </a:cubicBezTo>
                <a:cubicBezTo>
                  <a:pt x="3156481" y="6101176"/>
                  <a:pt x="3761041" y="6309437"/>
                  <a:pt x="4193090" y="6349999"/>
                </a:cubicBezTo>
                <a:cubicBezTo>
                  <a:pt x="4273750" y="6340826"/>
                  <a:pt x="4354069" y="6333689"/>
                  <a:pt x="4432426" y="6326107"/>
                </a:cubicBezTo>
                <a:lnTo>
                  <a:pt x="4555818" y="6311703"/>
                </a:lnTo>
                <a:lnTo>
                  <a:pt x="4666440" y="6295516"/>
                </a:lnTo>
                <a:cubicBezTo>
                  <a:pt x="4817139" y="6267563"/>
                  <a:pt x="4951355" y="6229243"/>
                  <a:pt x="5040885" y="6178837"/>
                </a:cubicBezTo>
                <a:cubicBezTo>
                  <a:pt x="5058609" y="6167968"/>
                  <a:pt x="5074340" y="6160423"/>
                  <a:pt x="5088910" y="6154465"/>
                </a:cubicBezTo>
                <a:lnTo>
                  <a:pt x="5117464" y="6144139"/>
                </a:lnTo>
                <a:lnTo>
                  <a:pt x="5136394" y="6137029"/>
                </a:lnTo>
                <a:lnTo>
                  <a:pt x="5156919" y="6128760"/>
                </a:lnTo>
                <a:lnTo>
                  <a:pt x="5169818" y="6123384"/>
                </a:lnTo>
                <a:lnTo>
                  <a:pt x="5211189" y="6096797"/>
                </a:lnTo>
                <a:cubicBezTo>
                  <a:pt x="5269263" y="6149529"/>
                  <a:pt x="5299410" y="6193357"/>
                  <a:pt x="5327107" y="6232305"/>
                </a:cubicBezTo>
                <a:lnTo>
                  <a:pt x="5332670" y="6239472"/>
                </a:lnTo>
                <a:lnTo>
                  <a:pt x="5377121" y="6292920"/>
                </a:lnTo>
                <a:cubicBezTo>
                  <a:pt x="5392487" y="6309450"/>
                  <a:pt x="5408872" y="6324547"/>
                  <a:pt x="5428320" y="6338534"/>
                </a:cubicBezTo>
                <a:close/>
                <a:moveTo>
                  <a:pt x="5981566" y="2433577"/>
                </a:moveTo>
                <a:cubicBezTo>
                  <a:pt x="5897686" y="2551636"/>
                  <a:pt x="5804562" y="2561805"/>
                  <a:pt x="5745625" y="2645502"/>
                </a:cubicBezTo>
                <a:cubicBezTo>
                  <a:pt x="5738694" y="2639499"/>
                  <a:pt x="5737627" y="2636283"/>
                  <a:pt x="5733204" y="2631835"/>
                </a:cubicBezTo>
                <a:cubicBezTo>
                  <a:pt x="5503717" y="2451858"/>
                  <a:pt x="5200349" y="2248114"/>
                  <a:pt x="4854552" y="2120330"/>
                </a:cubicBezTo>
                <a:lnTo>
                  <a:pt x="4701462" y="2072196"/>
                </a:lnTo>
                <a:lnTo>
                  <a:pt x="4671369" y="2064494"/>
                </a:lnTo>
                <a:cubicBezTo>
                  <a:pt x="4526096" y="2033276"/>
                  <a:pt x="4367934" y="2010474"/>
                  <a:pt x="4193090" y="1993900"/>
                </a:cubicBezTo>
                <a:cubicBezTo>
                  <a:pt x="3983487" y="2029376"/>
                  <a:pt x="3728701" y="2057732"/>
                  <a:pt x="3480529" y="2125211"/>
                </a:cubicBezTo>
                <a:lnTo>
                  <a:pt x="3323124" y="2175377"/>
                </a:lnTo>
                <a:lnTo>
                  <a:pt x="3169267" y="2253258"/>
                </a:lnTo>
                <a:cubicBezTo>
                  <a:pt x="3051025" y="2319129"/>
                  <a:pt x="2930686" y="2398186"/>
                  <a:pt x="2807648" y="2491260"/>
                </a:cubicBezTo>
                <a:cubicBezTo>
                  <a:pt x="2770564" y="2554941"/>
                  <a:pt x="2701450" y="2577416"/>
                  <a:pt x="2658087" y="2627190"/>
                </a:cubicBezTo>
                <a:cubicBezTo>
                  <a:pt x="2632905" y="2607746"/>
                  <a:pt x="2614117" y="2587655"/>
                  <a:pt x="2598337" y="2567361"/>
                </a:cubicBezTo>
                <a:lnTo>
                  <a:pt x="2580219" y="2540834"/>
                </a:lnTo>
                <a:lnTo>
                  <a:pt x="2534335" y="2489658"/>
                </a:lnTo>
                <a:cubicBezTo>
                  <a:pt x="2501929" y="2453429"/>
                  <a:pt x="2475453" y="2423721"/>
                  <a:pt x="2446162" y="2391249"/>
                </a:cubicBezTo>
                <a:cubicBezTo>
                  <a:pt x="2478821" y="2347728"/>
                  <a:pt x="2503309" y="2330168"/>
                  <a:pt x="2527329" y="2314144"/>
                </a:cubicBezTo>
                <a:lnTo>
                  <a:pt x="2556975" y="2293161"/>
                </a:lnTo>
                <a:lnTo>
                  <a:pt x="2564239" y="2286993"/>
                </a:lnTo>
                <a:cubicBezTo>
                  <a:pt x="2577059" y="2275471"/>
                  <a:pt x="2590601" y="2262413"/>
                  <a:pt x="2605688" y="2246262"/>
                </a:cubicBezTo>
                <a:cubicBezTo>
                  <a:pt x="2863254" y="1926482"/>
                  <a:pt x="3161168" y="1774274"/>
                  <a:pt x="3509491" y="1711056"/>
                </a:cubicBezTo>
                <a:lnTo>
                  <a:pt x="3680797" y="1688855"/>
                </a:lnTo>
                <a:lnTo>
                  <a:pt x="3720628" y="1588237"/>
                </a:lnTo>
                <a:lnTo>
                  <a:pt x="3772562" y="1429972"/>
                </a:lnTo>
                <a:lnTo>
                  <a:pt x="3789304" y="1368625"/>
                </a:lnTo>
                <a:lnTo>
                  <a:pt x="3812099" y="1284448"/>
                </a:lnTo>
                <a:cubicBezTo>
                  <a:pt x="3834084" y="1206008"/>
                  <a:pt x="3849594" y="1155638"/>
                  <a:pt x="3866366" y="1096750"/>
                </a:cubicBezTo>
                <a:lnTo>
                  <a:pt x="3887792" y="1018169"/>
                </a:lnTo>
                <a:lnTo>
                  <a:pt x="3887978" y="1017016"/>
                </a:lnTo>
                <a:cubicBezTo>
                  <a:pt x="3894129" y="900716"/>
                  <a:pt x="3999929" y="686402"/>
                  <a:pt x="4019042" y="547623"/>
                </a:cubicBezTo>
                <a:lnTo>
                  <a:pt x="4027067" y="512261"/>
                </a:lnTo>
                <a:lnTo>
                  <a:pt x="4034169" y="468481"/>
                </a:lnTo>
                <a:cubicBezTo>
                  <a:pt x="4065956" y="324599"/>
                  <a:pt x="4156053" y="149463"/>
                  <a:pt x="4171950" y="0"/>
                </a:cubicBezTo>
                <a:cubicBezTo>
                  <a:pt x="4204517" y="116157"/>
                  <a:pt x="4237658" y="263293"/>
                  <a:pt x="4313936" y="508508"/>
                </a:cubicBezTo>
                <a:lnTo>
                  <a:pt x="4319816" y="528921"/>
                </a:lnTo>
                <a:lnTo>
                  <a:pt x="4348204" y="586816"/>
                </a:lnTo>
                <a:cubicBezTo>
                  <a:pt x="4371386" y="648580"/>
                  <a:pt x="4379425" y="718387"/>
                  <a:pt x="4387925" y="787266"/>
                </a:cubicBezTo>
                <a:lnTo>
                  <a:pt x="4400935" y="865567"/>
                </a:lnTo>
                <a:lnTo>
                  <a:pt x="4410526" y="891030"/>
                </a:lnTo>
                <a:cubicBezTo>
                  <a:pt x="4416998" y="905932"/>
                  <a:pt x="4424710" y="921663"/>
                  <a:pt x="4434078" y="938783"/>
                </a:cubicBezTo>
                <a:cubicBezTo>
                  <a:pt x="4452815" y="973024"/>
                  <a:pt x="4464585" y="1010695"/>
                  <a:pt x="4473233" y="1050442"/>
                </a:cubicBezTo>
                <a:lnTo>
                  <a:pt x="4475441" y="1063864"/>
                </a:lnTo>
                <a:lnTo>
                  <a:pt x="4493127" y="1098197"/>
                </a:lnTo>
                <a:cubicBezTo>
                  <a:pt x="4502038" y="1122313"/>
                  <a:pt x="4509520" y="1149854"/>
                  <a:pt x="4516297" y="1180377"/>
                </a:cubicBezTo>
                <a:lnTo>
                  <a:pt x="4554145" y="1395110"/>
                </a:lnTo>
                <a:lnTo>
                  <a:pt x="4570603" y="1427734"/>
                </a:lnTo>
                <a:cubicBezTo>
                  <a:pt x="4607393" y="1487788"/>
                  <a:pt x="4621710" y="1551856"/>
                  <a:pt x="4631091" y="1617935"/>
                </a:cubicBezTo>
                <a:lnTo>
                  <a:pt x="4641404" y="1700341"/>
                </a:lnTo>
                <a:lnTo>
                  <a:pt x="4697906" y="1707982"/>
                </a:lnTo>
                <a:cubicBezTo>
                  <a:pt x="4858389" y="1740958"/>
                  <a:pt x="5011320" y="1794497"/>
                  <a:pt x="5157418" y="1862946"/>
                </a:cubicBezTo>
                <a:lnTo>
                  <a:pt x="5231870" y="1902292"/>
                </a:lnTo>
                <a:lnTo>
                  <a:pt x="5393582" y="1961815"/>
                </a:lnTo>
                <a:cubicBezTo>
                  <a:pt x="5623979" y="2061943"/>
                  <a:pt x="5825721" y="2201992"/>
                  <a:pt x="5957710" y="2407329"/>
                </a:cubicBezTo>
                <a:cubicBezTo>
                  <a:pt x="5968423" y="2413890"/>
                  <a:pt x="5969678" y="2426106"/>
                  <a:pt x="5981566" y="2433577"/>
                </a:cubicBezTo>
                <a:close/>
                <a:moveTo>
                  <a:pt x="8343900" y="4171949"/>
                </a:moveTo>
                <a:cubicBezTo>
                  <a:pt x="8249953" y="4222598"/>
                  <a:pt x="8188159" y="4231835"/>
                  <a:pt x="8126963" y="4238810"/>
                </a:cubicBezTo>
                <a:lnTo>
                  <a:pt x="8103601" y="4242158"/>
                </a:lnTo>
                <a:lnTo>
                  <a:pt x="8003131" y="4263512"/>
                </a:lnTo>
                <a:cubicBezTo>
                  <a:pt x="7966440" y="4272240"/>
                  <a:pt x="7934988" y="4281445"/>
                  <a:pt x="7913624" y="4292091"/>
                </a:cubicBezTo>
                <a:cubicBezTo>
                  <a:pt x="7867850" y="4312889"/>
                  <a:pt x="7821022" y="4326135"/>
                  <a:pt x="7774874" y="4335725"/>
                </a:cubicBezTo>
                <a:lnTo>
                  <a:pt x="7753851" y="4339113"/>
                </a:lnTo>
                <a:lnTo>
                  <a:pt x="7723335" y="4346366"/>
                </a:lnTo>
                <a:cubicBezTo>
                  <a:pt x="7642153" y="4364734"/>
                  <a:pt x="7546168" y="4386854"/>
                  <a:pt x="7444232" y="4423155"/>
                </a:cubicBezTo>
                <a:lnTo>
                  <a:pt x="7423270" y="4429544"/>
                </a:lnTo>
                <a:lnTo>
                  <a:pt x="7383432" y="4455880"/>
                </a:lnTo>
                <a:cubicBezTo>
                  <a:pt x="7340630" y="4476924"/>
                  <a:pt x="7293046" y="4481227"/>
                  <a:pt x="7239790" y="4486028"/>
                </a:cubicBezTo>
                <a:lnTo>
                  <a:pt x="7210756" y="4488978"/>
                </a:lnTo>
                <a:lnTo>
                  <a:pt x="7154619" y="4502496"/>
                </a:lnTo>
                <a:lnTo>
                  <a:pt x="7033128" y="4531833"/>
                </a:lnTo>
                <a:lnTo>
                  <a:pt x="6994398" y="4548758"/>
                </a:lnTo>
                <a:cubicBezTo>
                  <a:pt x="6889446" y="4603928"/>
                  <a:pt x="6792745" y="4623203"/>
                  <a:pt x="6682085" y="4644917"/>
                </a:cubicBezTo>
                <a:lnTo>
                  <a:pt x="6630532" y="4655547"/>
                </a:lnTo>
                <a:lnTo>
                  <a:pt x="6594044" y="4795756"/>
                </a:lnTo>
                <a:cubicBezTo>
                  <a:pt x="6574095" y="4859443"/>
                  <a:pt x="6551319" y="4921522"/>
                  <a:pt x="6526035" y="4982261"/>
                </a:cubicBezTo>
                <a:lnTo>
                  <a:pt x="6523940" y="4986615"/>
                </a:lnTo>
                <a:lnTo>
                  <a:pt x="6493463" y="5094093"/>
                </a:lnTo>
                <a:cubicBezTo>
                  <a:pt x="6345745" y="5542950"/>
                  <a:pt x="6123377" y="5882840"/>
                  <a:pt x="5780491" y="6097637"/>
                </a:cubicBezTo>
                <a:cubicBezTo>
                  <a:pt x="5779534" y="6098863"/>
                  <a:pt x="5777801" y="6099121"/>
                  <a:pt x="5777375" y="6099966"/>
                </a:cubicBezTo>
                <a:cubicBezTo>
                  <a:pt x="5707473" y="6054124"/>
                  <a:pt x="5688366" y="5991676"/>
                  <a:pt x="5633955" y="5927401"/>
                </a:cubicBezTo>
                <a:lnTo>
                  <a:pt x="5604490" y="5896320"/>
                </a:lnTo>
                <a:lnTo>
                  <a:pt x="5564588" y="5863065"/>
                </a:lnTo>
                <a:cubicBezTo>
                  <a:pt x="5570713" y="5857099"/>
                  <a:pt x="5574370" y="5856502"/>
                  <a:pt x="5578532" y="5852638"/>
                </a:cubicBezTo>
                <a:cubicBezTo>
                  <a:pt x="5861667" y="5587671"/>
                  <a:pt x="6141225" y="5211337"/>
                  <a:pt x="6281845" y="4712303"/>
                </a:cubicBezTo>
                <a:lnTo>
                  <a:pt x="6322582" y="4530162"/>
                </a:lnTo>
                <a:lnTo>
                  <a:pt x="6347086" y="4396020"/>
                </a:lnTo>
                <a:cubicBezTo>
                  <a:pt x="6358114" y="4319446"/>
                  <a:pt x="6366051" y="4244392"/>
                  <a:pt x="6371140" y="4171949"/>
                </a:cubicBezTo>
                <a:cubicBezTo>
                  <a:pt x="6320145" y="3918552"/>
                  <a:pt x="6296729" y="3673035"/>
                  <a:pt x="6244762" y="3464109"/>
                </a:cubicBezTo>
                <a:lnTo>
                  <a:pt x="6211873" y="3350837"/>
                </a:lnTo>
                <a:lnTo>
                  <a:pt x="6168434" y="3251005"/>
                </a:lnTo>
                <a:cubicBezTo>
                  <a:pt x="6149247" y="3210430"/>
                  <a:pt x="6129128" y="3171221"/>
                  <a:pt x="6108261" y="3133761"/>
                </a:cubicBezTo>
                <a:cubicBezTo>
                  <a:pt x="6058208" y="3079435"/>
                  <a:pt x="6055968" y="3037659"/>
                  <a:pt x="6009748" y="2971604"/>
                </a:cubicBezTo>
                <a:cubicBezTo>
                  <a:pt x="6097377" y="2853495"/>
                  <a:pt x="6159033" y="2839980"/>
                  <a:pt x="6248111" y="2757503"/>
                </a:cubicBezTo>
                <a:cubicBezTo>
                  <a:pt x="6254231" y="2764828"/>
                  <a:pt x="6259195" y="2772947"/>
                  <a:pt x="6262439" y="2776664"/>
                </a:cubicBezTo>
                <a:cubicBezTo>
                  <a:pt x="6414343" y="2973581"/>
                  <a:pt x="6582156" y="3253603"/>
                  <a:pt x="6658752" y="3593042"/>
                </a:cubicBezTo>
                <a:lnTo>
                  <a:pt x="6678545" y="3707443"/>
                </a:lnTo>
                <a:lnTo>
                  <a:pt x="6702225" y="3715341"/>
                </a:lnTo>
                <a:cubicBezTo>
                  <a:pt x="6730727" y="3724429"/>
                  <a:pt x="6761891" y="3733729"/>
                  <a:pt x="6797905" y="3743204"/>
                </a:cubicBezTo>
                <a:lnTo>
                  <a:pt x="6850687" y="3755989"/>
                </a:lnTo>
                <a:lnTo>
                  <a:pt x="6857492" y="3756913"/>
                </a:lnTo>
                <a:cubicBezTo>
                  <a:pt x="6972133" y="3766585"/>
                  <a:pt x="7050760" y="3795640"/>
                  <a:pt x="7124976" y="3825498"/>
                </a:cubicBezTo>
                <a:lnTo>
                  <a:pt x="7161717" y="3839630"/>
                </a:lnTo>
                <a:lnTo>
                  <a:pt x="7237365" y="3863253"/>
                </a:lnTo>
                <a:cubicBezTo>
                  <a:pt x="7270855" y="3873389"/>
                  <a:pt x="7305952" y="3883380"/>
                  <a:pt x="7346442" y="3893438"/>
                </a:cubicBezTo>
                <a:lnTo>
                  <a:pt x="7356648" y="3896701"/>
                </a:lnTo>
                <a:lnTo>
                  <a:pt x="7366000" y="3898899"/>
                </a:lnTo>
                <a:cubicBezTo>
                  <a:pt x="7511502" y="3918224"/>
                  <a:pt x="7664021" y="3979160"/>
                  <a:pt x="7776761" y="4015372"/>
                </a:cubicBezTo>
                <a:lnTo>
                  <a:pt x="7789230" y="4019086"/>
                </a:lnTo>
                <a:lnTo>
                  <a:pt x="7796276" y="4019041"/>
                </a:lnTo>
                <a:cubicBezTo>
                  <a:pt x="7923656" y="4004911"/>
                  <a:pt x="8114133" y="4132269"/>
                  <a:pt x="8343900" y="417194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E764CE6-EE2F-459C-8F8D-4362E60136BF}"/>
              </a:ext>
            </a:extLst>
          </p:cNvPr>
          <p:cNvGrpSpPr/>
          <p:nvPr/>
        </p:nvGrpSpPr>
        <p:grpSpPr>
          <a:xfrm rot="19828201">
            <a:off x="5279709" y="2038392"/>
            <a:ext cx="1415325" cy="1489211"/>
            <a:chOff x="5193909" y="2479815"/>
            <a:chExt cx="1804182" cy="1898368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25B32EEC-3A5B-42CA-8331-3BFB6DAB6409}"/>
                </a:ext>
              </a:extLst>
            </p:cNvPr>
            <p:cNvSpPr/>
            <p:nvPr/>
          </p:nvSpPr>
          <p:spPr>
            <a:xfrm>
              <a:off x="5617456" y="3093771"/>
              <a:ext cx="1188315" cy="11883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1BB9494F-C744-487D-9556-D6A477A06362}"/>
                </a:ext>
              </a:extLst>
            </p:cNvPr>
            <p:cNvSpPr/>
            <p:nvPr/>
          </p:nvSpPr>
          <p:spPr>
            <a:xfrm rot="18916223">
              <a:off x="5193909" y="2479815"/>
              <a:ext cx="1804182" cy="1898368"/>
            </a:xfrm>
            <a:custGeom>
              <a:avLst/>
              <a:gdLst>
                <a:gd name="connsiteX0" fmla="*/ 2869038 w 4877140"/>
                <a:gd name="connsiteY0" fmla="*/ 3080405 h 5131748"/>
                <a:gd name="connsiteX1" fmla="*/ 2873804 w 4877140"/>
                <a:gd name="connsiteY1" fmla="*/ 4090238 h 5131748"/>
                <a:gd name="connsiteX2" fmla="*/ 1863970 w 4877140"/>
                <a:gd name="connsiteY2" fmla="*/ 4095004 h 5131748"/>
                <a:gd name="connsiteX3" fmla="*/ 1859205 w 4877140"/>
                <a:gd name="connsiteY3" fmla="*/ 3085170 h 5131748"/>
                <a:gd name="connsiteX4" fmla="*/ 2869038 w 4877140"/>
                <a:gd name="connsiteY4" fmla="*/ 3080405 h 5131748"/>
                <a:gd name="connsiteX5" fmla="*/ 3186981 w 4877140"/>
                <a:gd name="connsiteY5" fmla="*/ 2499237 h 5131748"/>
                <a:gd name="connsiteX6" fmla="*/ 1379362 w 4877140"/>
                <a:gd name="connsiteY6" fmla="*/ 2507767 h 5131748"/>
                <a:gd name="connsiteX7" fmla="*/ 1387893 w 4877140"/>
                <a:gd name="connsiteY7" fmla="*/ 4315386 h 5131748"/>
                <a:gd name="connsiteX8" fmla="*/ 3195512 w 4877140"/>
                <a:gd name="connsiteY8" fmla="*/ 4306856 h 5131748"/>
                <a:gd name="connsiteX9" fmla="*/ 3186981 w 4877140"/>
                <a:gd name="connsiteY9" fmla="*/ 2499237 h 5131748"/>
                <a:gd name="connsiteX10" fmla="*/ 4151814 w 4877140"/>
                <a:gd name="connsiteY10" fmla="*/ 776412 h 5131748"/>
                <a:gd name="connsiteX11" fmla="*/ 4014279 w 4877140"/>
                <a:gd name="connsiteY11" fmla="*/ 1547372 h 5131748"/>
                <a:gd name="connsiteX12" fmla="*/ 4031405 w 4877140"/>
                <a:gd name="connsiteY12" fmla="*/ 1570438 h 5131748"/>
                <a:gd name="connsiteX13" fmla="*/ 4877140 w 4877140"/>
                <a:gd name="connsiteY13" fmla="*/ 1519677 h 5131748"/>
                <a:gd name="connsiteX14" fmla="*/ 4337623 w 4877140"/>
                <a:gd name="connsiteY14" fmla="*/ 2143916 h 5131748"/>
                <a:gd name="connsiteX15" fmla="*/ 4375309 w 4877140"/>
                <a:gd name="connsiteY15" fmla="*/ 2250050 h 5131748"/>
                <a:gd name="connsiteX16" fmla="*/ 3823166 w 4877140"/>
                <a:gd name="connsiteY16" fmla="*/ 4469597 h 5131748"/>
                <a:gd name="connsiteX17" fmla="*/ 662151 w 4877140"/>
                <a:gd name="connsiteY17" fmla="*/ 4484514 h 5131748"/>
                <a:gd name="connsiteX18" fmla="*/ 647234 w 4877140"/>
                <a:gd name="connsiteY18" fmla="*/ 1323499 h 5131748"/>
                <a:gd name="connsiteX19" fmla="*/ 2224652 w 4877140"/>
                <a:gd name="connsiteY19" fmla="*/ 661373 h 5131748"/>
                <a:gd name="connsiteX20" fmla="*/ 2397608 w 4877140"/>
                <a:gd name="connsiteY20" fmla="*/ 668813 h 5131748"/>
                <a:gd name="connsiteX21" fmla="*/ 2679638 w 4877140"/>
                <a:gd name="connsiteY21" fmla="*/ 0 h 5131748"/>
                <a:gd name="connsiteX22" fmla="*/ 3018964 w 4877140"/>
                <a:gd name="connsiteY22" fmla="*/ 804687 h 5131748"/>
                <a:gd name="connsiteX23" fmla="*/ 3062948 w 4877140"/>
                <a:gd name="connsiteY23" fmla="*/ 819839 h 5131748"/>
                <a:gd name="connsiteX24" fmla="*/ 3559736 w 4877140"/>
                <a:gd name="connsiteY24" fmla="*/ 237953 h 5131748"/>
                <a:gd name="connsiteX25" fmla="*/ 3640907 w 4877140"/>
                <a:gd name="connsiteY25" fmla="*/ 1123053 h 513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877140" h="5131748">
                  <a:moveTo>
                    <a:pt x="2869038" y="3080405"/>
                  </a:moveTo>
                  <a:cubicBezTo>
                    <a:pt x="3149212" y="3357947"/>
                    <a:pt x="3151346" y="3810065"/>
                    <a:pt x="2873804" y="4090238"/>
                  </a:cubicBezTo>
                  <a:cubicBezTo>
                    <a:pt x="2596262" y="4370412"/>
                    <a:pt x="2144144" y="4372546"/>
                    <a:pt x="1863970" y="4095004"/>
                  </a:cubicBezTo>
                  <a:cubicBezTo>
                    <a:pt x="1583797" y="3817462"/>
                    <a:pt x="1581663" y="3365344"/>
                    <a:pt x="1859205" y="3085170"/>
                  </a:cubicBezTo>
                  <a:cubicBezTo>
                    <a:pt x="2136747" y="2804997"/>
                    <a:pt x="2588864" y="2802863"/>
                    <a:pt x="2869038" y="3080405"/>
                  </a:cubicBezTo>
                  <a:close/>
                  <a:moveTo>
                    <a:pt x="3186981" y="2499237"/>
                  </a:moveTo>
                  <a:cubicBezTo>
                    <a:pt x="2685466" y="2002432"/>
                    <a:pt x="1876167" y="2006251"/>
                    <a:pt x="1379362" y="2507767"/>
                  </a:cubicBezTo>
                  <a:cubicBezTo>
                    <a:pt x="882558" y="3009283"/>
                    <a:pt x="886377" y="3818582"/>
                    <a:pt x="1387893" y="4315386"/>
                  </a:cubicBezTo>
                  <a:cubicBezTo>
                    <a:pt x="1889408" y="4812191"/>
                    <a:pt x="2698707" y="4808372"/>
                    <a:pt x="3195512" y="4306856"/>
                  </a:cubicBezTo>
                  <a:cubicBezTo>
                    <a:pt x="3692316" y="3805340"/>
                    <a:pt x="3688497" y="2996041"/>
                    <a:pt x="3186981" y="2499237"/>
                  </a:cubicBezTo>
                  <a:close/>
                  <a:moveTo>
                    <a:pt x="4151814" y="776412"/>
                  </a:moveTo>
                  <a:lnTo>
                    <a:pt x="4014279" y="1547372"/>
                  </a:lnTo>
                  <a:lnTo>
                    <a:pt x="4031405" y="1570438"/>
                  </a:lnTo>
                  <a:lnTo>
                    <a:pt x="4877140" y="1519677"/>
                  </a:lnTo>
                  <a:lnTo>
                    <a:pt x="4337623" y="2143916"/>
                  </a:lnTo>
                  <a:lnTo>
                    <a:pt x="4375309" y="2250050"/>
                  </a:lnTo>
                  <a:cubicBezTo>
                    <a:pt x="4603939" y="3009314"/>
                    <a:pt x="4420446" y="3866653"/>
                    <a:pt x="3823166" y="4469597"/>
                  </a:cubicBezTo>
                  <a:cubicBezTo>
                    <a:pt x="2954395" y="5346607"/>
                    <a:pt x="1539160" y="5353285"/>
                    <a:pt x="662151" y="4484514"/>
                  </a:cubicBezTo>
                  <a:cubicBezTo>
                    <a:pt x="-214859" y="3615743"/>
                    <a:pt x="-221537" y="2200509"/>
                    <a:pt x="647234" y="1323499"/>
                  </a:cubicBezTo>
                  <a:cubicBezTo>
                    <a:pt x="1081619" y="884994"/>
                    <a:pt x="1652621" y="664073"/>
                    <a:pt x="2224652" y="661373"/>
                  </a:cubicBezTo>
                  <a:lnTo>
                    <a:pt x="2397608" y="668813"/>
                  </a:lnTo>
                  <a:lnTo>
                    <a:pt x="2679638" y="0"/>
                  </a:lnTo>
                  <a:lnTo>
                    <a:pt x="3018964" y="804687"/>
                  </a:lnTo>
                  <a:lnTo>
                    <a:pt x="3062948" y="819839"/>
                  </a:lnTo>
                  <a:lnTo>
                    <a:pt x="3559736" y="237953"/>
                  </a:lnTo>
                  <a:lnTo>
                    <a:pt x="3640907" y="1123053"/>
                  </a:lnTo>
                  <a:close/>
                </a:path>
              </a:pathLst>
            </a:custGeom>
            <a:ln w="7620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15F8BE4-5459-40AE-8E58-E3393CCBBBEB}"/>
              </a:ext>
            </a:extLst>
          </p:cNvPr>
          <p:cNvSpPr/>
          <p:nvPr/>
        </p:nvSpPr>
        <p:spPr>
          <a:xfrm>
            <a:off x="4770174" y="4016133"/>
            <a:ext cx="2255420" cy="947086"/>
          </a:xfrm>
          <a:prstGeom prst="roundRect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67" name="Forma libre: forma 66">
            <a:extLst>
              <a:ext uri="{FF2B5EF4-FFF2-40B4-BE49-F238E27FC236}">
                <a16:creationId xmlns:a16="http://schemas.microsoft.com/office/drawing/2014/main" id="{D7619FC2-C2D5-43E0-92C9-1369D608199A}"/>
              </a:ext>
            </a:extLst>
          </p:cNvPr>
          <p:cNvSpPr/>
          <p:nvPr/>
        </p:nvSpPr>
        <p:spPr>
          <a:xfrm>
            <a:off x="4046922" y="3987604"/>
            <a:ext cx="3819022" cy="1250944"/>
          </a:xfrm>
          <a:custGeom>
            <a:avLst/>
            <a:gdLst>
              <a:gd name="connsiteX0" fmla="*/ 974774 w 3344108"/>
              <a:gd name="connsiteY0" fmla="*/ 864999 h 1115957"/>
              <a:gd name="connsiteX1" fmla="*/ 1051793 w 3344108"/>
              <a:gd name="connsiteY1" fmla="*/ 864999 h 1115957"/>
              <a:gd name="connsiteX2" fmla="*/ 1107547 w 3344108"/>
              <a:gd name="connsiteY2" fmla="*/ 878226 h 1115957"/>
              <a:gd name="connsiteX3" fmla="*/ 1123453 w 3344108"/>
              <a:gd name="connsiteY3" fmla="*/ 913219 h 1115957"/>
              <a:gd name="connsiteX4" fmla="*/ 1107380 w 3344108"/>
              <a:gd name="connsiteY4" fmla="*/ 950556 h 1115957"/>
              <a:gd name="connsiteX5" fmla="*/ 1052128 w 3344108"/>
              <a:gd name="connsiteY5" fmla="*/ 964453 h 1115957"/>
              <a:gd name="connsiteX6" fmla="*/ 974774 w 3344108"/>
              <a:gd name="connsiteY6" fmla="*/ 964453 h 1115957"/>
              <a:gd name="connsiteX7" fmla="*/ 974774 w 3344108"/>
              <a:gd name="connsiteY7" fmla="*/ 864999 h 1115957"/>
              <a:gd name="connsiteX8" fmla="*/ 2066261 w 3344108"/>
              <a:gd name="connsiteY8" fmla="*/ 706274 h 1115957"/>
              <a:gd name="connsiteX9" fmla="*/ 2120446 w 3344108"/>
              <a:gd name="connsiteY9" fmla="*/ 882747 h 1115957"/>
              <a:gd name="connsiteX10" fmla="*/ 2012641 w 3344108"/>
              <a:gd name="connsiteY10" fmla="*/ 882747 h 1115957"/>
              <a:gd name="connsiteX11" fmla="*/ 2066261 w 3344108"/>
              <a:gd name="connsiteY11" fmla="*/ 706274 h 1115957"/>
              <a:gd name="connsiteX12" fmla="*/ 1010431 w 3344108"/>
              <a:gd name="connsiteY12" fmla="*/ 676465 h 1115957"/>
              <a:gd name="connsiteX13" fmla="*/ 1041747 w 3344108"/>
              <a:gd name="connsiteY13" fmla="*/ 678480 h 1115957"/>
              <a:gd name="connsiteX14" fmla="*/ 1090135 w 3344108"/>
              <a:gd name="connsiteY14" fmla="*/ 690535 h 1115957"/>
              <a:gd name="connsiteX15" fmla="*/ 1104031 w 3344108"/>
              <a:gd name="connsiteY15" fmla="*/ 724021 h 1115957"/>
              <a:gd name="connsiteX16" fmla="*/ 1090135 w 3344108"/>
              <a:gd name="connsiteY16" fmla="*/ 759350 h 1115957"/>
              <a:gd name="connsiteX17" fmla="*/ 1040742 w 3344108"/>
              <a:gd name="connsiteY17" fmla="*/ 771572 h 1115957"/>
              <a:gd name="connsiteX18" fmla="*/ 974774 w 3344108"/>
              <a:gd name="connsiteY18" fmla="*/ 771572 h 1115957"/>
              <a:gd name="connsiteX19" fmla="*/ 974774 w 3344108"/>
              <a:gd name="connsiteY19" fmla="*/ 678480 h 1115957"/>
              <a:gd name="connsiteX20" fmla="*/ 1010431 w 3344108"/>
              <a:gd name="connsiteY20" fmla="*/ 676465 h 1115957"/>
              <a:gd name="connsiteX21" fmla="*/ 1985392 w 3344108"/>
              <a:gd name="connsiteY21" fmla="*/ 579026 h 1115957"/>
              <a:gd name="connsiteX22" fmla="*/ 1893613 w 3344108"/>
              <a:gd name="connsiteY22" fmla="*/ 845177 h 1115957"/>
              <a:gd name="connsiteX23" fmla="*/ 1862794 w 3344108"/>
              <a:gd name="connsiteY23" fmla="*/ 921850 h 1115957"/>
              <a:gd name="connsiteX24" fmla="*/ 1847329 w 3344108"/>
              <a:gd name="connsiteY24" fmla="*/ 969835 h 1115957"/>
              <a:gd name="connsiteX25" fmla="*/ 1800882 w 3344108"/>
              <a:gd name="connsiteY25" fmla="*/ 1069935 h 1115957"/>
              <a:gd name="connsiteX26" fmla="*/ 1955767 w 3344108"/>
              <a:gd name="connsiteY26" fmla="*/ 1069935 h 1115957"/>
              <a:gd name="connsiteX27" fmla="*/ 1965809 w 3344108"/>
              <a:gd name="connsiteY27" fmla="*/ 1037000 h 1115957"/>
              <a:gd name="connsiteX28" fmla="*/ 1967698 w 3344108"/>
              <a:gd name="connsiteY28" fmla="*/ 1029615 h 1115957"/>
              <a:gd name="connsiteX29" fmla="*/ 1969843 w 3344108"/>
              <a:gd name="connsiteY29" fmla="*/ 1021216 h 1115957"/>
              <a:gd name="connsiteX30" fmla="*/ 1971588 w 3344108"/>
              <a:gd name="connsiteY30" fmla="*/ 1014089 h 1115957"/>
              <a:gd name="connsiteX31" fmla="*/ 1971952 w 3344108"/>
              <a:gd name="connsiteY31" fmla="*/ 1012959 h 1115957"/>
              <a:gd name="connsiteX32" fmla="*/ 1973580 w 3344108"/>
              <a:gd name="connsiteY32" fmla="*/ 1006584 h 1115957"/>
              <a:gd name="connsiteX33" fmla="*/ 1979694 w 3344108"/>
              <a:gd name="connsiteY33" fmla="*/ 988898 h 1115957"/>
              <a:gd name="connsiteX34" fmla="*/ 2151913 w 3344108"/>
              <a:gd name="connsiteY34" fmla="*/ 988898 h 1115957"/>
              <a:gd name="connsiteX35" fmla="*/ 2176473 w 3344108"/>
              <a:gd name="connsiteY35" fmla="*/ 1069935 h 1115957"/>
              <a:gd name="connsiteX36" fmla="*/ 2256285 w 3344108"/>
              <a:gd name="connsiteY36" fmla="*/ 1070777 h 1115957"/>
              <a:gd name="connsiteX37" fmla="*/ 2266973 w 3344108"/>
              <a:gd name="connsiteY37" fmla="*/ 1070282 h 1115957"/>
              <a:gd name="connsiteX38" fmla="*/ 2335324 w 3344108"/>
              <a:gd name="connsiteY38" fmla="*/ 1069935 h 1115957"/>
              <a:gd name="connsiteX39" fmla="*/ 2150856 w 3344108"/>
              <a:gd name="connsiteY39" fmla="*/ 579026 h 1115957"/>
              <a:gd name="connsiteX40" fmla="*/ 1985392 w 3344108"/>
              <a:gd name="connsiteY40" fmla="*/ 579026 h 1115957"/>
              <a:gd name="connsiteX41" fmla="*/ 1354472 w 3344108"/>
              <a:gd name="connsiteY41" fmla="*/ 579026 h 1115957"/>
              <a:gd name="connsiteX42" fmla="*/ 1350075 w 3344108"/>
              <a:gd name="connsiteY42" fmla="*/ 828585 h 1115957"/>
              <a:gd name="connsiteX43" fmla="*/ 1349805 w 3344108"/>
              <a:gd name="connsiteY43" fmla="*/ 839234 h 1115957"/>
              <a:gd name="connsiteX44" fmla="*/ 1354176 w 3344108"/>
              <a:gd name="connsiteY44" fmla="*/ 956903 h 1115957"/>
              <a:gd name="connsiteX45" fmla="*/ 1354472 w 3344108"/>
              <a:gd name="connsiteY45" fmla="*/ 1069935 h 1115957"/>
              <a:gd name="connsiteX46" fmla="*/ 1768363 w 3344108"/>
              <a:gd name="connsiteY46" fmla="*/ 1069935 h 1115957"/>
              <a:gd name="connsiteX47" fmla="*/ 1768732 w 3344108"/>
              <a:gd name="connsiteY47" fmla="*/ 1022673 h 1115957"/>
              <a:gd name="connsiteX48" fmla="*/ 1768097 w 3344108"/>
              <a:gd name="connsiteY48" fmla="*/ 1003294 h 1115957"/>
              <a:gd name="connsiteX49" fmla="*/ 1768363 w 3344108"/>
              <a:gd name="connsiteY49" fmla="*/ 958761 h 1115957"/>
              <a:gd name="connsiteX50" fmla="*/ 1506500 w 3344108"/>
              <a:gd name="connsiteY50" fmla="*/ 958761 h 1115957"/>
              <a:gd name="connsiteX51" fmla="*/ 1506500 w 3344108"/>
              <a:gd name="connsiteY51" fmla="*/ 861985 h 1115957"/>
              <a:gd name="connsiteX52" fmla="*/ 1566736 w 3344108"/>
              <a:gd name="connsiteY52" fmla="*/ 858518 h 1115957"/>
              <a:gd name="connsiteX53" fmla="*/ 1578383 w 3344108"/>
              <a:gd name="connsiteY53" fmla="*/ 858506 h 1115957"/>
              <a:gd name="connsiteX54" fmla="*/ 1647154 w 3344108"/>
              <a:gd name="connsiteY54" fmla="*/ 855178 h 1115957"/>
              <a:gd name="connsiteX55" fmla="*/ 1742578 w 3344108"/>
              <a:gd name="connsiteY55" fmla="*/ 861985 h 1115957"/>
              <a:gd name="connsiteX56" fmla="*/ 1742814 w 3344108"/>
              <a:gd name="connsiteY56" fmla="*/ 821346 h 1115957"/>
              <a:gd name="connsiteX57" fmla="*/ 1742619 w 3344108"/>
              <a:gd name="connsiteY57" fmla="*/ 815418 h 1115957"/>
              <a:gd name="connsiteX58" fmla="*/ 1742578 w 3344108"/>
              <a:gd name="connsiteY58" fmla="*/ 761861 h 1115957"/>
              <a:gd name="connsiteX59" fmla="*/ 1669728 w 3344108"/>
              <a:gd name="connsiteY59" fmla="*/ 761180 h 1115957"/>
              <a:gd name="connsiteX60" fmla="*/ 1647345 w 3344108"/>
              <a:gd name="connsiteY60" fmla="*/ 759972 h 1115957"/>
              <a:gd name="connsiteX61" fmla="*/ 1613572 w 3344108"/>
              <a:gd name="connsiteY61" fmla="*/ 759302 h 1115957"/>
              <a:gd name="connsiteX62" fmla="*/ 1557471 w 3344108"/>
              <a:gd name="connsiteY62" fmla="*/ 757972 h 1115957"/>
              <a:gd name="connsiteX63" fmla="*/ 1506500 w 3344108"/>
              <a:gd name="connsiteY63" fmla="*/ 761861 h 1115957"/>
              <a:gd name="connsiteX64" fmla="*/ 1506500 w 3344108"/>
              <a:gd name="connsiteY64" fmla="*/ 683838 h 1115957"/>
              <a:gd name="connsiteX65" fmla="*/ 1760996 w 3344108"/>
              <a:gd name="connsiteY65" fmla="*/ 683838 h 1115957"/>
              <a:gd name="connsiteX66" fmla="*/ 1760996 w 3344108"/>
              <a:gd name="connsiteY66" fmla="*/ 579026 h 1115957"/>
              <a:gd name="connsiteX67" fmla="*/ 1354472 w 3344108"/>
              <a:gd name="connsiteY67" fmla="*/ 579026 h 1115957"/>
              <a:gd name="connsiteX68" fmla="*/ 821742 w 3344108"/>
              <a:gd name="connsiteY68" fmla="*/ 579026 h 1115957"/>
              <a:gd name="connsiteX69" fmla="*/ 821742 w 3344108"/>
              <a:gd name="connsiteY69" fmla="*/ 1069935 h 1115957"/>
              <a:gd name="connsiteX70" fmla="*/ 1083605 w 3344108"/>
              <a:gd name="connsiteY70" fmla="*/ 1069935 h 1115957"/>
              <a:gd name="connsiteX71" fmla="*/ 1151582 w 3344108"/>
              <a:gd name="connsiteY71" fmla="*/ 1063238 h 1115957"/>
              <a:gd name="connsiteX72" fmla="*/ 1209178 w 3344108"/>
              <a:gd name="connsiteY72" fmla="*/ 1047165 h 1115957"/>
              <a:gd name="connsiteX73" fmla="*/ 1236395 w 3344108"/>
              <a:gd name="connsiteY73" fmla="*/ 1024744 h 1115957"/>
              <a:gd name="connsiteX74" fmla="*/ 1257734 w 3344108"/>
              <a:gd name="connsiteY74" fmla="*/ 998944 h 1115957"/>
              <a:gd name="connsiteX75" fmla="*/ 1275481 w 3344108"/>
              <a:gd name="connsiteY75" fmla="*/ 930297 h 1115957"/>
              <a:gd name="connsiteX76" fmla="*/ 1250534 w 3344108"/>
              <a:gd name="connsiteY76" fmla="*/ 852442 h 1115957"/>
              <a:gd name="connsiteX77" fmla="*/ 1172678 w 3344108"/>
              <a:gd name="connsiteY77" fmla="*/ 808742 h 1115957"/>
              <a:gd name="connsiteX78" fmla="*/ 1225587 w 3344108"/>
              <a:gd name="connsiteY78" fmla="*/ 775925 h 1115957"/>
              <a:gd name="connsiteX79" fmla="*/ 1252711 w 3344108"/>
              <a:gd name="connsiteY79" fmla="*/ 701251 h 1115957"/>
              <a:gd name="connsiteX80" fmla="*/ 1214704 w 3344108"/>
              <a:gd name="connsiteY80" fmla="*/ 614186 h 1115957"/>
              <a:gd name="connsiteX81" fmla="*/ 1105706 w 3344108"/>
              <a:gd name="connsiteY81" fmla="*/ 579026 h 1115957"/>
              <a:gd name="connsiteX82" fmla="*/ 821742 w 3344108"/>
              <a:gd name="connsiteY82" fmla="*/ 579026 h 1115957"/>
              <a:gd name="connsiteX83" fmla="*/ 2561400 w 3344108"/>
              <a:gd name="connsiteY83" fmla="*/ 575695 h 1115957"/>
              <a:gd name="connsiteX84" fmla="*/ 2531359 w 3344108"/>
              <a:gd name="connsiteY84" fmla="*/ 576246 h 1115957"/>
              <a:gd name="connsiteX85" fmla="*/ 2301391 w 3344108"/>
              <a:gd name="connsiteY85" fmla="*/ 579026 h 1115957"/>
              <a:gd name="connsiteX86" fmla="*/ 2301391 w 3344108"/>
              <a:gd name="connsiteY86" fmla="*/ 700246 h 1115957"/>
              <a:gd name="connsiteX87" fmla="*/ 2376771 w 3344108"/>
              <a:gd name="connsiteY87" fmla="*/ 702303 h 1115957"/>
              <a:gd name="connsiteX88" fmla="*/ 2456098 w 3344108"/>
              <a:gd name="connsiteY88" fmla="*/ 700246 h 1115957"/>
              <a:gd name="connsiteX89" fmla="*/ 2452373 w 3344108"/>
              <a:gd name="connsiteY89" fmla="*/ 780979 h 1115957"/>
              <a:gd name="connsiteX90" fmla="*/ 2452342 w 3344108"/>
              <a:gd name="connsiteY90" fmla="*/ 784416 h 1115957"/>
              <a:gd name="connsiteX91" fmla="*/ 2453660 w 3344108"/>
              <a:gd name="connsiteY91" fmla="*/ 838219 h 1115957"/>
              <a:gd name="connsiteX92" fmla="*/ 2456292 w 3344108"/>
              <a:gd name="connsiteY92" fmla="*/ 893667 h 1115957"/>
              <a:gd name="connsiteX93" fmla="*/ 2456098 w 3344108"/>
              <a:gd name="connsiteY93" fmla="*/ 1069935 h 1115957"/>
              <a:gd name="connsiteX94" fmla="*/ 2607791 w 3344108"/>
              <a:gd name="connsiteY94" fmla="*/ 1069935 h 1115957"/>
              <a:gd name="connsiteX95" fmla="*/ 2607791 w 3344108"/>
              <a:gd name="connsiteY95" fmla="*/ 700246 h 1115957"/>
              <a:gd name="connsiteX96" fmla="*/ 2686522 w 3344108"/>
              <a:gd name="connsiteY96" fmla="*/ 698254 h 1115957"/>
              <a:gd name="connsiteX97" fmla="*/ 2689313 w 3344108"/>
              <a:gd name="connsiteY97" fmla="*/ 698327 h 1115957"/>
              <a:gd name="connsiteX98" fmla="*/ 2695927 w 3344108"/>
              <a:gd name="connsiteY98" fmla="*/ 698172 h 1115957"/>
              <a:gd name="connsiteX99" fmla="*/ 2762498 w 3344108"/>
              <a:gd name="connsiteY99" fmla="*/ 700246 h 1115957"/>
              <a:gd name="connsiteX100" fmla="*/ 2762498 w 3344108"/>
              <a:gd name="connsiteY100" fmla="*/ 579026 h 1115957"/>
              <a:gd name="connsiteX101" fmla="*/ 2652705 w 3344108"/>
              <a:gd name="connsiteY101" fmla="*/ 579752 h 1115957"/>
              <a:gd name="connsiteX102" fmla="*/ 3031765 w 3344108"/>
              <a:gd name="connsiteY102" fmla="*/ 570654 h 1115957"/>
              <a:gd name="connsiteX103" fmla="*/ 2911047 w 3344108"/>
              <a:gd name="connsiteY103" fmla="*/ 589909 h 1115957"/>
              <a:gd name="connsiteX104" fmla="*/ 2845079 w 3344108"/>
              <a:gd name="connsiteY104" fmla="*/ 642817 h 1115957"/>
              <a:gd name="connsiteX105" fmla="*/ 2823145 w 3344108"/>
              <a:gd name="connsiteY105" fmla="*/ 714310 h 1115957"/>
              <a:gd name="connsiteX106" fmla="*/ 2866007 w 3344108"/>
              <a:gd name="connsiteY106" fmla="*/ 809077 h 1115957"/>
              <a:gd name="connsiteX107" fmla="*/ 3008324 w 3344108"/>
              <a:gd name="connsiteY107" fmla="*/ 868682 h 1115957"/>
              <a:gd name="connsiteX108" fmla="*/ 3086013 w 3344108"/>
              <a:gd name="connsiteY108" fmla="*/ 897146 h 1115957"/>
              <a:gd name="connsiteX109" fmla="*/ 3102756 w 3344108"/>
              <a:gd name="connsiteY109" fmla="*/ 931302 h 1115957"/>
              <a:gd name="connsiteX110" fmla="*/ 3085175 w 3344108"/>
              <a:gd name="connsiteY110" fmla="*/ 966630 h 1115957"/>
              <a:gd name="connsiteX111" fmla="*/ 3064474 w 3344108"/>
              <a:gd name="connsiteY111" fmla="*/ 977245 h 1115957"/>
              <a:gd name="connsiteX112" fmla="*/ 3062782 w 3344108"/>
              <a:gd name="connsiteY112" fmla="*/ 977511 h 1115957"/>
              <a:gd name="connsiteX113" fmla="*/ 3062747 w 3344108"/>
              <a:gd name="connsiteY113" fmla="*/ 977528 h 1115957"/>
              <a:gd name="connsiteX114" fmla="*/ 3035113 w 3344108"/>
              <a:gd name="connsiteY114" fmla="*/ 981866 h 1115957"/>
              <a:gd name="connsiteX115" fmla="*/ 2968141 w 3344108"/>
              <a:gd name="connsiteY115" fmla="*/ 952063 h 1115957"/>
              <a:gd name="connsiteX116" fmla="*/ 2949054 w 3344108"/>
              <a:gd name="connsiteY116" fmla="*/ 898485 h 1115957"/>
              <a:gd name="connsiteX117" fmla="*/ 2804727 w 3344108"/>
              <a:gd name="connsiteY117" fmla="*/ 907527 h 1115957"/>
              <a:gd name="connsiteX118" fmla="*/ 2859310 w 3344108"/>
              <a:gd name="connsiteY118" fmla="*/ 1030087 h 1115957"/>
              <a:gd name="connsiteX119" fmla="*/ 3032769 w 3344108"/>
              <a:gd name="connsiteY119" fmla="*/ 1078307 h 1115957"/>
              <a:gd name="connsiteX120" fmla="*/ 3150976 w 3344108"/>
              <a:gd name="connsiteY120" fmla="*/ 1057713 h 1115957"/>
              <a:gd name="connsiteX121" fmla="*/ 3223976 w 3344108"/>
              <a:gd name="connsiteY121" fmla="*/ 997270 h 1115957"/>
              <a:gd name="connsiteX122" fmla="*/ 3250096 w 3344108"/>
              <a:gd name="connsiteY122" fmla="*/ 910205 h 1115957"/>
              <a:gd name="connsiteX123" fmla="*/ 3230506 w 3344108"/>
              <a:gd name="connsiteY123" fmla="*/ 837540 h 1115957"/>
              <a:gd name="connsiteX124" fmla="*/ 3167887 w 3344108"/>
              <a:gd name="connsiteY124" fmla="*/ 783125 h 1115957"/>
              <a:gd name="connsiteX125" fmla="*/ 3025402 w 3344108"/>
              <a:gd name="connsiteY125" fmla="*/ 739760 h 1115957"/>
              <a:gd name="connsiteX126" fmla="*/ 2974503 w 3344108"/>
              <a:gd name="connsiteY126" fmla="*/ 721677 h 1115957"/>
              <a:gd name="connsiteX127" fmla="*/ 2963453 w 3344108"/>
              <a:gd name="connsiteY127" fmla="*/ 700581 h 1115957"/>
              <a:gd name="connsiteX128" fmla="*/ 2976847 w 3344108"/>
              <a:gd name="connsiteY128" fmla="*/ 673290 h 1115957"/>
              <a:gd name="connsiteX129" fmla="*/ 3016696 w 3344108"/>
              <a:gd name="connsiteY129" fmla="*/ 662072 h 1115957"/>
              <a:gd name="connsiteX130" fmla="*/ 3067093 w 3344108"/>
              <a:gd name="connsiteY130" fmla="*/ 677141 h 1115957"/>
              <a:gd name="connsiteX131" fmla="*/ 3091036 w 3344108"/>
              <a:gd name="connsiteY131" fmla="*/ 725361 h 1115957"/>
              <a:gd name="connsiteX132" fmla="*/ 3234022 w 3344108"/>
              <a:gd name="connsiteY132" fmla="*/ 716989 h 1115957"/>
              <a:gd name="connsiteX133" fmla="*/ 3217499 w 3344108"/>
              <a:gd name="connsiteY133" fmla="*/ 656188 h 1115957"/>
              <a:gd name="connsiteX134" fmla="*/ 3214648 w 3344108"/>
              <a:gd name="connsiteY134" fmla="*/ 649076 h 1115957"/>
              <a:gd name="connsiteX135" fmla="*/ 3175254 w 3344108"/>
              <a:gd name="connsiteY135" fmla="*/ 605647 h 1115957"/>
              <a:gd name="connsiteX136" fmla="*/ 3118474 w 3344108"/>
              <a:gd name="connsiteY136" fmla="*/ 580826 h 1115957"/>
              <a:gd name="connsiteX137" fmla="*/ 3114950 w 3344108"/>
              <a:gd name="connsiteY137" fmla="*/ 579867 h 1115957"/>
              <a:gd name="connsiteX138" fmla="*/ 3031765 w 3344108"/>
              <a:gd name="connsiteY138" fmla="*/ 570654 h 1115957"/>
              <a:gd name="connsiteX139" fmla="*/ 3071884 w 3344108"/>
              <a:gd name="connsiteY139" fmla="*/ 247906 h 1115957"/>
              <a:gd name="connsiteX140" fmla="*/ 3051984 w 3344108"/>
              <a:gd name="connsiteY140" fmla="*/ 254417 h 1115957"/>
              <a:gd name="connsiteX141" fmla="*/ 3032094 w 3344108"/>
              <a:gd name="connsiteY141" fmla="*/ 326283 h 1115957"/>
              <a:gd name="connsiteX142" fmla="*/ 3103961 w 3344108"/>
              <a:gd name="connsiteY142" fmla="*/ 346173 h 1115957"/>
              <a:gd name="connsiteX143" fmla="*/ 3123851 w 3344108"/>
              <a:gd name="connsiteY143" fmla="*/ 274307 h 1115957"/>
              <a:gd name="connsiteX144" fmla="*/ 3071884 w 3344108"/>
              <a:gd name="connsiteY144" fmla="*/ 247906 h 1115957"/>
              <a:gd name="connsiteX145" fmla="*/ 3052669 w 3344108"/>
              <a:gd name="connsiteY145" fmla="*/ 208524 h 1115957"/>
              <a:gd name="connsiteX146" fmla="*/ 3145690 w 3344108"/>
              <a:gd name="connsiteY146" fmla="*/ 255781 h 1115957"/>
              <a:gd name="connsiteX147" fmla="*/ 3110087 w 3344108"/>
              <a:gd name="connsiteY147" fmla="*/ 384424 h 1115957"/>
              <a:gd name="connsiteX148" fmla="*/ 2981444 w 3344108"/>
              <a:gd name="connsiteY148" fmla="*/ 348821 h 1115957"/>
              <a:gd name="connsiteX149" fmla="*/ 3017048 w 3344108"/>
              <a:gd name="connsiteY149" fmla="*/ 220178 h 1115957"/>
              <a:gd name="connsiteX150" fmla="*/ 3052669 w 3344108"/>
              <a:gd name="connsiteY150" fmla="*/ 208524 h 1115957"/>
              <a:gd name="connsiteX151" fmla="*/ 2981284 w 3344108"/>
              <a:gd name="connsiteY151" fmla="*/ 80432 h 1115957"/>
              <a:gd name="connsiteX152" fmla="*/ 2967951 w 3344108"/>
              <a:gd name="connsiteY152" fmla="*/ 141557 h 1115957"/>
              <a:gd name="connsiteX153" fmla="*/ 2965968 w 3344108"/>
              <a:gd name="connsiteY153" fmla="*/ 142313 h 1115957"/>
              <a:gd name="connsiteX154" fmla="*/ 2913929 w 3344108"/>
              <a:gd name="connsiteY154" fmla="*/ 117094 h 1115957"/>
              <a:gd name="connsiteX155" fmla="*/ 2928332 w 3344108"/>
              <a:gd name="connsiteY155" fmla="*/ 160349 h 1115957"/>
              <a:gd name="connsiteX156" fmla="*/ 2863799 w 3344108"/>
              <a:gd name="connsiteY156" fmla="*/ 148388 h 1115957"/>
              <a:gd name="connsiteX157" fmla="*/ 2895204 w 3344108"/>
              <a:gd name="connsiteY157" fmla="*/ 195352 h 1115957"/>
              <a:gd name="connsiteX158" fmla="*/ 2893246 w 3344108"/>
              <a:gd name="connsiteY158" fmla="*/ 198175 h 1115957"/>
              <a:gd name="connsiteX159" fmla="*/ 2829258 w 3344108"/>
              <a:gd name="connsiteY159" fmla="*/ 206172 h 1115957"/>
              <a:gd name="connsiteX160" fmla="*/ 2871142 w 3344108"/>
              <a:gd name="connsiteY160" fmla="*/ 239614 h 1115957"/>
              <a:gd name="connsiteX161" fmla="*/ 2867149 w 3344108"/>
              <a:gd name="connsiteY161" fmla="*/ 251758 h 1115957"/>
              <a:gd name="connsiteX162" fmla="*/ 2882610 w 3344108"/>
              <a:gd name="connsiteY162" fmla="*/ 377132 h 1115957"/>
              <a:gd name="connsiteX163" fmla="*/ 3107570 w 3344108"/>
              <a:gd name="connsiteY163" fmla="*/ 439392 h 1115957"/>
              <a:gd name="connsiteX164" fmla="*/ 3169830 w 3344108"/>
              <a:gd name="connsiteY164" fmla="*/ 214432 h 1115957"/>
              <a:gd name="connsiteX165" fmla="*/ 3023141 w 3344108"/>
              <a:gd name="connsiteY165" fmla="*/ 130729 h 1115957"/>
              <a:gd name="connsiteX166" fmla="*/ 3014843 w 3344108"/>
              <a:gd name="connsiteY166" fmla="*/ 131281 h 1115957"/>
              <a:gd name="connsiteX167" fmla="*/ 2957143 w 3344108"/>
              <a:gd name="connsiteY167" fmla="*/ 74686 h 1115957"/>
              <a:gd name="connsiteX168" fmla="*/ 2954493 w 3344108"/>
              <a:gd name="connsiteY168" fmla="*/ 86833 h 1115957"/>
              <a:gd name="connsiteX169" fmla="*/ 2965160 w 3344108"/>
              <a:gd name="connsiteY169" fmla="*/ 86833 h 1115957"/>
              <a:gd name="connsiteX170" fmla="*/ 2957143 w 3344108"/>
              <a:gd name="connsiteY170" fmla="*/ 74686 h 1115957"/>
              <a:gd name="connsiteX171" fmla="*/ 1591648 w 3344108"/>
              <a:gd name="connsiteY171" fmla="*/ 53109 h 1115957"/>
              <a:gd name="connsiteX172" fmla="*/ 1591667 w 3344108"/>
              <a:gd name="connsiteY172" fmla="*/ 112302 h 1115957"/>
              <a:gd name="connsiteX173" fmla="*/ 1591533 w 3344108"/>
              <a:gd name="connsiteY173" fmla="*/ 145586 h 1115957"/>
              <a:gd name="connsiteX174" fmla="*/ 1591648 w 3344108"/>
              <a:gd name="connsiteY174" fmla="*/ 174329 h 1115957"/>
              <a:gd name="connsiteX175" fmla="*/ 1746355 w 3344108"/>
              <a:gd name="connsiteY175" fmla="*/ 174329 h 1115957"/>
              <a:gd name="connsiteX176" fmla="*/ 1746355 w 3344108"/>
              <a:gd name="connsiteY176" fmla="*/ 544018 h 1115957"/>
              <a:gd name="connsiteX177" fmla="*/ 1898048 w 3344108"/>
              <a:gd name="connsiteY177" fmla="*/ 544018 h 1115957"/>
              <a:gd name="connsiteX178" fmla="*/ 1898048 w 3344108"/>
              <a:gd name="connsiteY178" fmla="*/ 174329 h 1115957"/>
              <a:gd name="connsiteX179" fmla="*/ 2052755 w 3344108"/>
              <a:gd name="connsiteY179" fmla="*/ 174329 h 1115957"/>
              <a:gd name="connsiteX180" fmla="*/ 2052755 w 3344108"/>
              <a:gd name="connsiteY180" fmla="*/ 53109 h 1115957"/>
              <a:gd name="connsiteX181" fmla="*/ 1591648 w 3344108"/>
              <a:gd name="connsiteY181" fmla="*/ 53109 h 1115957"/>
              <a:gd name="connsiteX182" fmla="*/ 306406 w 3344108"/>
              <a:gd name="connsiteY182" fmla="*/ 53109 h 1115957"/>
              <a:gd name="connsiteX183" fmla="*/ 306406 w 3344108"/>
              <a:gd name="connsiteY183" fmla="*/ 355563 h 1115957"/>
              <a:gd name="connsiteX184" fmla="*/ 294518 w 3344108"/>
              <a:gd name="connsiteY184" fmla="*/ 419297 h 1115957"/>
              <a:gd name="connsiteX185" fmla="*/ 257181 w 3344108"/>
              <a:gd name="connsiteY185" fmla="*/ 438201 h 1115957"/>
              <a:gd name="connsiteX186" fmla="*/ 232401 w 3344108"/>
              <a:gd name="connsiteY186" fmla="*/ 431839 h 1115957"/>
              <a:gd name="connsiteX187" fmla="*/ 214318 w 3344108"/>
              <a:gd name="connsiteY187" fmla="*/ 406389 h 1115957"/>
              <a:gd name="connsiteX188" fmla="*/ 208626 w 3344108"/>
              <a:gd name="connsiteY188" fmla="*/ 358169 h 1115957"/>
              <a:gd name="connsiteX189" fmla="*/ 63630 w 3344108"/>
              <a:gd name="connsiteY189" fmla="*/ 377926 h 1115957"/>
              <a:gd name="connsiteX190" fmla="*/ 89917 w 3344108"/>
              <a:gd name="connsiteY190" fmla="*/ 473530 h 1115957"/>
              <a:gd name="connsiteX191" fmla="*/ 118589 w 3344108"/>
              <a:gd name="connsiteY191" fmla="*/ 510016 h 1115957"/>
              <a:gd name="connsiteX192" fmla="*/ 153038 w 3344108"/>
              <a:gd name="connsiteY192" fmla="*/ 532298 h 1115957"/>
              <a:gd name="connsiteX193" fmla="*/ 268231 w 3344108"/>
              <a:gd name="connsiteY193" fmla="*/ 552390 h 1115957"/>
              <a:gd name="connsiteX194" fmla="*/ 322521 w 3344108"/>
              <a:gd name="connsiteY194" fmla="*/ 545616 h 1115957"/>
              <a:gd name="connsiteX195" fmla="*/ 329751 w 3344108"/>
              <a:gd name="connsiteY195" fmla="*/ 543814 h 1115957"/>
              <a:gd name="connsiteX196" fmla="*/ 383592 w 3344108"/>
              <a:gd name="connsiteY196" fmla="*/ 521938 h 1115957"/>
              <a:gd name="connsiteX197" fmla="*/ 422339 w 3344108"/>
              <a:gd name="connsiteY197" fmla="*/ 489369 h 1115957"/>
              <a:gd name="connsiteX198" fmla="*/ 443532 w 3344108"/>
              <a:gd name="connsiteY198" fmla="*/ 447648 h 1115957"/>
              <a:gd name="connsiteX199" fmla="*/ 458434 w 3344108"/>
              <a:gd name="connsiteY199" fmla="*/ 319817 h 1115957"/>
              <a:gd name="connsiteX200" fmla="*/ 458434 w 3344108"/>
              <a:gd name="connsiteY200" fmla="*/ 53109 h 1115957"/>
              <a:gd name="connsiteX201" fmla="*/ 306406 w 3344108"/>
              <a:gd name="connsiteY201" fmla="*/ 53109 h 1115957"/>
              <a:gd name="connsiteX202" fmla="*/ 635726 w 3344108"/>
              <a:gd name="connsiteY202" fmla="*/ 49850 h 1115957"/>
              <a:gd name="connsiteX203" fmla="*/ 559674 w 3344108"/>
              <a:gd name="connsiteY203" fmla="*/ 53109 h 1115957"/>
              <a:gd name="connsiteX204" fmla="*/ 564492 w 3344108"/>
              <a:gd name="connsiteY204" fmla="*/ 110401 h 1115957"/>
              <a:gd name="connsiteX205" fmla="*/ 564206 w 3344108"/>
              <a:gd name="connsiteY205" fmla="*/ 121412 h 1115957"/>
              <a:gd name="connsiteX206" fmla="*/ 564440 w 3344108"/>
              <a:gd name="connsiteY206" fmla="*/ 177236 h 1115957"/>
              <a:gd name="connsiteX207" fmla="*/ 559674 w 3344108"/>
              <a:gd name="connsiteY207" fmla="*/ 345586 h 1115957"/>
              <a:gd name="connsiteX208" fmla="*/ 573738 w 3344108"/>
              <a:gd name="connsiteY208" fmla="*/ 428574 h 1115957"/>
              <a:gd name="connsiteX209" fmla="*/ 606053 w 3344108"/>
              <a:gd name="connsiteY209" fmla="*/ 485127 h 1115957"/>
              <a:gd name="connsiteX210" fmla="*/ 658124 w 3344108"/>
              <a:gd name="connsiteY210" fmla="*/ 527458 h 1115957"/>
              <a:gd name="connsiteX211" fmla="*/ 728947 w 3344108"/>
              <a:gd name="connsiteY211" fmla="*/ 547369 h 1115957"/>
              <a:gd name="connsiteX212" fmla="*/ 807138 w 3344108"/>
              <a:gd name="connsiteY212" fmla="*/ 552390 h 1115957"/>
              <a:gd name="connsiteX213" fmla="*/ 913290 w 3344108"/>
              <a:gd name="connsiteY213" fmla="*/ 535992 h 1115957"/>
              <a:gd name="connsiteX214" fmla="*/ 974067 w 3344108"/>
              <a:gd name="connsiteY214" fmla="*/ 495335 h 1115957"/>
              <a:gd name="connsiteX215" fmla="*/ 1016595 w 3344108"/>
              <a:gd name="connsiteY215" fmla="*/ 427737 h 1115957"/>
              <a:gd name="connsiteX216" fmla="*/ 1030157 w 3344108"/>
              <a:gd name="connsiteY216" fmla="*/ 345586 h 1115957"/>
              <a:gd name="connsiteX217" fmla="*/ 1030157 w 3344108"/>
              <a:gd name="connsiteY217" fmla="*/ 53109 h 1115957"/>
              <a:gd name="connsiteX218" fmla="*/ 878799 w 3344108"/>
              <a:gd name="connsiteY218" fmla="*/ 53109 h 1115957"/>
              <a:gd name="connsiteX219" fmla="*/ 878799 w 3344108"/>
              <a:gd name="connsiteY219" fmla="*/ 352550 h 1115957"/>
              <a:gd name="connsiteX220" fmla="*/ 856530 w 3344108"/>
              <a:gd name="connsiteY220" fmla="*/ 415616 h 1115957"/>
              <a:gd name="connsiteX221" fmla="*/ 795083 w 3344108"/>
              <a:gd name="connsiteY221" fmla="*/ 437867 h 1115957"/>
              <a:gd name="connsiteX222" fmla="*/ 733301 w 3344108"/>
              <a:gd name="connsiteY222" fmla="*/ 415284 h 1115957"/>
              <a:gd name="connsiteX223" fmla="*/ 711032 w 3344108"/>
              <a:gd name="connsiteY223" fmla="*/ 352550 h 1115957"/>
              <a:gd name="connsiteX224" fmla="*/ 711274 w 3344108"/>
              <a:gd name="connsiteY224" fmla="*/ 208622 h 1115957"/>
              <a:gd name="connsiteX225" fmla="*/ 711963 w 3344108"/>
              <a:gd name="connsiteY225" fmla="*/ 194659 h 1115957"/>
              <a:gd name="connsiteX226" fmla="*/ 712292 w 3344108"/>
              <a:gd name="connsiteY226" fmla="*/ 143845 h 1115957"/>
              <a:gd name="connsiteX227" fmla="*/ 711032 w 3344108"/>
              <a:gd name="connsiteY227" fmla="*/ 53109 h 1115957"/>
              <a:gd name="connsiteX228" fmla="*/ 635726 w 3344108"/>
              <a:gd name="connsiteY228" fmla="*/ 49850 h 1115957"/>
              <a:gd name="connsiteX229" fmla="*/ 1331422 w 3344108"/>
              <a:gd name="connsiteY229" fmla="*/ 44737 h 1115957"/>
              <a:gd name="connsiteX230" fmla="*/ 1210704 w 3344108"/>
              <a:gd name="connsiteY230" fmla="*/ 63992 h 1115957"/>
              <a:gd name="connsiteX231" fmla="*/ 1171531 w 3344108"/>
              <a:gd name="connsiteY231" fmla="*/ 87743 h 1115957"/>
              <a:gd name="connsiteX232" fmla="*/ 1144736 w 3344108"/>
              <a:gd name="connsiteY232" fmla="*/ 116900 h 1115957"/>
              <a:gd name="connsiteX233" fmla="*/ 1122802 w 3344108"/>
              <a:gd name="connsiteY233" fmla="*/ 188393 h 1115957"/>
              <a:gd name="connsiteX234" fmla="*/ 1133812 w 3344108"/>
              <a:gd name="connsiteY234" fmla="*/ 241710 h 1115957"/>
              <a:gd name="connsiteX235" fmla="*/ 1136860 w 3344108"/>
              <a:gd name="connsiteY235" fmla="*/ 247242 h 1115957"/>
              <a:gd name="connsiteX236" fmla="*/ 1165665 w 3344108"/>
              <a:gd name="connsiteY236" fmla="*/ 283160 h 1115957"/>
              <a:gd name="connsiteX237" fmla="*/ 1210688 w 3344108"/>
              <a:gd name="connsiteY237" fmla="*/ 313912 h 1115957"/>
              <a:gd name="connsiteX238" fmla="*/ 1223806 w 3344108"/>
              <a:gd name="connsiteY238" fmla="*/ 319527 h 1115957"/>
              <a:gd name="connsiteX239" fmla="*/ 1307982 w 3344108"/>
              <a:gd name="connsiteY239" fmla="*/ 342765 h 1115957"/>
              <a:gd name="connsiteX240" fmla="*/ 1385670 w 3344108"/>
              <a:gd name="connsiteY240" fmla="*/ 371229 h 1115957"/>
              <a:gd name="connsiteX241" fmla="*/ 1402413 w 3344108"/>
              <a:gd name="connsiteY241" fmla="*/ 405385 h 1115957"/>
              <a:gd name="connsiteX242" fmla="*/ 1384833 w 3344108"/>
              <a:gd name="connsiteY242" fmla="*/ 440713 h 1115957"/>
              <a:gd name="connsiteX243" fmla="*/ 1334771 w 3344108"/>
              <a:gd name="connsiteY243" fmla="*/ 455949 h 1115957"/>
              <a:gd name="connsiteX244" fmla="*/ 1267798 w 3344108"/>
              <a:gd name="connsiteY244" fmla="*/ 426146 h 1115957"/>
              <a:gd name="connsiteX245" fmla="*/ 1257523 w 3344108"/>
              <a:gd name="connsiteY245" fmla="*/ 404762 h 1115957"/>
              <a:gd name="connsiteX246" fmla="*/ 1256944 w 3344108"/>
              <a:gd name="connsiteY246" fmla="*/ 402644 h 1115957"/>
              <a:gd name="connsiteX247" fmla="*/ 1256538 w 3344108"/>
              <a:gd name="connsiteY247" fmla="*/ 401766 h 1115957"/>
              <a:gd name="connsiteX248" fmla="*/ 1248711 w 3344108"/>
              <a:gd name="connsiteY248" fmla="*/ 372568 h 1115957"/>
              <a:gd name="connsiteX249" fmla="*/ 1190815 w 3344108"/>
              <a:gd name="connsiteY249" fmla="*/ 376990 h 1115957"/>
              <a:gd name="connsiteX250" fmla="*/ 1181570 w 3344108"/>
              <a:gd name="connsiteY250" fmla="*/ 377484 h 1115957"/>
              <a:gd name="connsiteX251" fmla="*/ 1178870 w 3344108"/>
              <a:gd name="connsiteY251" fmla="*/ 377682 h 1115957"/>
              <a:gd name="connsiteX252" fmla="*/ 1104385 w 3344108"/>
              <a:gd name="connsiteY252" fmla="*/ 381610 h 1115957"/>
              <a:gd name="connsiteX253" fmla="*/ 1158968 w 3344108"/>
              <a:gd name="connsiteY253" fmla="*/ 504170 h 1115957"/>
              <a:gd name="connsiteX254" fmla="*/ 1332427 w 3344108"/>
              <a:gd name="connsiteY254" fmla="*/ 552390 h 1115957"/>
              <a:gd name="connsiteX255" fmla="*/ 1450634 w 3344108"/>
              <a:gd name="connsiteY255" fmla="*/ 531796 h 1115957"/>
              <a:gd name="connsiteX256" fmla="*/ 1523634 w 3344108"/>
              <a:gd name="connsiteY256" fmla="*/ 471353 h 1115957"/>
              <a:gd name="connsiteX257" fmla="*/ 1549753 w 3344108"/>
              <a:gd name="connsiteY257" fmla="*/ 384288 h 1115957"/>
              <a:gd name="connsiteX258" fmla="*/ 1530164 w 3344108"/>
              <a:gd name="connsiteY258" fmla="*/ 311623 h 1115957"/>
              <a:gd name="connsiteX259" fmla="*/ 1467544 w 3344108"/>
              <a:gd name="connsiteY259" fmla="*/ 257208 h 1115957"/>
              <a:gd name="connsiteX260" fmla="*/ 1325060 w 3344108"/>
              <a:gd name="connsiteY260" fmla="*/ 213843 h 1115957"/>
              <a:gd name="connsiteX261" fmla="*/ 1274161 w 3344108"/>
              <a:gd name="connsiteY261" fmla="*/ 195760 h 1115957"/>
              <a:gd name="connsiteX262" fmla="*/ 1263110 w 3344108"/>
              <a:gd name="connsiteY262" fmla="*/ 174664 h 1115957"/>
              <a:gd name="connsiteX263" fmla="*/ 1276505 w 3344108"/>
              <a:gd name="connsiteY263" fmla="*/ 147373 h 1115957"/>
              <a:gd name="connsiteX264" fmla="*/ 1316353 w 3344108"/>
              <a:gd name="connsiteY264" fmla="*/ 136155 h 1115957"/>
              <a:gd name="connsiteX265" fmla="*/ 1366750 w 3344108"/>
              <a:gd name="connsiteY265" fmla="*/ 151224 h 1115957"/>
              <a:gd name="connsiteX266" fmla="*/ 1390693 w 3344108"/>
              <a:gd name="connsiteY266" fmla="*/ 199444 h 1115957"/>
              <a:gd name="connsiteX267" fmla="*/ 1533680 w 3344108"/>
              <a:gd name="connsiteY267" fmla="*/ 191072 h 1115957"/>
              <a:gd name="connsiteX268" fmla="*/ 1474911 w 3344108"/>
              <a:gd name="connsiteY268" fmla="*/ 79730 h 1115957"/>
              <a:gd name="connsiteX269" fmla="*/ 1413139 w 3344108"/>
              <a:gd name="connsiteY269" fmla="*/ 53010 h 1115957"/>
              <a:gd name="connsiteX270" fmla="*/ 1405648 w 3344108"/>
              <a:gd name="connsiteY270" fmla="*/ 51127 h 1115957"/>
              <a:gd name="connsiteX271" fmla="*/ 1567007 w 3344108"/>
              <a:gd name="connsiteY271" fmla="*/ 68 h 1115957"/>
              <a:gd name="connsiteX272" fmla="*/ 1721245 w 3344108"/>
              <a:gd name="connsiteY272" fmla="*/ 4977 h 1115957"/>
              <a:gd name="connsiteX273" fmla="*/ 1864208 w 3344108"/>
              <a:gd name="connsiteY273" fmla="*/ 14560 h 1115957"/>
              <a:gd name="connsiteX274" fmla="*/ 1909848 w 3344108"/>
              <a:gd name="connsiteY274" fmla="*/ 13647 h 1115957"/>
              <a:gd name="connsiteX275" fmla="*/ 2395602 w 3344108"/>
              <a:gd name="connsiteY275" fmla="*/ 16496 h 1115957"/>
              <a:gd name="connsiteX276" fmla="*/ 2425330 w 3344108"/>
              <a:gd name="connsiteY276" fmla="*/ 18917 h 1115957"/>
              <a:gd name="connsiteX277" fmla="*/ 2489823 w 3344108"/>
              <a:gd name="connsiteY277" fmla="*/ 16496 h 1115957"/>
              <a:gd name="connsiteX278" fmla="*/ 3149371 w 3344108"/>
              <a:gd name="connsiteY278" fmla="*/ 16496 h 1115957"/>
              <a:gd name="connsiteX279" fmla="*/ 3188671 w 3344108"/>
              <a:gd name="connsiteY279" fmla="*/ 60604 h 1115957"/>
              <a:gd name="connsiteX280" fmla="*/ 3241824 w 3344108"/>
              <a:gd name="connsiteY280" fmla="*/ 110510 h 1115957"/>
              <a:gd name="connsiteX281" fmla="*/ 3331292 w 3344108"/>
              <a:gd name="connsiteY281" fmla="*/ 198417 h 1115957"/>
              <a:gd name="connsiteX282" fmla="*/ 3332980 w 3344108"/>
              <a:gd name="connsiteY282" fmla="*/ 390572 h 1115957"/>
              <a:gd name="connsiteX283" fmla="*/ 3330101 w 3344108"/>
              <a:gd name="connsiteY283" fmla="*/ 430519 h 1115957"/>
              <a:gd name="connsiteX284" fmla="*/ 3330147 w 3344108"/>
              <a:gd name="connsiteY284" fmla="*/ 435151 h 1115957"/>
              <a:gd name="connsiteX285" fmla="*/ 3331292 w 3344108"/>
              <a:gd name="connsiteY285" fmla="*/ 644113 h 1115957"/>
              <a:gd name="connsiteX286" fmla="*/ 3331292 w 3344108"/>
              <a:gd name="connsiteY286" fmla="*/ 1108001 h 1115957"/>
              <a:gd name="connsiteX287" fmla="*/ 3032801 w 3344108"/>
              <a:gd name="connsiteY287" fmla="*/ 1108528 h 1115957"/>
              <a:gd name="connsiteX288" fmla="*/ 3001545 w 3344108"/>
              <a:gd name="connsiteY288" fmla="*/ 1107237 h 1115957"/>
              <a:gd name="connsiteX289" fmla="*/ 2852001 w 3344108"/>
              <a:gd name="connsiteY289" fmla="*/ 1106527 h 1115957"/>
              <a:gd name="connsiteX290" fmla="*/ 2754556 w 3344108"/>
              <a:gd name="connsiteY290" fmla="*/ 1107205 h 1115957"/>
              <a:gd name="connsiteX291" fmla="*/ 2734558 w 3344108"/>
              <a:gd name="connsiteY291" fmla="*/ 1108001 h 1115957"/>
              <a:gd name="connsiteX292" fmla="*/ 2411019 w 3344108"/>
              <a:gd name="connsiteY292" fmla="*/ 1112028 h 1115957"/>
              <a:gd name="connsiteX293" fmla="*/ 2406325 w 3344108"/>
              <a:gd name="connsiteY293" fmla="*/ 1111872 h 1115957"/>
              <a:gd name="connsiteX294" fmla="*/ 2289443 w 3344108"/>
              <a:gd name="connsiteY294" fmla="*/ 1113530 h 1115957"/>
              <a:gd name="connsiteX295" fmla="*/ 2144614 w 3344108"/>
              <a:gd name="connsiteY295" fmla="*/ 1112970 h 1115957"/>
              <a:gd name="connsiteX296" fmla="*/ 2029197 w 3344108"/>
              <a:gd name="connsiteY296" fmla="*/ 1109470 h 1115957"/>
              <a:gd name="connsiteX297" fmla="*/ 1984966 w 3344108"/>
              <a:gd name="connsiteY297" fmla="*/ 1110311 h 1115957"/>
              <a:gd name="connsiteX298" fmla="*/ 1572497 w 3344108"/>
              <a:gd name="connsiteY298" fmla="*/ 1108001 h 1115957"/>
              <a:gd name="connsiteX299" fmla="*/ 1215008 w 3344108"/>
              <a:gd name="connsiteY299" fmla="*/ 1115505 h 1115957"/>
              <a:gd name="connsiteX300" fmla="*/ 1150014 w 3344108"/>
              <a:gd name="connsiteY300" fmla="*/ 1114297 h 1115957"/>
              <a:gd name="connsiteX301" fmla="*/ 1123701 w 3344108"/>
              <a:gd name="connsiteY301" fmla="*/ 1114796 h 1115957"/>
              <a:gd name="connsiteX302" fmla="*/ 190586 w 3344108"/>
              <a:gd name="connsiteY302" fmla="*/ 1108001 h 1115957"/>
              <a:gd name="connsiteX303" fmla="*/ 8665 w 3344108"/>
              <a:gd name="connsiteY303" fmla="*/ 926080 h 1115957"/>
              <a:gd name="connsiteX304" fmla="*/ 7787 w 3344108"/>
              <a:gd name="connsiteY304" fmla="*/ 604175 h 1115957"/>
              <a:gd name="connsiteX305" fmla="*/ 8595 w 3344108"/>
              <a:gd name="connsiteY305" fmla="*/ 481910 h 1115957"/>
              <a:gd name="connsiteX306" fmla="*/ 8358 w 3344108"/>
              <a:gd name="connsiteY306" fmla="*/ 456416 h 1115957"/>
              <a:gd name="connsiteX307" fmla="*/ 8150 w 3344108"/>
              <a:gd name="connsiteY307" fmla="*/ 446289 h 1115957"/>
              <a:gd name="connsiteX308" fmla="*/ 6503 w 3344108"/>
              <a:gd name="connsiteY308" fmla="*/ 401880 h 1115957"/>
              <a:gd name="connsiteX309" fmla="*/ 8665 w 3344108"/>
              <a:gd name="connsiteY309" fmla="*/ 16496 h 1115957"/>
              <a:gd name="connsiteX310" fmla="*/ 446076 w 3344108"/>
              <a:gd name="connsiteY310" fmla="*/ 18957 h 1115957"/>
              <a:gd name="connsiteX311" fmla="*/ 568506 w 3344108"/>
              <a:gd name="connsiteY311" fmla="*/ 17066 h 1115957"/>
              <a:gd name="connsiteX312" fmla="*/ 573992 w 3344108"/>
              <a:gd name="connsiteY312" fmla="*/ 16496 h 1115957"/>
              <a:gd name="connsiteX313" fmla="*/ 1170726 w 3344108"/>
              <a:gd name="connsiteY313" fmla="*/ 16496 h 1115957"/>
              <a:gd name="connsiteX314" fmla="*/ 1220135 w 3344108"/>
              <a:gd name="connsiteY314" fmla="*/ 17195 h 1115957"/>
              <a:gd name="connsiteX315" fmla="*/ 1233540 w 3344108"/>
              <a:gd name="connsiteY315" fmla="*/ 16496 h 1115957"/>
              <a:gd name="connsiteX316" fmla="*/ 1567007 w 3344108"/>
              <a:gd name="connsiteY316" fmla="*/ 68 h 1115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</a:cxnLst>
            <a:rect l="l" t="t" r="r" b="b"/>
            <a:pathLst>
              <a:path w="3344108" h="1115957">
                <a:moveTo>
                  <a:pt x="974774" y="864999"/>
                </a:moveTo>
                <a:cubicBezTo>
                  <a:pt x="993678" y="868512"/>
                  <a:pt x="1022338" y="867637"/>
                  <a:pt x="1051793" y="864999"/>
                </a:cubicBezTo>
                <a:cubicBezTo>
                  <a:pt x="1079934" y="862755"/>
                  <a:pt x="1096768" y="871176"/>
                  <a:pt x="1107547" y="878226"/>
                </a:cubicBezTo>
                <a:cubicBezTo>
                  <a:pt x="1117964" y="890026"/>
                  <a:pt x="1125094" y="898538"/>
                  <a:pt x="1123453" y="913219"/>
                </a:cubicBezTo>
                <a:cubicBezTo>
                  <a:pt x="1122742" y="931631"/>
                  <a:pt x="1116698" y="941543"/>
                  <a:pt x="1107380" y="950556"/>
                </a:cubicBezTo>
                <a:cubicBezTo>
                  <a:pt x="1095529" y="964232"/>
                  <a:pt x="1078328" y="963993"/>
                  <a:pt x="1052128" y="964453"/>
                </a:cubicBezTo>
                <a:cubicBezTo>
                  <a:pt x="1020581" y="966813"/>
                  <a:pt x="1008746" y="964684"/>
                  <a:pt x="974774" y="964453"/>
                </a:cubicBezTo>
                <a:cubicBezTo>
                  <a:pt x="970912" y="937764"/>
                  <a:pt x="972678" y="911194"/>
                  <a:pt x="974774" y="864999"/>
                </a:cubicBezTo>
                <a:close/>
                <a:moveTo>
                  <a:pt x="2066261" y="706274"/>
                </a:moveTo>
                <a:cubicBezTo>
                  <a:pt x="2078063" y="764943"/>
                  <a:pt x="2097748" y="814471"/>
                  <a:pt x="2120446" y="882747"/>
                </a:cubicBezTo>
                <a:cubicBezTo>
                  <a:pt x="2092508" y="887276"/>
                  <a:pt x="2054730" y="886383"/>
                  <a:pt x="2012641" y="882747"/>
                </a:cubicBezTo>
                <a:cubicBezTo>
                  <a:pt x="2025330" y="825647"/>
                  <a:pt x="2044926" y="761877"/>
                  <a:pt x="2066261" y="706274"/>
                </a:cubicBezTo>
                <a:close/>
                <a:moveTo>
                  <a:pt x="1010431" y="676465"/>
                </a:moveTo>
                <a:cubicBezTo>
                  <a:pt x="1019846" y="676468"/>
                  <a:pt x="1028538" y="677143"/>
                  <a:pt x="1041747" y="678480"/>
                </a:cubicBezTo>
                <a:cubicBezTo>
                  <a:pt x="1065626" y="675917"/>
                  <a:pt x="1081509" y="681323"/>
                  <a:pt x="1090135" y="690535"/>
                </a:cubicBezTo>
                <a:cubicBezTo>
                  <a:pt x="1100366" y="697263"/>
                  <a:pt x="1106314" y="710530"/>
                  <a:pt x="1104031" y="724021"/>
                </a:cubicBezTo>
                <a:cubicBezTo>
                  <a:pt x="1102529" y="737677"/>
                  <a:pt x="1100291" y="751655"/>
                  <a:pt x="1090135" y="759350"/>
                </a:cubicBezTo>
                <a:cubicBezTo>
                  <a:pt x="1080616" y="769021"/>
                  <a:pt x="1067149" y="770197"/>
                  <a:pt x="1040742" y="771572"/>
                </a:cubicBezTo>
                <a:cubicBezTo>
                  <a:pt x="1009533" y="768548"/>
                  <a:pt x="1004522" y="774073"/>
                  <a:pt x="974774" y="771572"/>
                </a:cubicBezTo>
                <a:cubicBezTo>
                  <a:pt x="974095" y="744887"/>
                  <a:pt x="972863" y="698958"/>
                  <a:pt x="974774" y="678480"/>
                </a:cubicBezTo>
                <a:cubicBezTo>
                  <a:pt x="990877" y="677131"/>
                  <a:pt x="1001016" y="676462"/>
                  <a:pt x="1010431" y="676465"/>
                </a:cubicBezTo>
                <a:close/>
                <a:moveTo>
                  <a:pt x="1985392" y="579026"/>
                </a:moveTo>
                <a:cubicBezTo>
                  <a:pt x="1960302" y="665789"/>
                  <a:pt x="1927036" y="758932"/>
                  <a:pt x="1893613" y="845177"/>
                </a:cubicBezTo>
                <a:lnTo>
                  <a:pt x="1862794" y="921850"/>
                </a:lnTo>
                <a:lnTo>
                  <a:pt x="1847329" y="969835"/>
                </a:lnTo>
                <a:cubicBezTo>
                  <a:pt x="1834178" y="1005659"/>
                  <a:pt x="1819462" y="1039006"/>
                  <a:pt x="1800882" y="1069935"/>
                </a:cubicBezTo>
                <a:cubicBezTo>
                  <a:pt x="1854704" y="1067095"/>
                  <a:pt x="1892878" y="1066321"/>
                  <a:pt x="1955767" y="1069935"/>
                </a:cubicBezTo>
                <a:lnTo>
                  <a:pt x="1965809" y="1037000"/>
                </a:lnTo>
                <a:lnTo>
                  <a:pt x="1967698" y="1029615"/>
                </a:lnTo>
                <a:lnTo>
                  <a:pt x="1969843" y="1021216"/>
                </a:lnTo>
                <a:lnTo>
                  <a:pt x="1971588" y="1014089"/>
                </a:lnTo>
                <a:lnTo>
                  <a:pt x="1971952" y="1012959"/>
                </a:lnTo>
                <a:lnTo>
                  <a:pt x="1973580" y="1006584"/>
                </a:lnTo>
                <a:cubicBezTo>
                  <a:pt x="1975567" y="999495"/>
                  <a:pt x="1977593" y="993297"/>
                  <a:pt x="1979694" y="988898"/>
                </a:cubicBezTo>
                <a:cubicBezTo>
                  <a:pt x="2019675" y="985260"/>
                  <a:pt x="2099975" y="985825"/>
                  <a:pt x="2151913" y="988898"/>
                </a:cubicBezTo>
                <a:cubicBezTo>
                  <a:pt x="2163787" y="1022395"/>
                  <a:pt x="2170159" y="1035586"/>
                  <a:pt x="2176473" y="1069935"/>
                </a:cubicBezTo>
                <a:lnTo>
                  <a:pt x="2256285" y="1070777"/>
                </a:lnTo>
                <a:lnTo>
                  <a:pt x="2266973" y="1070282"/>
                </a:lnTo>
                <a:cubicBezTo>
                  <a:pt x="2292556" y="1068497"/>
                  <a:pt x="2314447" y="1066596"/>
                  <a:pt x="2335324" y="1069935"/>
                </a:cubicBezTo>
                <a:cubicBezTo>
                  <a:pt x="2268164" y="934082"/>
                  <a:pt x="2198744" y="745797"/>
                  <a:pt x="2150856" y="579026"/>
                </a:cubicBezTo>
                <a:cubicBezTo>
                  <a:pt x="2096214" y="583910"/>
                  <a:pt x="2020376" y="578153"/>
                  <a:pt x="1985392" y="579026"/>
                </a:cubicBezTo>
                <a:close/>
                <a:moveTo>
                  <a:pt x="1354472" y="579026"/>
                </a:moveTo>
                <a:cubicBezTo>
                  <a:pt x="1357405" y="636341"/>
                  <a:pt x="1353007" y="733147"/>
                  <a:pt x="1350075" y="828585"/>
                </a:cubicBezTo>
                <a:lnTo>
                  <a:pt x="1349805" y="839234"/>
                </a:lnTo>
                <a:lnTo>
                  <a:pt x="1354176" y="956903"/>
                </a:lnTo>
                <a:cubicBezTo>
                  <a:pt x="1355425" y="998322"/>
                  <a:pt x="1355919" y="1036887"/>
                  <a:pt x="1354472" y="1069935"/>
                </a:cubicBezTo>
                <a:cubicBezTo>
                  <a:pt x="1500497" y="1056050"/>
                  <a:pt x="1590740" y="1066565"/>
                  <a:pt x="1768363" y="1069935"/>
                </a:cubicBezTo>
                <a:lnTo>
                  <a:pt x="1768732" y="1022673"/>
                </a:lnTo>
                <a:lnTo>
                  <a:pt x="1768097" y="1003294"/>
                </a:lnTo>
                <a:cubicBezTo>
                  <a:pt x="1767288" y="985411"/>
                  <a:pt x="1766568" y="971212"/>
                  <a:pt x="1768363" y="958761"/>
                </a:cubicBezTo>
                <a:cubicBezTo>
                  <a:pt x="1660150" y="962892"/>
                  <a:pt x="1618499" y="964066"/>
                  <a:pt x="1506500" y="958761"/>
                </a:cubicBezTo>
                <a:cubicBezTo>
                  <a:pt x="1510330" y="932000"/>
                  <a:pt x="1507044" y="887410"/>
                  <a:pt x="1506500" y="861985"/>
                </a:cubicBezTo>
                <a:cubicBezTo>
                  <a:pt x="1530061" y="860074"/>
                  <a:pt x="1549303" y="859011"/>
                  <a:pt x="1566736" y="858518"/>
                </a:cubicBezTo>
                <a:lnTo>
                  <a:pt x="1578383" y="858506"/>
                </a:lnTo>
                <a:lnTo>
                  <a:pt x="1647154" y="855178"/>
                </a:lnTo>
                <a:cubicBezTo>
                  <a:pt x="1686390" y="855504"/>
                  <a:pt x="1718087" y="858099"/>
                  <a:pt x="1742578" y="861985"/>
                </a:cubicBezTo>
                <a:lnTo>
                  <a:pt x="1742814" y="821346"/>
                </a:lnTo>
                <a:lnTo>
                  <a:pt x="1742619" y="815418"/>
                </a:lnTo>
                <a:cubicBezTo>
                  <a:pt x="1741999" y="801637"/>
                  <a:pt x="1741365" y="786691"/>
                  <a:pt x="1742578" y="761861"/>
                </a:cubicBezTo>
                <a:cubicBezTo>
                  <a:pt x="1713270" y="762440"/>
                  <a:pt x="1689859" y="761992"/>
                  <a:pt x="1669728" y="761180"/>
                </a:cubicBezTo>
                <a:lnTo>
                  <a:pt x="1647345" y="759972"/>
                </a:lnTo>
                <a:lnTo>
                  <a:pt x="1613572" y="759302"/>
                </a:lnTo>
                <a:lnTo>
                  <a:pt x="1557471" y="757972"/>
                </a:lnTo>
                <a:lnTo>
                  <a:pt x="1506500" y="761861"/>
                </a:lnTo>
                <a:cubicBezTo>
                  <a:pt x="1505456" y="736969"/>
                  <a:pt x="1503754" y="712993"/>
                  <a:pt x="1506500" y="683838"/>
                </a:cubicBezTo>
                <a:cubicBezTo>
                  <a:pt x="1628343" y="672269"/>
                  <a:pt x="1648381" y="694572"/>
                  <a:pt x="1760996" y="683838"/>
                </a:cubicBezTo>
                <a:cubicBezTo>
                  <a:pt x="1757629" y="644667"/>
                  <a:pt x="1755940" y="601830"/>
                  <a:pt x="1760996" y="579026"/>
                </a:cubicBezTo>
                <a:cubicBezTo>
                  <a:pt x="1658926" y="590599"/>
                  <a:pt x="1548317" y="577864"/>
                  <a:pt x="1354472" y="579026"/>
                </a:cubicBezTo>
                <a:close/>
                <a:moveTo>
                  <a:pt x="821742" y="579026"/>
                </a:moveTo>
                <a:cubicBezTo>
                  <a:pt x="838260" y="751357"/>
                  <a:pt x="836812" y="865569"/>
                  <a:pt x="821742" y="1069935"/>
                </a:cubicBezTo>
                <a:cubicBezTo>
                  <a:pt x="885483" y="1062207"/>
                  <a:pt x="978355" y="1066438"/>
                  <a:pt x="1083605" y="1069935"/>
                </a:cubicBezTo>
                <a:cubicBezTo>
                  <a:pt x="1094019" y="1069247"/>
                  <a:pt x="1114309" y="1064270"/>
                  <a:pt x="1151582" y="1063238"/>
                </a:cubicBezTo>
                <a:cubicBezTo>
                  <a:pt x="1176790" y="1060496"/>
                  <a:pt x="1197827" y="1055068"/>
                  <a:pt x="1209178" y="1047165"/>
                </a:cubicBezTo>
                <a:lnTo>
                  <a:pt x="1236395" y="1024744"/>
                </a:lnTo>
                <a:lnTo>
                  <a:pt x="1257734" y="998944"/>
                </a:lnTo>
                <a:cubicBezTo>
                  <a:pt x="1269100" y="974950"/>
                  <a:pt x="1276043" y="950972"/>
                  <a:pt x="1275481" y="930297"/>
                </a:cubicBezTo>
                <a:cubicBezTo>
                  <a:pt x="1276581" y="897972"/>
                  <a:pt x="1264085" y="872900"/>
                  <a:pt x="1250534" y="852442"/>
                </a:cubicBezTo>
                <a:cubicBezTo>
                  <a:pt x="1229771" y="835225"/>
                  <a:pt x="1211994" y="812115"/>
                  <a:pt x="1172678" y="808742"/>
                </a:cubicBezTo>
                <a:cubicBezTo>
                  <a:pt x="1195077" y="799395"/>
                  <a:pt x="1213157" y="788762"/>
                  <a:pt x="1225587" y="775925"/>
                </a:cubicBezTo>
                <a:cubicBezTo>
                  <a:pt x="1241889" y="756635"/>
                  <a:pt x="1255542" y="729701"/>
                  <a:pt x="1252711" y="701251"/>
                </a:cubicBezTo>
                <a:cubicBezTo>
                  <a:pt x="1245910" y="670309"/>
                  <a:pt x="1245120" y="637681"/>
                  <a:pt x="1214704" y="614186"/>
                </a:cubicBezTo>
                <a:cubicBezTo>
                  <a:pt x="1190221" y="592950"/>
                  <a:pt x="1158222" y="576465"/>
                  <a:pt x="1105706" y="579026"/>
                </a:cubicBezTo>
                <a:cubicBezTo>
                  <a:pt x="1014331" y="586110"/>
                  <a:pt x="929535" y="590521"/>
                  <a:pt x="821742" y="579026"/>
                </a:cubicBezTo>
                <a:close/>
                <a:moveTo>
                  <a:pt x="2561400" y="575695"/>
                </a:moveTo>
                <a:lnTo>
                  <a:pt x="2531359" y="576246"/>
                </a:lnTo>
                <a:cubicBezTo>
                  <a:pt x="2451000" y="578808"/>
                  <a:pt x="2370837" y="582298"/>
                  <a:pt x="2301391" y="579026"/>
                </a:cubicBezTo>
                <a:cubicBezTo>
                  <a:pt x="2304831" y="633976"/>
                  <a:pt x="2305264" y="648671"/>
                  <a:pt x="2301391" y="700246"/>
                </a:cubicBezTo>
                <a:lnTo>
                  <a:pt x="2376771" y="702303"/>
                </a:lnTo>
                <a:lnTo>
                  <a:pt x="2456098" y="700246"/>
                </a:lnTo>
                <a:lnTo>
                  <a:pt x="2452373" y="780979"/>
                </a:lnTo>
                <a:lnTo>
                  <a:pt x="2452342" y="784416"/>
                </a:lnTo>
                <a:lnTo>
                  <a:pt x="2453660" y="838219"/>
                </a:lnTo>
                <a:lnTo>
                  <a:pt x="2456292" y="893667"/>
                </a:lnTo>
                <a:cubicBezTo>
                  <a:pt x="2459937" y="948900"/>
                  <a:pt x="2463517" y="1001275"/>
                  <a:pt x="2456098" y="1069935"/>
                </a:cubicBezTo>
                <a:cubicBezTo>
                  <a:pt x="2525717" y="1069818"/>
                  <a:pt x="2575761" y="1071569"/>
                  <a:pt x="2607791" y="1069935"/>
                </a:cubicBezTo>
                <a:cubicBezTo>
                  <a:pt x="2610777" y="976914"/>
                  <a:pt x="2603052" y="806547"/>
                  <a:pt x="2607791" y="700246"/>
                </a:cubicBezTo>
                <a:cubicBezTo>
                  <a:pt x="2636788" y="696779"/>
                  <a:pt x="2661884" y="697184"/>
                  <a:pt x="2686522" y="698254"/>
                </a:cubicBezTo>
                <a:lnTo>
                  <a:pt x="2689313" y="698327"/>
                </a:lnTo>
                <a:lnTo>
                  <a:pt x="2695927" y="698172"/>
                </a:lnTo>
                <a:cubicBezTo>
                  <a:pt x="2722580" y="698696"/>
                  <a:pt x="2745639" y="699913"/>
                  <a:pt x="2762498" y="700246"/>
                </a:cubicBezTo>
                <a:cubicBezTo>
                  <a:pt x="2759607" y="669361"/>
                  <a:pt x="2759865" y="606174"/>
                  <a:pt x="2762498" y="579026"/>
                </a:cubicBezTo>
                <a:cubicBezTo>
                  <a:pt x="2723806" y="580989"/>
                  <a:pt x="2687884" y="580821"/>
                  <a:pt x="2652705" y="579752"/>
                </a:cubicBezTo>
                <a:close/>
                <a:moveTo>
                  <a:pt x="3031765" y="570654"/>
                </a:moveTo>
                <a:cubicBezTo>
                  <a:pt x="2979496" y="573352"/>
                  <a:pt x="2936580" y="579001"/>
                  <a:pt x="2911047" y="589909"/>
                </a:cubicBezTo>
                <a:cubicBezTo>
                  <a:pt x="2887346" y="605729"/>
                  <a:pt x="2859037" y="621768"/>
                  <a:pt x="2845079" y="642817"/>
                </a:cubicBezTo>
                <a:cubicBezTo>
                  <a:pt x="2825747" y="663180"/>
                  <a:pt x="2821352" y="686840"/>
                  <a:pt x="2823145" y="714310"/>
                </a:cubicBezTo>
                <a:cubicBezTo>
                  <a:pt x="2824846" y="748951"/>
                  <a:pt x="2838302" y="780138"/>
                  <a:pt x="2866007" y="809077"/>
                </a:cubicBezTo>
                <a:cubicBezTo>
                  <a:pt x="2900632" y="832400"/>
                  <a:pt x="2930034" y="854924"/>
                  <a:pt x="3008324" y="868682"/>
                </a:cubicBezTo>
                <a:cubicBezTo>
                  <a:pt x="3048081" y="875332"/>
                  <a:pt x="3074209" y="887153"/>
                  <a:pt x="3086013" y="897146"/>
                </a:cubicBezTo>
                <a:cubicBezTo>
                  <a:pt x="3097544" y="907075"/>
                  <a:pt x="3102083" y="916960"/>
                  <a:pt x="3102756" y="931302"/>
                </a:cubicBezTo>
                <a:cubicBezTo>
                  <a:pt x="3105070" y="946077"/>
                  <a:pt x="3096151" y="953836"/>
                  <a:pt x="3085175" y="966630"/>
                </a:cubicBezTo>
                <a:cubicBezTo>
                  <a:pt x="3079439" y="971449"/>
                  <a:pt x="3072678" y="974846"/>
                  <a:pt x="3064474" y="977245"/>
                </a:cubicBezTo>
                <a:lnTo>
                  <a:pt x="3062782" y="977511"/>
                </a:lnTo>
                <a:lnTo>
                  <a:pt x="3062747" y="977528"/>
                </a:lnTo>
                <a:cubicBezTo>
                  <a:pt x="3054381" y="979847"/>
                  <a:pt x="3045147" y="981072"/>
                  <a:pt x="3035113" y="981866"/>
                </a:cubicBezTo>
                <a:cubicBezTo>
                  <a:pt x="3005345" y="983077"/>
                  <a:pt x="2978930" y="974186"/>
                  <a:pt x="2968141" y="952063"/>
                </a:cubicBezTo>
                <a:cubicBezTo>
                  <a:pt x="2953921" y="939380"/>
                  <a:pt x="2951407" y="922030"/>
                  <a:pt x="2949054" y="898485"/>
                </a:cubicBezTo>
                <a:cubicBezTo>
                  <a:pt x="2885850" y="906485"/>
                  <a:pt x="2842049" y="910722"/>
                  <a:pt x="2804727" y="907527"/>
                </a:cubicBezTo>
                <a:cubicBezTo>
                  <a:pt x="2799607" y="954320"/>
                  <a:pt x="2834886" y="995023"/>
                  <a:pt x="2859310" y="1030087"/>
                </a:cubicBezTo>
                <a:cubicBezTo>
                  <a:pt x="2894278" y="1056180"/>
                  <a:pt x="2955689" y="1077868"/>
                  <a:pt x="3032769" y="1078307"/>
                </a:cubicBezTo>
                <a:cubicBezTo>
                  <a:pt x="3079558" y="1074866"/>
                  <a:pt x="3118346" y="1075348"/>
                  <a:pt x="3150976" y="1057713"/>
                </a:cubicBezTo>
                <a:cubicBezTo>
                  <a:pt x="3181486" y="1042962"/>
                  <a:pt x="3199379" y="1026539"/>
                  <a:pt x="3223976" y="997270"/>
                </a:cubicBezTo>
                <a:cubicBezTo>
                  <a:pt x="3239072" y="964153"/>
                  <a:pt x="3249156" y="941793"/>
                  <a:pt x="3250096" y="910205"/>
                </a:cubicBezTo>
                <a:cubicBezTo>
                  <a:pt x="3250232" y="881864"/>
                  <a:pt x="3247054" y="857371"/>
                  <a:pt x="3230506" y="837540"/>
                </a:cubicBezTo>
                <a:cubicBezTo>
                  <a:pt x="3213500" y="816033"/>
                  <a:pt x="3197478" y="793974"/>
                  <a:pt x="3167887" y="783125"/>
                </a:cubicBezTo>
                <a:cubicBezTo>
                  <a:pt x="3138700" y="770100"/>
                  <a:pt x="3079674" y="754560"/>
                  <a:pt x="3025402" y="739760"/>
                </a:cubicBezTo>
                <a:cubicBezTo>
                  <a:pt x="2998885" y="732623"/>
                  <a:pt x="2983937" y="728818"/>
                  <a:pt x="2974503" y="721677"/>
                </a:cubicBezTo>
                <a:cubicBezTo>
                  <a:pt x="2967714" y="713857"/>
                  <a:pt x="2963906" y="707698"/>
                  <a:pt x="2963453" y="700581"/>
                </a:cubicBezTo>
                <a:cubicBezTo>
                  <a:pt x="2962576" y="687985"/>
                  <a:pt x="2967632" y="680627"/>
                  <a:pt x="2976847" y="673290"/>
                </a:cubicBezTo>
                <a:cubicBezTo>
                  <a:pt x="2983433" y="663495"/>
                  <a:pt x="2999006" y="661591"/>
                  <a:pt x="3016696" y="662072"/>
                </a:cubicBezTo>
                <a:cubicBezTo>
                  <a:pt x="3041233" y="660386"/>
                  <a:pt x="3055738" y="665709"/>
                  <a:pt x="3067093" y="677141"/>
                </a:cubicBezTo>
                <a:cubicBezTo>
                  <a:pt x="3081030" y="685610"/>
                  <a:pt x="3086332" y="704475"/>
                  <a:pt x="3091036" y="725361"/>
                </a:cubicBezTo>
                <a:cubicBezTo>
                  <a:pt x="3140617" y="718551"/>
                  <a:pt x="3170573" y="715750"/>
                  <a:pt x="3234022" y="716989"/>
                </a:cubicBezTo>
                <a:lnTo>
                  <a:pt x="3217499" y="656188"/>
                </a:lnTo>
                <a:lnTo>
                  <a:pt x="3214648" y="649076"/>
                </a:lnTo>
                <a:cubicBezTo>
                  <a:pt x="3205025" y="631379"/>
                  <a:pt x="3192065" y="617762"/>
                  <a:pt x="3175254" y="605647"/>
                </a:cubicBezTo>
                <a:lnTo>
                  <a:pt x="3118474" y="580826"/>
                </a:lnTo>
                <a:lnTo>
                  <a:pt x="3114950" y="579867"/>
                </a:lnTo>
                <a:cubicBezTo>
                  <a:pt x="3092613" y="576088"/>
                  <a:pt x="3066462" y="575071"/>
                  <a:pt x="3031765" y="570654"/>
                </a:cubicBezTo>
                <a:close/>
                <a:moveTo>
                  <a:pt x="3071884" y="247906"/>
                </a:moveTo>
                <a:cubicBezTo>
                  <a:pt x="3065080" y="248694"/>
                  <a:pt x="3058318" y="250829"/>
                  <a:pt x="3051984" y="254417"/>
                </a:cubicBezTo>
                <a:cubicBezTo>
                  <a:pt x="3026646" y="268770"/>
                  <a:pt x="3017741" y="300946"/>
                  <a:pt x="3032094" y="326283"/>
                </a:cubicBezTo>
                <a:cubicBezTo>
                  <a:pt x="3046447" y="351621"/>
                  <a:pt x="3078623" y="360526"/>
                  <a:pt x="3103961" y="346173"/>
                </a:cubicBezTo>
                <a:cubicBezTo>
                  <a:pt x="3129299" y="331820"/>
                  <a:pt x="3138204" y="299645"/>
                  <a:pt x="3123851" y="274307"/>
                </a:cubicBezTo>
                <a:cubicBezTo>
                  <a:pt x="3113086" y="255303"/>
                  <a:pt x="3092296" y="245543"/>
                  <a:pt x="3071884" y="247906"/>
                </a:cubicBezTo>
                <a:close/>
                <a:moveTo>
                  <a:pt x="3052669" y="208524"/>
                </a:moveTo>
                <a:cubicBezTo>
                  <a:pt x="3089207" y="204294"/>
                  <a:pt x="3126421" y="221765"/>
                  <a:pt x="3145690" y="255781"/>
                </a:cubicBezTo>
                <a:cubicBezTo>
                  <a:pt x="3171383" y="301137"/>
                  <a:pt x="3155443" y="358732"/>
                  <a:pt x="3110087" y="384424"/>
                </a:cubicBezTo>
                <a:cubicBezTo>
                  <a:pt x="3064732" y="410116"/>
                  <a:pt x="3007136" y="394176"/>
                  <a:pt x="2981444" y="348821"/>
                </a:cubicBezTo>
                <a:cubicBezTo>
                  <a:pt x="2955752" y="303465"/>
                  <a:pt x="2971692" y="245870"/>
                  <a:pt x="3017048" y="220178"/>
                </a:cubicBezTo>
                <a:cubicBezTo>
                  <a:pt x="3028386" y="213755"/>
                  <a:pt x="3040490" y="209934"/>
                  <a:pt x="3052669" y="208524"/>
                </a:cubicBezTo>
                <a:close/>
                <a:moveTo>
                  <a:pt x="2981284" y="80432"/>
                </a:moveTo>
                <a:lnTo>
                  <a:pt x="2967951" y="141557"/>
                </a:lnTo>
                <a:lnTo>
                  <a:pt x="2965968" y="142313"/>
                </a:lnTo>
                <a:lnTo>
                  <a:pt x="2913929" y="117094"/>
                </a:lnTo>
                <a:lnTo>
                  <a:pt x="2928332" y="160349"/>
                </a:lnTo>
                <a:lnTo>
                  <a:pt x="2863799" y="148388"/>
                </a:lnTo>
                <a:lnTo>
                  <a:pt x="2895204" y="195352"/>
                </a:lnTo>
                <a:lnTo>
                  <a:pt x="2893246" y="198175"/>
                </a:lnTo>
                <a:lnTo>
                  <a:pt x="2829258" y="206172"/>
                </a:lnTo>
                <a:lnTo>
                  <a:pt x="2871142" y="239614"/>
                </a:lnTo>
                <a:lnTo>
                  <a:pt x="2867149" y="251758"/>
                </a:lnTo>
                <a:cubicBezTo>
                  <a:pt x="2855882" y="292467"/>
                  <a:pt x="2860145" y="337475"/>
                  <a:pt x="2882610" y="377132"/>
                </a:cubicBezTo>
                <a:cubicBezTo>
                  <a:pt x="2927538" y="456446"/>
                  <a:pt x="3028256" y="484321"/>
                  <a:pt x="3107570" y="439392"/>
                </a:cubicBezTo>
                <a:cubicBezTo>
                  <a:pt x="3186883" y="394464"/>
                  <a:pt x="3214758" y="293746"/>
                  <a:pt x="3169830" y="214432"/>
                </a:cubicBezTo>
                <a:cubicBezTo>
                  <a:pt x="3138942" y="159904"/>
                  <a:pt x="3081684" y="129689"/>
                  <a:pt x="3023141" y="130729"/>
                </a:cubicBezTo>
                <a:lnTo>
                  <a:pt x="3014843" y="131281"/>
                </a:lnTo>
                <a:close/>
                <a:moveTo>
                  <a:pt x="2957143" y="74686"/>
                </a:moveTo>
                <a:cubicBezTo>
                  <a:pt x="2955987" y="77801"/>
                  <a:pt x="2955079" y="83532"/>
                  <a:pt x="2954493" y="86833"/>
                </a:cubicBezTo>
                <a:cubicBezTo>
                  <a:pt x="2958524" y="87205"/>
                  <a:pt x="2962239" y="87319"/>
                  <a:pt x="2965160" y="86833"/>
                </a:cubicBezTo>
                <a:cubicBezTo>
                  <a:pt x="2961019" y="81767"/>
                  <a:pt x="2959882" y="79366"/>
                  <a:pt x="2957143" y="74686"/>
                </a:cubicBezTo>
                <a:close/>
                <a:moveTo>
                  <a:pt x="1591648" y="53109"/>
                </a:moveTo>
                <a:cubicBezTo>
                  <a:pt x="1591897" y="66097"/>
                  <a:pt x="1591785" y="88963"/>
                  <a:pt x="1591667" y="112302"/>
                </a:cubicBezTo>
                <a:lnTo>
                  <a:pt x="1591533" y="145586"/>
                </a:lnTo>
                <a:lnTo>
                  <a:pt x="1591648" y="174329"/>
                </a:lnTo>
                <a:cubicBezTo>
                  <a:pt x="1659091" y="171568"/>
                  <a:pt x="1693040" y="172361"/>
                  <a:pt x="1746355" y="174329"/>
                </a:cubicBezTo>
                <a:cubicBezTo>
                  <a:pt x="1754417" y="308624"/>
                  <a:pt x="1751752" y="444067"/>
                  <a:pt x="1746355" y="544018"/>
                </a:cubicBezTo>
                <a:cubicBezTo>
                  <a:pt x="1788026" y="537854"/>
                  <a:pt x="1828215" y="538742"/>
                  <a:pt x="1898048" y="544018"/>
                </a:cubicBezTo>
                <a:cubicBezTo>
                  <a:pt x="1897671" y="438261"/>
                  <a:pt x="1888475" y="334840"/>
                  <a:pt x="1898048" y="174329"/>
                </a:cubicBezTo>
                <a:cubicBezTo>
                  <a:pt x="1938443" y="173343"/>
                  <a:pt x="2016400" y="177805"/>
                  <a:pt x="2052755" y="174329"/>
                </a:cubicBezTo>
                <a:cubicBezTo>
                  <a:pt x="2047074" y="140167"/>
                  <a:pt x="2047914" y="83502"/>
                  <a:pt x="2052755" y="53109"/>
                </a:cubicBezTo>
                <a:cubicBezTo>
                  <a:pt x="1864828" y="58411"/>
                  <a:pt x="1770646" y="72833"/>
                  <a:pt x="1591648" y="53109"/>
                </a:cubicBezTo>
                <a:close/>
                <a:moveTo>
                  <a:pt x="306406" y="53109"/>
                </a:moveTo>
                <a:cubicBezTo>
                  <a:pt x="313530" y="114375"/>
                  <a:pt x="314116" y="216716"/>
                  <a:pt x="306406" y="355563"/>
                </a:cubicBezTo>
                <a:cubicBezTo>
                  <a:pt x="306422" y="383051"/>
                  <a:pt x="304336" y="403734"/>
                  <a:pt x="294518" y="419297"/>
                </a:cubicBezTo>
                <a:cubicBezTo>
                  <a:pt x="286955" y="433211"/>
                  <a:pt x="273290" y="440004"/>
                  <a:pt x="257181" y="438201"/>
                </a:cubicBezTo>
                <a:cubicBezTo>
                  <a:pt x="245694" y="439267"/>
                  <a:pt x="237450" y="436100"/>
                  <a:pt x="232401" y="431839"/>
                </a:cubicBezTo>
                <a:cubicBezTo>
                  <a:pt x="224405" y="423354"/>
                  <a:pt x="216480" y="416289"/>
                  <a:pt x="214318" y="406389"/>
                </a:cubicBezTo>
                <a:cubicBezTo>
                  <a:pt x="209852" y="396747"/>
                  <a:pt x="208939" y="378954"/>
                  <a:pt x="208626" y="358169"/>
                </a:cubicBezTo>
                <a:cubicBezTo>
                  <a:pt x="151708" y="368555"/>
                  <a:pt x="104737" y="372294"/>
                  <a:pt x="63630" y="377926"/>
                </a:cubicBezTo>
                <a:cubicBezTo>
                  <a:pt x="66311" y="418561"/>
                  <a:pt x="79073" y="452287"/>
                  <a:pt x="89917" y="473530"/>
                </a:cubicBezTo>
                <a:lnTo>
                  <a:pt x="118589" y="510016"/>
                </a:lnTo>
                <a:lnTo>
                  <a:pt x="153038" y="532298"/>
                </a:lnTo>
                <a:cubicBezTo>
                  <a:pt x="183477" y="540320"/>
                  <a:pt x="214686" y="548705"/>
                  <a:pt x="268231" y="552390"/>
                </a:cubicBezTo>
                <a:lnTo>
                  <a:pt x="322521" y="545616"/>
                </a:lnTo>
                <a:lnTo>
                  <a:pt x="329751" y="543814"/>
                </a:lnTo>
                <a:cubicBezTo>
                  <a:pt x="348335" y="537586"/>
                  <a:pt x="365639" y="529141"/>
                  <a:pt x="383592" y="521938"/>
                </a:cubicBezTo>
                <a:lnTo>
                  <a:pt x="422339" y="489369"/>
                </a:lnTo>
                <a:lnTo>
                  <a:pt x="443532" y="447648"/>
                </a:lnTo>
                <a:cubicBezTo>
                  <a:pt x="447804" y="415976"/>
                  <a:pt x="452370" y="368898"/>
                  <a:pt x="458434" y="319817"/>
                </a:cubicBezTo>
                <a:cubicBezTo>
                  <a:pt x="448346" y="224355"/>
                  <a:pt x="447578" y="129493"/>
                  <a:pt x="458434" y="53109"/>
                </a:cubicBezTo>
                <a:cubicBezTo>
                  <a:pt x="413166" y="58589"/>
                  <a:pt x="362656" y="57933"/>
                  <a:pt x="306406" y="53109"/>
                </a:cubicBezTo>
                <a:close/>
                <a:moveTo>
                  <a:pt x="635726" y="49850"/>
                </a:moveTo>
                <a:cubicBezTo>
                  <a:pt x="615132" y="50028"/>
                  <a:pt x="594414" y="51293"/>
                  <a:pt x="559674" y="53109"/>
                </a:cubicBezTo>
                <a:cubicBezTo>
                  <a:pt x="562919" y="71114"/>
                  <a:pt x="564249" y="90045"/>
                  <a:pt x="564492" y="110401"/>
                </a:cubicBezTo>
                <a:lnTo>
                  <a:pt x="564206" y="121412"/>
                </a:lnTo>
                <a:lnTo>
                  <a:pt x="564440" y="177236"/>
                </a:lnTo>
                <a:cubicBezTo>
                  <a:pt x="563614" y="221276"/>
                  <a:pt x="561198" y="272686"/>
                  <a:pt x="559674" y="345586"/>
                </a:cubicBezTo>
                <a:cubicBezTo>
                  <a:pt x="563673" y="372640"/>
                  <a:pt x="568284" y="393170"/>
                  <a:pt x="573738" y="428574"/>
                </a:cubicBezTo>
                <a:cubicBezTo>
                  <a:pt x="579840" y="447533"/>
                  <a:pt x="588157" y="466230"/>
                  <a:pt x="606053" y="485127"/>
                </a:cubicBezTo>
                <a:cubicBezTo>
                  <a:pt x="622840" y="500400"/>
                  <a:pt x="641034" y="518476"/>
                  <a:pt x="658124" y="527458"/>
                </a:cubicBezTo>
                <a:cubicBezTo>
                  <a:pt x="677984" y="536260"/>
                  <a:pt x="698972" y="544069"/>
                  <a:pt x="728947" y="547369"/>
                </a:cubicBezTo>
                <a:cubicBezTo>
                  <a:pt x="761538" y="547641"/>
                  <a:pt x="784628" y="546921"/>
                  <a:pt x="807138" y="552390"/>
                </a:cubicBezTo>
                <a:cubicBezTo>
                  <a:pt x="846327" y="553256"/>
                  <a:pt x="879305" y="545879"/>
                  <a:pt x="913290" y="535992"/>
                </a:cubicBezTo>
                <a:cubicBezTo>
                  <a:pt x="935449" y="528534"/>
                  <a:pt x="949557" y="515432"/>
                  <a:pt x="974067" y="495335"/>
                </a:cubicBezTo>
                <a:cubicBezTo>
                  <a:pt x="993462" y="478425"/>
                  <a:pt x="1005636" y="448770"/>
                  <a:pt x="1016595" y="427737"/>
                </a:cubicBezTo>
                <a:cubicBezTo>
                  <a:pt x="1030788" y="401383"/>
                  <a:pt x="1030186" y="369680"/>
                  <a:pt x="1030157" y="345586"/>
                </a:cubicBezTo>
                <a:cubicBezTo>
                  <a:pt x="1024003" y="263737"/>
                  <a:pt x="1032969" y="183820"/>
                  <a:pt x="1030157" y="53109"/>
                </a:cubicBezTo>
                <a:cubicBezTo>
                  <a:pt x="972988" y="56920"/>
                  <a:pt x="917388" y="59009"/>
                  <a:pt x="878799" y="53109"/>
                </a:cubicBezTo>
                <a:cubicBezTo>
                  <a:pt x="887103" y="180728"/>
                  <a:pt x="887910" y="228554"/>
                  <a:pt x="878799" y="352550"/>
                </a:cubicBezTo>
                <a:cubicBezTo>
                  <a:pt x="879334" y="383057"/>
                  <a:pt x="874372" y="398435"/>
                  <a:pt x="856530" y="415616"/>
                </a:cubicBezTo>
                <a:cubicBezTo>
                  <a:pt x="841041" y="430778"/>
                  <a:pt x="820914" y="436634"/>
                  <a:pt x="795083" y="437867"/>
                </a:cubicBezTo>
                <a:cubicBezTo>
                  <a:pt x="769549" y="439893"/>
                  <a:pt x="751187" y="430220"/>
                  <a:pt x="733301" y="415284"/>
                </a:cubicBezTo>
                <a:cubicBezTo>
                  <a:pt x="718353" y="400751"/>
                  <a:pt x="711790" y="378686"/>
                  <a:pt x="711032" y="352550"/>
                </a:cubicBezTo>
                <a:cubicBezTo>
                  <a:pt x="705288" y="288408"/>
                  <a:pt x="708321" y="249481"/>
                  <a:pt x="711274" y="208622"/>
                </a:cubicBezTo>
                <a:lnTo>
                  <a:pt x="711963" y="194659"/>
                </a:lnTo>
                <a:lnTo>
                  <a:pt x="712292" y="143845"/>
                </a:lnTo>
                <a:cubicBezTo>
                  <a:pt x="712252" y="114649"/>
                  <a:pt x="711912" y="84166"/>
                  <a:pt x="711032" y="53109"/>
                </a:cubicBezTo>
                <a:cubicBezTo>
                  <a:pt x="676790" y="50579"/>
                  <a:pt x="656320" y="49671"/>
                  <a:pt x="635726" y="49850"/>
                </a:cubicBezTo>
                <a:close/>
                <a:moveTo>
                  <a:pt x="1331422" y="44737"/>
                </a:moveTo>
                <a:cubicBezTo>
                  <a:pt x="1280366" y="43658"/>
                  <a:pt x="1237787" y="56285"/>
                  <a:pt x="1210704" y="63992"/>
                </a:cubicBezTo>
                <a:lnTo>
                  <a:pt x="1171531" y="87743"/>
                </a:lnTo>
                <a:lnTo>
                  <a:pt x="1144736" y="116900"/>
                </a:lnTo>
                <a:cubicBezTo>
                  <a:pt x="1130494" y="138397"/>
                  <a:pt x="1126105" y="164887"/>
                  <a:pt x="1122802" y="188393"/>
                </a:cubicBezTo>
                <a:cubicBezTo>
                  <a:pt x="1123091" y="204803"/>
                  <a:pt x="1126715" y="224245"/>
                  <a:pt x="1133812" y="241710"/>
                </a:cubicBezTo>
                <a:lnTo>
                  <a:pt x="1136860" y="247242"/>
                </a:lnTo>
                <a:lnTo>
                  <a:pt x="1165665" y="283160"/>
                </a:lnTo>
                <a:lnTo>
                  <a:pt x="1210688" y="313912"/>
                </a:lnTo>
                <a:lnTo>
                  <a:pt x="1223806" y="319527"/>
                </a:lnTo>
                <a:cubicBezTo>
                  <a:pt x="1248962" y="327669"/>
                  <a:pt x="1278457" y="333623"/>
                  <a:pt x="1307982" y="342765"/>
                </a:cubicBezTo>
                <a:cubicBezTo>
                  <a:pt x="1347563" y="348909"/>
                  <a:pt x="1375599" y="362518"/>
                  <a:pt x="1385670" y="371229"/>
                </a:cubicBezTo>
                <a:cubicBezTo>
                  <a:pt x="1396952" y="381550"/>
                  <a:pt x="1404906" y="392693"/>
                  <a:pt x="1402413" y="405385"/>
                </a:cubicBezTo>
                <a:cubicBezTo>
                  <a:pt x="1402767" y="418669"/>
                  <a:pt x="1397508" y="429848"/>
                  <a:pt x="1384833" y="440713"/>
                </a:cubicBezTo>
                <a:cubicBezTo>
                  <a:pt x="1373909" y="452489"/>
                  <a:pt x="1353086" y="453915"/>
                  <a:pt x="1334771" y="455949"/>
                </a:cubicBezTo>
                <a:cubicBezTo>
                  <a:pt x="1307445" y="457095"/>
                  <a:pt x="1284021" y="446503"/>
                  <a:pt x="1267798" y="426146"/>
                </a:cubicBezTo>
                <a:cubicBezTo>
                  <a:pt x="1264202" y="419726"/>
                  <a:pt x="1260740" y="413145"/>
                  <a:pt x="1257523" y="404762"/>
                </a:cubicBezTo>
                <a:lnTo>
                  <a:pt x="1256944" y="402644"/>
                </a:lnTo>
                <a:lnTo>
                  <a:pt x="1256538" y="401766"/>
                </a:lnTo>
                <a:cubicBezTo>
                  <a:pt x="1253957" y="393039"/>
                  <a:pt x="1251949" y="383509"/>
                  <a:pt x="1248711" y="372568"/>
                </a:cubicBezTo>
                <a:cubicBezTo>
                  <a:pt x="1233097" y="373544"/>
                  <a:pt x="1214334" y="375251"/>
                  <a:pt x="1190815" y="376990"/>
                </a:cubicBezTo>
                <a:lnTo>
                  <a:pt x="1181570" y="377484"/>
                </a:lnTo>
                <a:lnTo>
                  <a:pt x="1178870" y="377682"/>
                </a:lnTo>
                <a:cubicBezTo>
                  <a:pt x="1154650" y="378353"/>
                  <a:pt x="1129656" y="378827"/>
                  <a:pt x="1104385" y="381610"/>
                </a:cubicBezTo>
                <a:cubicBezTo>
                  <a:pt x="1108305" y="429938"/>
                  <a:pt x="1128257" y="469058"/>
                  <a:pt x="1158968" y="504170"/>
                </a:cubicBezTo>
                <a:cubicBezTo>
                  <a:pt x="1190762" y="538071"/>
                  <a:pt x="1253318" y="545344"/>
                  <a:pt x="1332427" y="552390"/>
                </a:cubicBezTo>
                <a:cubicBezTo>
                  <a:pt x="1380556" y="546185"/>
                  <a:pt x="1424094" y="547078"/>
                  <a:pt x="1450634" y="531796"/>
                </a:cubicBezTo>
                <a:cubicBezTo>
                  <a:pt x="1480369" y="522964"/>
                  <a:pt x="1503813" y="497414"/>
                  <a:pt x="1523634" y="471353"/>
                </a:cubicBezTo>
                <a:cubicBezTo>
                  <a:pt x="1538910" y="441808"/>
                  <a:pt x="1548438" y="414148"/>
                  <a:pt x="1549753" y="384288"/>
                </a:cubicBezTo>
                <a:cubicBezTo>
                  <a:pt x="1544020" y="358279"/>
                  <a:pt x="1546134" y="333466"/>
                  <a:pt x="1530164" y="311623"/>
                </a:cubicBezTo>
                <a:cubicBezTo>
                  <a:pt x="1513671" y="290981"/>
                  <a:pt x="1501029" y="270035"/>
                  <a:pt x="1467544" y="257208"/>
                </a:cubicBezTo>
                <a:cubicBezTo>
                  <a:pt x="1439564" y="244823"/>
                  <a:pt x="1393132" y="226028"/>
                  <a:pt x="1325060" y="213843"/>
                </a:cubicBezTo>
                <a:cubicBezTo>
                  <a:pt x="1299000" y="206305"/>
                  <a:pt x="1281380" y="201639"/>
                  <a:pt x="1274161" y="195760"/>
                </a:cubicBezTo>
                <a:cubicBezTo>
                  <a:pt x="1267559" y="189765"/>
                  <a:pt x="1263525" y="183179"/>
                  <a:pt x="1263110" y="174664"/>
                </a:cubicBezTo>
                <a:cubicBezTo>
                  <a:pt x="1262583" y="164349"/>
                  <a:pt x="1269803" y="154493"/>
                  <a:pt x="1276505" y="147373"/>
                </a:cubicBezTo>
                <a:cubicBezTo>
                  <a:pt x="1284377" y="140798"/>
                  <a:pt x="1299102" y="135216"/>
                  <a:pt x="1316353" y="136155"/>
                </a:cubicBezTo>
                <a:cubicBezTo>
                  <a:pt x="1339835" y="134692"/>
                  <a:pt x="1352275" y="143395"/>
                  <a:pt x="1366750" y="151224"/>
                </a:cubicBezTo>
                <a:cubicBezTo>
                  <a:pt x="1376267" y="162511"/>
                  <a:pt x="1391136" y="178256"/>
                  <a:pt x="1390693" y="199444"/>
                </a:cubicBezTo>
                <a:cubicBezTo>
                  <a:pt x="1440139" y="203350"/>
                  <a:pt x="1492835" y="188238"/>
                  <a:pt x="1533680" y="191072"/>
                </a:cubicBezTo>
                <a:cubicBezTo>
                  <a:pt x="1520299" y="133778"/>
                  <a:pt x="1500482" y="104441"/>
                  <a:pt x="1474911" y="79730"/>
                </a:cubicBezTo>
                <a:cubicBezTo>
                  <a:pt x="1457546" y="73413"/>
                  <a:pt x="1437004" y="61674"/>
                  <a:pt x="1413139" y="53010"/>
                </a:cubicBezTo>
                <a:lnTo>
                  <a:pt x="1405648" y="51127"/>
                </a:lnTo>
                <a:close/>
                <a:moveTo>
                  <a:pt x="1567007" y="68"/>
                </a:moveTo>
                <a:cubicBezTo>
                  <a:pt x="1617647" y="424"/>
                  <a:pt x="1667979" y="2150"/>
                  <a:pt x="1721245" y="4977"/>
                </a:cubicBezTo>
                <a:lnTo>
                  <a:pt x="1864208" y="14560"/>
                </a:lnTo>
                <a:lnTo>
                  <a:pt x="1909848" y="13647"/>
                </a:lnTo>
                <a:cubicBezTo>
                  <a:pt x="2050810" y="6862"/>
                  <a:pt x="2193804" y="-6843"/>
                  <a:pt x="2395602" y="16496"/>
                </a:cubicBezTo>
                <a:lnTo>
                  <a:pt x="2425330" y="18917"/>
                </a:lnTo>
                <a:lnTo>
                  <a:pt x="2489823" y="16496"/>
                </a:lnTo>
                <a:cubicBezTo>
                  <a:pt x="2708437" y="9469"/>
                  <a:pt x="3009248" y="7189"/>
                  <a:pt x="3149371" y="16496"/>
                </a:cubicBezTo>
                <a:lnTo>
                  <a:pt x="3188671" y="60604"/>
                </a:lnTo>
                <a:lnTo>
                  <a:pt x="3241824" y="110510"/>
                </a:lnTo>
                <a:cubicBezTo>
                  <a:pt x="3279021" y="144449"/>
                  <a:pt x="3315721" y="177371"/>
                  <a:pt x="3331292" y="198417"/>
                </a:cubicBezTo>
                <a:cubicBezTo>
                  <a:pt x="3337626" y="280470"/>
                  <a:pt x="3336151" y="339648"/>
                  <a:pt x="3332980" y="390572"/>
                </a:cubicBezTo>
                <a:lnTo>
                  <a:pt x="3330101" y="430519"/>
                </a:lnTo>
                <a:lnTo>
                  <a:pt x="3330147" y="435151"/>
                </a:lnTo>
                <a:cubicBezTo>
                  <a:pt x="3331349" y="504605"/>
                  <a:pt x="3332934" y="569431"/>
                  <a:pt x="3331292" y="644113"/>
                </a:cubicBezTo>
                <a:cubicBezTo>
                  <a:pt x="3353043" y="814865"/>
                  <a:pt x="3342994" y="880979"/>
                  <a:pt x="3331292" y="1108001"/>
                </a:cubicBezTo>
                <a:cubicBezTo>
                  <a:pt x="3238247" y="1119344"/>
                  <a:pt x="3135503" y="1114024"/>
                  <a:pt x="3032801" y="1108528"/>
                </a:cubicBezTo>
                <a:lnTo>
                  <a:pt x="3001545" y="1107237"/>
                </a:lnTo>
                <a:lnTo>
                  <a:pt x="2852001" y="1106527"/>
                </a:lnTo>
                <a:lnTo>
                  <a:pt x="2754556" y="1107205"/>
                </a:lnTo>
                <a:lnTo>
                  <a:pt x="2734558" y="1108001"/>
                </a:lnTo>
                <a:cubicBezTo>
                  <a:pt x="2641678" y="1118641"/>
                  <a:pt x="2524770" y="1116005"/>
                  <a:pt x="2411019" y="1112028"/>
                </a:cubicBezTo>
                <a:lnTo>
                  <a:pt x="2406325" y="1111872"/>
                </a:lnTo>
                <a:lnTo>
                  <a:pt x="2289443" y="1113530"/>
                </a:lnTo>
                <a:cubicBezTo>
                  <a:pt x="2241049" y="1113896"/>
                  <a:pt x="2194415" y="1113800"/>
                  <a:pt x="2144614" y="1112970"/>
                </a:cubicBezTo>
                <a:lnTo>
                  <a:pt x="2029197" y="1109470"/>
                </a:lnTo>
                <a:lnTo>
                  <a:pt x="1984966" y="1110311"/>
                </a:lnTo>
                <a:cubicBezTo>
                  <a:pt x="1861712" y="1108230"/>
                  <a:pt x="1730841" y="1096600"/>
                  <a:pt x="1572497" y="1108001"/>
                </a:cubicBezTo>
                <a:cubicBezTo>
                  <a:pt x="1466935" y="1115602"/>
                  <a:pt x="1338969" y="1116804"/>
                  <a:pt x="1215008" y="1115505"/>
                </a:cubicBezTo>
                <a:lnTo>
                  <a:pt x="1150014" y="1114297"/>
                </a:lnTo>
                <a:lnTo>
                  <a:pt x="1123701" y="1114796"/>
                </a:lnTo>
                <a:cubicBezTo>
                  <a:pt x="878951" y="1116853"/>
                  <a:pt x="511405" y="1107169"/>
                  <a:pt x="190586" y="1108001"/>
                </a:cubicBezTo>
                <a:cubicBezTo>
                  <a:pt x="123389" y="1043956"/>
                  <a:pt x="77761" y="1013183"/>
                  <a:pt x="8665" y="926080"/>
                </a:cubicBezTo>
                <a:cubicBezTo>
                  <a:pt x="-2780" y="847588"/>
                  <a:pt x="4634" y="733071"/>
                  <a:pt x="7787" y="604175"/>
                </a:cubicBezTo>
                <a:lnTo>
                  <a:pt x="8595" y="481910"/>
                </a:lnTo>
                <a:lnTo>
                  <a:pt x="8358" y="456416"/>
                </a:lnTo>
                <a:lnTo>
                  <a:pt x="8150" y="446289"/>
                </a:lnTo>
                <a:lnTo>
                  <a:pt x="6503" y="401880"/>
                </a:lnTo>
                <a:cubicBezTo>
                  <a:pt x="1977" y="296595"/>
                  <a:pt x="-6553" y="145728"/>
                  <a:pt x="8665" y="16496"/>
                </a:cubicBezTo>
                <a:cubicBezTo>
                  <a:pt x="171738" y="8852"/>
                  <a:pt x="296985" y="17866"/>
                  <a:pt x="446076" y="18957"/>
                </a:cubicBezTo>
                <a:lnTo>
                  <a:pt x="568506" y="17066"/>
                </a:lnTo>
                <a:lnTo>
                  <a:pt x="573992" y="16496"/>
                </a:lnTo>
                <a:cubicBezTo>
                  <a:pt x="705419" y="-10827"/>
                  <a:pt x="931965" y="9701"/>
                  <a:pt x="1170726" y="16496"/>
                </a:cubicBezTo>
                <a:lnTo>
                  <a:pt x="1220135" y="17195"/>
                </a:lnTo>
                <a:lnTo>
                  <a:pt x="1233540" y="16496"/>
                </a:lnTo>
                <a:cubicBezTo>
                  <a:pt x="1363218" y="4119"/>
                  <a:pt x="1465728" y="-644"/>
                  <a:pt x="1567007" y="68"/>
                </a:cubicBezTo>
                <a:close/>
              </a:path>
            </a:pathLst>
          </a:custGeom>
          <a:solidFill>
            <a:srgbClr val="595959"/>
          </a:solidFill>
          <a:ln w="31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5EAFCA8-915F-48AA-9A97-D3FC95CA19FA}"/>
              </a:ext>
            </a:extLst>
          </p:cNvPr>
          <p:cNvGrpSpPr/>
          <p:nvPr/>
        </p:nvGrpSpPr>
        <p:grpSpPr>
          <a:xfrm>
            <a:off x="11063485" y="401941"/>
            <a:ext cx="650462" cy="637212"/>
            <a:chOff x="9927702" y="710325"/>
            <a:chExt cx="914401" cy="860690"/>
          </a:xfrm>
        </p:grpSpPr>
        <p:sp>
          <p:nvSpPr>
            <p:cNvPr id="23" name="Rectángulo: esquinas redondeadas 22">
              <a:hlinkClick r:id="rId4" action="ppaction://hlinksldjump">
                <a:snd r:embed="rId5" name="coin.wav"/>
              </a:hlinkClick>
              <a:extLst>
                <a:ext uri="{FF2B5EF4-FFF2-40B4-BE49-F238E27FC236}">
                  <a16:creationId xmlns:a16="http://schemas.microsoft.com/office/drawing/2014/main" id="{106A5973-ADC5-4061-813B-A2DD7FD36590}"/>
                </a:ext>
              </a:extLst>
            </p:cNvPr>
            <p:cNvSpPr/>
            <p:nvPr/>
          </p:nvSpPr>
          <p:spPr>
            <a:xfrm>
              <a:off x="9927702" y="710325"/>
              <a:ext cx="914401" cy="860690"/>
            </a:xfrm>
            <a:custGeom>
              <a:avLst/>
              <a:gdLst>
                <a:gd name="connsiteX0" fmla="*/ 0 w 650462"/>
                <a:gd name="connsiteY0" fmla="*/ 106204 h 637212"/>
                <a:gd name="connsiteX1" fmla="*/ 106204 w 650462"/>
                <a:gd name="connsiteY1" fmla="*/ 0 h 637212"/>
                <a:gd name="connsiteX2" fmla="*/ 544258 w 650462"/>
                <a:gd name="connsiteY2" fmla="*/ 0 h 637212"/>
                <a:gd name="connsiteX3" fmla="*/ 650462 w 650462"/>
                <a:gd name="connsiteY3" fmla="*/ 106204 h 637212"/>
                <a:gd name="connsiteX4" fmla="*/ 650462 w 650462"/>
                <a:gd name="connsiteY4" fmla="*/ 531008 h 637212"/>
                <a:gd name="connsiteX5" fmla="*/ 544258 w 650462"/>
                <a:gd name="connsiteY5" fmla="*/ 637212 h 637212"/>
                <a:gd name="connsiteX6" fmla="*/ 106204 w 650462"/>
                <a:gd name="connsiteY6" fmla="*/ 637212 h 637212"/>
                <a:gd name="connsiteX7" fmla="*/ 0 w 650462"/>
                <a:gd name="connsiteY7" fmla="*/ 531008 h 637212"/>
                <a:gd name="connsiteX8" fmla="*/ 0 w 650462"/>
                <a:gd name="connsiteY8" fmla="*/ 106204 h 637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462" h="637212" fill="none" extrusionOk="0">
                  <a:moveTo>
                    <a:pt x="0" y="106204"/>
                  </a:moveTo>
                  <a:cubicBezTo>
                    <a:pt x="10844" y="43768"/>
                    <a:pt x="47305" y="2961"/>
                    <a:pt x="106204" y="0"/>
                  </a:cubicBezTo>
                  <a:cubicBezTo>
                    <a:pt x="239684" y="13495"/>
                    <a:pt x="442128" y="-6675"/>
                    <a:pt x="544258" y="0"/>
                  </a:cubicBezTo>
                  <a:cubicBezTo>
                    <a:pt x="610570" y="-10346"/>
                    <a:pt x="645856" y="61304"/>
                    <a:pt x="650462" y="106204"/>
                  </a:cubicBezTo>
                  <a:cubicBezTo>
                    <a:pt x="640601" y="205076"/>
                    <a:pt x="649195" y="398475"/>
                    <a:pt x="650462" y="531008"/>
                  </a:cubicBezTo>
                  <a:cubicBezTo>
                    <a:pt x="648891" y="587498"/>
                    <a:pt x="613266" y="639583"/>
                    <a:pt x="544258" y="637212"/>
                  </a:cubicBezTo>
                  <a:cubicBezTo>
                    <a:pt x="397554" y="628569"/>
                    <a:pt x="236591" y="656217"/>
                    <a:pt x="106204" y="637212"/>
                  </a:cubicBezTo>
                  <a:cubicBezTo>
                    <a:pt x="33757" y="637542"/>
                    <a:pt x="3475" y="584418"/>
                    <a:pt x="0" y="531008"/>
                  </a:cubicBezTo>
                  <a:cubicBezTo>
                    <a:pt x="-16292" y="319926"/>
                    <a:pt x="-12558" y="223935"/>
                    <a:pt x="0" y="106204"/>
                  </a:cubicBezTo>
                  <a:close/>
                </a:path>
                <a:path w="650462" h="637212" stroke="0" extrusionOk="0">
                  <a:moveTo>
                    <a:pt x="0" y="106204"/>
                  </a:moveTo>
                  <a:cubicBezTo>
                    <a:pt x="4548" y="35412"/>
                    <a:pt x="51039" y="-2833"/>
                    <a:pt x="106204" y="0"/>
                  </a:cubicBezTo>
                  <a:cubicBezTo>
                    <a:pt x="296520" y="-1074"/>
                    <a:pt x="412838" y="18577"/>
                    <a:pt x="544258" y="0"/>
                  </a:cubicBezTo>
                  <a:cubicBezTo>
                    <a:pt x="597317" y="-11191"/>
                    <a:pt x="637678" y="51814"/>
                    <a:pt x="650462" y="106204"/>
                  </a:cubicBezTo>
                  <a:cubicBezTo>
                    <a:pt x="629889" y="203171"/>
                    <a:pt x="670189" y="378452"/>
                    <a:pt x="650462" y="531008"/>
                  </a:cubicBezTo>
                  <a:cubicBezTo>
                    <a:pt x="658327" y="593815"/>
                    <a:pt x="601461" y="628214"/>
                    <a:pt x="544258" y="637212"/>
                  </a:cubicBezTo>
                  <a:cubicBezTo>
                    <a:pt x="353399" y="656651"/>
                    <a:pt x="261201" y="625934"/>
                    <a:pt x="106204" y="637212"/>
                  </a:cubicBezTo>
                  <a:cubicBezTo>
                    <a:pt x="51890" y="630042"/>
                    <a:pt x="-3044" y="590035"/>
                    <a:pt x="0" y="531008"/>
                  </a:cubicBezTo>
                  <a:cubicBezTo>
                    <a:pt x="-17876" y="362492"/>
                    <a:pt x="6533" y="278709"/>
                    <a:pt x="0" y="106204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9050">
              <a:solidFill>
                <a:srgbClr val="C9C9C9"/>
              </a:solidFill>
              <a:extLst>
                <a:ext uri="{C807C97D-BFC1-408E-A445-0C87EB9F89A2}">
                  <ask:lineSketchStyleProps xmlns:ask="http://schemas.microsoft.com/office/drawing/2018/sketchyshapes" sd="3995003514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 sz="4000" dirty="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7" name="Forma libre: forma 6">
              <a:hlinkClick r:id="rId4" action="ppaction://hlinksldjump">
                <a:snd r:embed="rId5" name="coin.wav"/>
              </a:hlinkClick>
              <a:extLst>
                <a:ext uri="{FF2B5EF4-FFF2-40B4-BE49-F238E27FC236}">
                  <a16:creationId xmlns:a16="http://schemas.microsoft.com/office/drawing/2014/main" id="{D364213B-EB53-4001-93B4-7972B0F176CD}"/>
                </a:ext>
              </a:extLst>
            </p:cNvPr>
            <p:cNvSpPr/>
            <p:nvPr/>
          </p:nvSpPr>
          <p:spPr>
            <a:xfrm>
              <a:off x="10340566" y="1322153"/>
              <a:ext cx="98223" cy="98222"/>
            </a:xfrm>
            <a:custGeom>
              <a:avLst/>
              <a:gdLst>
                <a:gd name="connsiteX0" fmla="*/ 69871 w 69871"/>
                <a:gd name="connsiteY0" fmla="*/ 36359 h 72719"/>
                <a:gd name="connsiteX1" fmla="*/ 34935 w 69871"/>
                <a:gd name="connsiteY1" fmla="*/ 72719 h 72719"/>
                <a:gd name="connsiteX2" fmla="*/ 0 w 69871"/>
                <a:gd name="connsiteY2" fmla="*/ 36359 h 72719"/>
                <a:gd name="connsiteX3" fmla="*/ 34935 w 69871"/>
                <a:gd name="connsiteY3" fmla="*/ 0 h 72719"/>
                <a:gd name="connsiteX4" fmla="*/ 69871 w 69871"/>
                <a:gd name="connsiteY4" fmla="*/ 36359 h 72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871" h="72719" fill="none" extrusionOk="0">
                  <a:moveTo>
                    <a:pt x="69871" y="36359"/>
                  </a:moveTo>
                  <a:cubicBezTo>
                    <a:pt x="70074" y="56621"/>
                    <a:pt x="52913" y="69285"/>
                    <a:pt x="34935" y="72719"/>
                  </a:cubicBezTo>
                  <a:cubicBezTo>
                    <a:pt x="15764" y="76137"/>
                    <a:pt x="-463" y="55477"/>
                    <a:pt x="0" y="36359"/>
                  </a:cubicBezTo>
                  <a:cubicBezTo>
                    <a:pt x="-709" y="17828"/>
                    <a:pt x="16333" y="1881"/>
                    <a:pt x="34935" y="0"/>
                  </a:cubicBezTo>
                  <a:cubicBezTo>
                    <a:pt x="54185" y="974"/>
                    <a:pt x="70646" y="19827"/>
                    <a:pt x="69871" y="36359"/>
                  </a:cubicBezTo>
                  <a:close/>
                </a:path>
                <a:path w="69871" h="72719" stroke="0" extrusionOk="0">
                  <a:moveTo>
                    <a:pt x="69871" y="36359"/>
                  </a:moveTo>
                  <a:cubicBezTo>
                    <a:pt x="72035" y="59265"/>
                    <a:pt x="54474" y="70700"/>
                    <a:pt x="34935" y="72719"/>
                  </a:cubicBezTo>
                  <a:cubicBezTo>
                    <a:pt x="18448" y="74026"/>
                    <a:pt x="2313" y="53603"/>
                    <a:pt x="0" y="36359"/>
                  </a:cubicBezTo>
                  <a:cubicBezTo>
                    <a:pt x="343" y="17369"/>
                    <a:pt x="15210" y="329"/>
                    <a:pt x="34935" y="0"/>
                  </a:cubicBezTo>
                  <a:cubicBezTo>
                    <a:pt x="51434" y="44"/>
                    <a:pt x="69706" y="15952"/>
                    <a:pt x="69871" y="36359"/>
                  </a:cubicBezTo>
                  <a:close/>
                </a:path>
              </a:pathLst>
            </a:custGeom>
            <a:solidFill>
              <a:srgbClr val="595959"/>
            </a:solidFill>
            <a:ln w="19050" cap="flat">
              <a:solidFill>
                <a:srgbClr val="595959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512913427">
                    <a:custGeom>
                      <a:avLst/>
                      <a:gdLst>
                        <a:gd name="connsiteX0" fmla="*/ 98223 w 98223"/>
                        <a:gd name="connsiteY0" fmla="*/ 49112 h 98223"/>
                        <a:gd name="connsiteX1" fmla="*/ 49112 w 98223"/>
                        <a:gd name="connsiteY1" fmla="*/ 98223 h 98223"/>
                        <a:gd name="connsiteX2" fmla="*/ 0 w 98223"/>
                        <a:gd name="connsiteY2" fmla="*/ 49112 h 98223"/>
                        <a:gd name="connsiteX3" fmla="*/ 49112 w 98223"/>
                        <a:gd name="connsiteY3" fmla="*/ 0 h 98223"/>
                        <a:gd name="connsiteX4" fmla="*/ 98223 w 98223"/>
                        <a:gd name="connsiteY4" fmla="*/ 49112 h 982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8223" h="98223">
                          <a:moveTo>
                            <a:pt x="98223" y="49112"/>
                          </a:moveTo>
                          <a:cubicBezTo>
                            <a:pt x="98223" y="76235"/>
                            <a:pt x="76235" y="98223"/>
                            <a:pt x="49112" y="98223"/>
                          </a:cubicBezTo>
                          <a:cubicBezTo>
                            <a:pt x="21988" y="98223"/>
                            <a:pt x="0" y="76235"/>
                            <a:pt x="0" y="49112"/>
                          </a:cubicBezTo>
                          <a:cubicBezTo>
                            <a:pt x="0" y="21988"/>
                            <a:pt x="21988" y="0"/>
                            <a:pt x="49112" y="0"/>
                          </a:cubicBezTo>
                          <a:cubicBezTo>
                            <a:pt x="76235" y="0"/>
                            <a:pt x="98223" y="21988"/>
                            <a:pt x="98223" y="49112"/>
                          </a:cubicBezTo>
                          <a:close/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s-US" dirty="0"/>
            </a:p>
          </p:txBody>
        </p:sp>
        <p:sp>
          <p:nvSpPr>
            <p:cNvPr id="8" name="Forma libre: forma 7">
              <a:hlinkClick r:id="rId4" action="ppaction://hlinksldjump">
                <a:snd r:embed="rId5" name="coin.wav"/>
              </a:hlinkClick>
              <a:extLst>
                <a:ext uri="{FF2B5EF4-FFF2-40B4-BE49-F238E27FC236}">
                  <a16:creationId xmlns:a16="http://schemas.microsoft.com/office/drawing/2014/main" id="{FFAC2BC5-6DC6-4699-B965-10D780416AD3}"/>
                </a:ext>
              </a:extLst>
            </p:cNvPr>
            <p:cNvSpPr/>
            <p:nvPr/>
          </p:nvSpPr>
          <p:spPr>
            <a:xfrm>
              <a:off x="10222758" y="870494"/>
              <a:ext cx="333850" cy="415900"/>
            </a:xfrm>
            <a:custGeom>
              <a:avLst/>
              <a:gdLst>
                <a:gd name="connsiteX0" fmla="*/ 139848 w 237485"/>
                <a:gd name="connsiteY0" fmla="*/ 238433 h 307912"/>
                <a:gd name="connsiteX1" fmla="*/ 139848 w 237485"/>
                <a:gd name="connsiteY1" fmla="*/ 307912 h 307912"/>
                <a:gd name="connsiteX2" fmla="*/ 97630 w 237485"/>
                <a:gd name="connsiteY2" fmla="*/ 307912 h 307912"/>
                <a:gd name="connsiteX3" fmla="*/ 97630 w 237485"/>
                <a:gd name="connsiteY3" fmla="*/ 196306 h 307912"/>
                <a:gd name="connsiteX4" fmla="*/ 118739 w 237485"/>
                <a:gd name="connsiteY4" fmla="*/ 196306 h 307912"/>
                <a:gd name="connsiteX5" fmla="*/ 195576 w 237485"/>
                <a:gd name="connsiteY5" fmla="*/ 123586 h 307912"/>
                <a:gd name="connsiteX6" fmla="*/ 122155 w 237485"/>
                <a:gd name="connsiteY6" fmla="*/ 43617 h 307912"/>
                <a:gd name="connsiteX7" fmla="*/ 118739 w 237485"/>
                <a:gd name="connsiteY7" fmla="*/ 43617 h 307912"/>
                <a:gd name="connsiteX8" fmla="*/ 41901 w 237485"/>
                <a:gd name="connsiteY8" fmla="*/ 126662 h 307912"/>
                <a:gd name="connsiteX9" fmla="*/ 0 w 237485"/>
                <a:gd name="connsiteY9" fmla="*/ 126662 h 307912"/>
                <a:gd name="connsiteX10" fmla="*/ 118739 w 237485"/>
                <a:gd name="connsiteY10" fmla="*/ 7 h 307912"/>
                <a:gd name="connsiteX11" fmla="*/ 237478 w 237485"/>
                <a:gd name="connsiteY11" fmla="*/ 120936 h 307912"/>
                <a:gd name="connsiteX12" fmla="*/ 237478 w 237485"/>
                <a:gd name="connsiteY12" fmla="*/ 123586 h 307912"/>
                <a:gd name="connsiteX13" fmla="*/ 139848 w 237485"/>
                <a:gd name="connsiteY13" fmla="*/ 238433 h 307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485" h="307912" fill="none" extrusionOk="0">
                  <a:moveTo>
                    <a:pt x="139848" y="238433"/>
                  </a:moveTo>
                  <a:cubicBezTo>
                    <a:pt x="140287" y="261768"/>
                    <a:pt x="139278" y="279971"/>
                    <a:pt x="139848" y="307912"/>
                  </a:cubicBezTo>
                  <a:cubicBezTo>
                    <a:pt x="126360" y="306820"/>
                    <a:pt x="117619" y="308774"/>
                    <a:pt x="97630" y="307912"/>
                  </a:cubicBezTo>
                  <a:cubicBezTo>
                    <a:pt x="101528" y="256190"/>
                    <a:pt x="90818" y="241929"/>
                    <a:pt x="97630" y="196306"/>
                  </a:cubicBezTo>
                  <a:cubicBezTo>
                    <a:pt x="102248" y="195355"/>
                    <a:pt x="111607" y="196734"/>
                    <a:pt x="118739" y="196306"/>
                  </a:cubicBezTo>
                  <a:cubicBezTo>
                    <a:pt x="165034" y="196932"/>
                    <a:pt x="195732" y="167167"/>
                    <a:pt x="195576" y="123586"/>
                  </a:cubicBezTo>
                  <a:cubicBezTo>
                    <a:pt x="190846" y="80522"/>
                    <a:pt x="164214" y="38224"/>
                    <a:pt x="122155" y="43617"/>
                  </a:cubicBezTo>
                  <a:cubicBezTo>
                    <a:pt x="121030" y="43613"/>
                    <a:pt x="120065" y="43581"/>
                    <a:pt x="118739" y="43617"/>
                  </a:cubicBezTo>
                  <a:cubicBezTo>
                    <a:pt x="79293" y="44177"/>
                    <a:pt x="42304" y="77130"/>
                    <a:pt x="41901" y="126662"/>
                  </a:cubicBezTo>
                  <a:cubicBezTo>
                    <a:pt x="36259" y="124756"/>
                    <a:pt x="11630" y="127828"/>
                    <a:pt x="0" y="126662"/>
                  </a:cubicBezTo>
                  <a:cubicBezTo>
                    <a:pt x="7432" y="52626"/>
                    <a:pt x="55164" y="5447"/>
                    <a:pt x="118739" y="7"/>
                  </a:cubicBezTo>
                  <a:cubicBezTo>
                    <a:pt x="182383" y="-3406"/>
                    <a:pt x="231375" y="64115"/>
                    <a:pt x="237478" y="120936"/>
                  </a:cubicBezTo>
                  <a:cubicBezTo>
                    <a:pt x="237480" y="121856"/>
                    <a:pt x="237503" y="122814"/>
                    <a:pt x="237478" y="123586"/>
                  </a:cubicBezTo>
                  <a:cubicBezTo>
                    <a:pt x="240650" y="193295"/>
                    <a:pt x="192803" y="226865"/>
                    <a:pt x="139848" y="238433"/>
                  </a:cubicBezTo>
                  <a:close/>
                </a:path>
                <a:path w="237485" h="307912" stroke="0" extrusionOk="0">
                  <a:moveTo>
                    <a:pt x="139848" y="238433"/>
                  </a:moveTo>
                  <a:cubicBezTo>
                    <a:pt x="139232" y="264054"/>
                    <a:pt x="145635" y="278681"/>
                    <a:pt x="139848" y="307912"/>
                  </a:cubicBezTo>
                  <a:cubicBezTo>
                    <a:pt x="119679" y="310629"/>
                    <a:pt x="112708" y="308391"/>
                    <a:pt x="97630" y="307912"/>
                  </a:cubicBezTo>
                  <a:cubicBezTo>
                    <a:pt x="88857" y="266194"/>
                    <a:pt x="101535" y="246428"/>
                    <a:pt x="97630" y="196306"/>
                  </a:cubicBezTo>
                  <a:cubicBezTo>
                    <a:pt x="104908" y="196608"/>
                    <a:pt x="109052" y="194881"/>
                    <a:pt x="118739" y="196306"/>
                  </a:cubicBezTo>
                  <a:cubicBezTo>
                    <a:pt x="168928" y="201137"/>
                    <a:pt x="188407" y="171572"/>
                    <a:pt x="195576" y="123586"/>
                  </a:cubicBezTo>
                  <a:cubicBezTo>
                    <a:pt x="200599" y="79140"/>
                    <a:pt x="163003" y="44732"/>
                    <a:pt x="122155" y="43617"/>
                  </a:cubicBezTo>
                  <a:cubicBezTo>
                    <a:pt x="121154" y="43673"/>
                    <a:pt x="119803" y="43646"/>
                    <a:pt x="118739" y="43617"/>
                  </a:cubicBezTo>
                  <a:cubicBezTo>
                    <a:pt x="74130" y="36895"/>
                    <a:pt x="37466" y="82505"/>
                    <a:pt x="41901" y="126662"/>
                  </a:cubicBezTo>
                  <a:cubicBezTo>
                    <a:pt x="32608" y="125881"/>
                    <a:pt x="19755" y="128312"/>
                    <a:pt x="0" y="126662"/>
                  </a:cubicBezTo>
                  <a:cubicBezTo>
                    <a:pt x="-10623" y="47032"/>
                    <a:pt x="52253" y="2904"/>
                    <a:pt x="118739" y="7"/>
                  </a:cubicBezTo>
                  <a:cubicBezTo>
                    <a:pt x="179897" y="1974"/>
                    <a:pt x="241635" y="65095"/>
                    <a:pt x="237478" y="120936"/>
                  </a:cubicBezTo>
                  <a:cubicBezTo>
                    <a:pt x="237392" y="121707"/>
                    <a:pt x="237508" y="122705"/>
                    <a:pt x="237478" y="123586"/>
                  </a:cubicBezTo>
                  <a:cubicBezTo>
                    <a:pt x="227404" y="185354"/>
                    <a:pt x="191008" y="222747"/>
                    <a:pt x="139848" y="238433"/>
                  </a:cubicBezTo>
                  <a:close/>
                </a:path>
              </a:pathLst>
            </a:custGeom>
            <a:solidFill>
              <a:srgbClr val="595959"/>
            </a:solidFill>
            <a:ln w="19050" cap="flat">
              <a:solidFill>
                <a:srgbClr val="595959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882028688">
                    <a:custGeom>
                      <a:avLst/>
                      <a:gdLst>
                        <a:gd name="connsiteX0" fmla="*/ 196595 w 333849"/>
                        <a:gd name="connsiteY0" fmla="*/ 322055 h 415900"/>
                        <a:gd name="connsiteX1" fmla="*/ 196595 w 333849"/>
                        <a:gd name="connsiteY1" fmla="*/ 415901 h 415900"/>
                        <a:gd name="connsiteX2" fmla="*/ 137246 w 333849"/>
                        <a:gd name="connsiteY2" fmla="*/ 415901 h 415900"/>
                        <a:gd name="connsiteX3" fmla="*/ 137246 w 333849"/>
                        <a:gd name="connsiteY3" fmla="*/ 265153 h 415900"/>
                        <a:gd name="connsiteX4" fmla="*/ 166920 w 333849"/>
                        <a:gd name="connsiteY4" fmla="*/ 265153 h 415900"/>
                        <a:gd name="connsiteX5" fmla="*/ 274936 w 333849"/>
                        <a:gd name="connsiteY5" fmla="*/ 166930 h 415900"/>
                        <a:gd name="connsiteX6" fmla="*/ 171723 w 333849"/>
                        <a:gd name="connsiteY6" fmla="*/ 58914 h 415900"/>
                        <a:gd name="connsiteX7" fmla="*/ 166920 w 333849"/>
                        <a:gd name="connsiteY7" fmla="*/ 58914 h 415900"/>
                        <a:gd name="connsiteX8" fmla="*/ 58904 w 333849"/>
                        <a:gd name="connsiteY8" fmla="*/ 171085 h 415900"/>
                        <a:gd name="connsiteX9" fmla="*/ 0 w 333849"/>
                        <a:gd name="connsiteY9" fmla="*/ 171085 h 415900"/>
                        <a:gd name="connsiteX10" fmla="*/ 166920 w 333849"/>
                        <a:gd name="connsiteY10" fmla="*/ 10 h 415900"/>
                        <a:gd name="connsiteX11" fmla="*/ 333840 w 333849"/>
                        <a:gd name="connsiteY11" fmla="*/ 163350 h 415900"/>
                        <a:gd name="connsiteX12" fmla="*/ 333840 w 333849"/>
                        <a:gd name="connsiteY12" fmla="*/ 166930 h 415900"/>
                        <a:gd name="connsiteX13" fmla="*/ 196595 w 333849"/>
                        <a:gd name="connsiteY13" fmla="*/ 322055 h 4159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333849" h="415900">
                          <a:moveTo>
                            <a:pt x="196595" y="322055"/>
                          </a:moveTo>
                          <a:lnTo>
                            <a:pt x="196595" y="415901"/>
                          </a:lnTo>
                          <a:lnTo>
                            <a:pt x="137246" y="415901"/>
                          </a:lnTo>
                          <a:lnTo>
                            <a:pt x="137246" y="265153"/>
                          </a:lnTo>
                          <a:lnTo>
                            <a:pt x="166920" y="265153"/>
                          </a:lnTo>
                          <a:cubicBezTo>
                            <a:pt x="232501" y="265153"/>
                            <a:pt x="274936" y="226576"/>
                            <a:pt x="274936" y="166930"/>
                          </a:cubicBezTo>
                          <a:cubicBezTo>
                            <a:pt x="276263" y="108601"/>
                            <a:pt x="230052" y="60241"/>
                            <a:pt x="171723" y="58914"/>
                          </a:cubicBezTo>
                          <a:cubicBezTo>
                            <a:pt x="170122" y="58878"/>
                            <a:pt x="168521" y="58878"/>
                            <a:pt x="166920" y="58914"/>
                          </a:cubicBezTo>
                          <a:cubicBezTo>
                            <a:pt x="99262" y="58914"/>
                            <a:pt x="58904" y="103426"/>
                            <a:pt x="58904" y="171085"/>
                          </a:cubicBezTo>
                          <a:lnTo>
                            <a:pt x="0" y="171085"/>
                          </a:lnTo>
                          <a:cubicBezTo>
                            <a:pt x="0" y="71229"/>
                            <a:pt x="66768" y="10"/>
                            <a:pt x="166920" y="10"/>
                          </a:cubicBezTo>
                          <a:cubicBezTo>
                            <a:pt x="258119" y="-979"/>
                            <a:pt x="332852" y="72151"/>
                            <a:pt x="333840" y="163350"/>
                          </a:cubicBezTo>
                          <a:cubicBezTo>
                            <a:pt x="333853" y="164543"/>
                            <a:pt x="333853" y="165736"/>
                            <a:pt x="333840" y="166930"/>
                          </a:cubicBezTo>
                          <a:cubicBezTo>
                            <a:pt x="333840" y="249945"/>
                            <a:pt x="278942" y="310482"/>
                            <a:pt x="196595" y="322055"/>
                          </a:cubicBezTo>
                          <a:close/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s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359314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7F8FCF17-37C4-47A4-B9AC-8B9953D32929}"/>
              </a:ext>
            </a:extLst>
          </p:cNvPr>
          <p:cNvSpPr/>
          <p:nvPr/>
        </p:nvSpPr>
        <p:spPr>
          <a:xfrm flipV="1">
            <a:off x="-118981" y="-535837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6" name="Forma libre: forma 35">
            <a:extLst>
              <a:ext uri="{FF2B5EF4-FFF2-40B4-BE49-F238E27FC236}">
                <a16:creationId xmlns:a16="http://schemas.microsoft.com/office/drawing/2014/main" id="{187B4400-5E22-4575-8874-EF26CA468502}"/>
              </a:ext>
            </a:extLst>
          </p:cNvPr>
          <p:cNvSpPr/>
          <p:nvPr/>
        </p:nvSpPr>
        <p:spPr>
          <a:xfrm flipH="1" flipV="1">
            <a:off x="3984641" y="-575341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40DD996B-EB26-4D90-8C61-0FC3E74A9D1D}"/>
              </a:ext>
            </a:extLst>
          </p:cNvPr>
          <p:cNvGrpSpPr/>
          <p:nvPr/>
        </p:nvGrpSpPr>
        <p:grpSpPr>
          <a:xfrm>
            <a:off x="8060015" y="-57454"/>
            <a:ext cx="3893623" cy="7252005"/>
            <a:chOff x="8060015" y="-57454"/>
            <a:chExt cx="3893623" cy="7252005"/>
          </a:xfrm>
        </p:grpSpPr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DE8C6651-18D3-4C1F-A2F1-6F409DA8643C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880CA0B4-CCAB-4573-8FF3-A2A3EA534F33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30567E61-6D96-4DC7-9CBF-309326B5AEF4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55" name="Forma libre: forma 54">
            <a:extLst>
              <a:ext uri="{FF2B5EF4-FFF2-40B4-BE49-F238E27FC236}">
                <a16:creationId xmlns:a16="http://schemas.microsoft.com/office/drawing/2014/main" id="{E769E46A-7DCE-4B5C-94B3-F470259E8EE2}"/>
              </a:ext>
            </a:extLst>
          </p:cNvPr>
          <p:cNvSpPr/>
          <p:nvPr/>
        </p:nvSpPr>
        <p:spPr>
          <a:xfrm rot="16200000">
            <a:off x="616506" y="414716"/>
            <a:ext cx="4059371" cy="4059371"/>
          </a:xfrm>
          <a:custGeom>
            <a:avLst/>
            <a:gdLst>
              <a:gd name="connsiteX0" fmla="*/ 2508925 w 8343900"/>
              <a:gd name="connsiteY0" fmla="*/ 5552743 h 8343899"/>
              <a:gd name="connsiteX1" fmla="*/ 2272572 w 8343900"/>
              <a:gd name="connsiteY1" fmla="*/ 5765038 h 8343899"/>
              <a:gd name="connsiteX2" fmla="*/ 2267402 w 8343900"/>
              <a:gd name="connsiteY2" fmla="*/ 5759350 h 8343899"/>
              <a:gd name="connsiteX3" fmla="*/ 1936535 w 8343900"/>
              <a:gd name="connsiteY3" fmla="*/ 5234434 h 8343899"/>
              <a:gd name="connsiteX4" fmla="*/ 1936318 w 8343900"/>
              <a:gd name="connsiteY4" fmla="*/ 5233951 h 8343899"/>
              <a:gd name="connsiteX5" fmla="*/ 1916330 w 8343900"/>
              <a:gd name="connsiteY5" fmla="*/ 5202203 h 8343899"/>
              <a:gd name="connsiteX6" fmla="*/ 1723581 w 8343900"/>
              <a:gd name="connsiteY6" fmla="*/ 4758953 h 8343899"/>
              <a:gd name="connsiteX7" fmla="*/ 1700160 w 8343900"/>
              <a:gd name="connsiteY7" fmla="*/ 4639307 h 8343899"/>
              <a:gd name="connsiteX8" fmla="*/ 1681217 w 8343900"/>
              <a:gd name="connsiteY8" fmla="*/ 4636614 h 8343899"/>
              <a:gd name="connsiteX9" fmla="*/ 1408176 w 8343900"/>
              <a:gd name="connsiteY9" fmla="*/ 4565141 h 8343899"/>
              <a:gd name="connsiteX10" fmla="*/ 1405685 w 8343900"/>
              <a:gd name="connsiteY10" fmla="*/ 4563829 h 8343899"/>
              <a:gd name="connsiteX11" fmla="*/ 1388618 w 8343900"/>
              <a:gd name="connsiteY11" fmla="*/ 4559680 h 8343899"/>
              <a:gd name="connsiteX12" fmla="*/ 958342 w 8343900"/>
              <a:gd name="connsiteY12" fmla="*/ 4439538 h 8343899"/>
              <a:gd name="connsiteX13" fmla="*/ 956990 w 8343900"/>
              <a:gd name="connsiteY13" fmla="*/ 4438865 h 8343899"/>
              <a:gd name="connsiteX14" fmla="*/ 938784 w 8343900"/>
              <a:gd name="connsiteY14" fmla="*/ 4434077 h 8343899"/>
              <a:gd name="connsiteX15" fmla="*/ 574054 w 8343900"/>
              <a:gd name="connsiteY15" fmla="*/ 4338287 h 8343899"/>
              <a:gd name="connsiteX16" fmla="*/ 569594 w 8343900"/>
              <a:gd name="connsiteY16" fmla="*/ 4336630 h 8343899"/>
              <a:gd name="connsiteX17" fmla="*/ 559976 w 8343900"/>
              <a:gd name="connsiteY17" fmla="*/ 4335108 h 8343899"/>
              <a:gd name="connsiteX18" fmla="*/ 430276 w 8343900"/>
              <a:gd name="connsiteY18" fmla="*/ 4292091 h 8343899"/>
              <a:gd name="connsiteX19" fmla="*/ 399198 w 8343900"/>
              <a:gd name="connsiteY19" fmla="*/ 4278986 h 8343899"/>
              <a:gd name="connsiteX20" fmla="*/ 379284 w 8343900"/>
              <a:gd name="connsiteY20" fmla="*/ 4273593 h 8343899"/>
              <a:gd name="connsiteX21" fmla="*/ 0 w 8343900"/>
              <a:gd name="connsiteY21" fmla="*/ 4171949 h 8343899"/>
              <a:gd name="connsiteX22" fmla="*/ 445899 w 8343900"/>
              <a:gd name="connsiteY22" fmla="*/ 4038469 h 8343899"/>
              <a:gd name="connsiteX23" fmla="*/ 451472 w 8343900"/>
              <a:gd name="connsiteY23" fmla="*/ 4037521 h 8343899"/>
              <a:gd name="connsiteX24" fmla="*/ 487456 w 8343900"/>
              <a:gd name="connsiteY24" fmla="*/ 4027058 h 8343899"/>
              <a:gd name="connsiteX25" fmla="*/ 547624 w 8343900"/>
              <a:gd name="connsiteY25" fmla="*/ 4019041 h 8343899"/>
              <a:gd name="connsiteX26" fmla="*/ 578247 w 8343900"/>
              <a:gd name="connsiteY26" fmla="*/ 4014912 h 8343899"/>
              <a:gd name="connsiteX27" fmla="*/ 613424 w 8343900"/>
              <a:gd name="connsiteY27" fmla="*/ 4008189 h 8343899"/>
              <a:gd name="connsiteX28" fmla="*/ 678814 w 8343900"/>
              <a:gd name="connsiteY28" fmla="*/ 3989844 h 8343899"/>
              <a:gd name="connsiteX29" fmla="*/ 786325 w 8343900"/>
              <a:gd name="connsiteY29" fmla="*/ 3946056 h 8343899"/>
              <a:gd name="connsiteX30" fmla="*/ 958697 w 8343900"/>
              <a:gd name="connsiteY30" fmla="*/ 3889792 h 8343899"/>
              <a:gd name="connsiteX31" fmla="*/ 968208 w 8343900"/>
              <a:gd name="connsiteY31" fmla="*/ 3889496 h 8343899"/>
              <a:gd name="connsiteX32" fmla="*/ 975763 w 8343900"/>
              <a:gd name="connsiteY32" fmla="*/ 3887856 h 8343899"/>
              <a:gd name="connsiteX33" fmla="*/ 1017016 w 8343900"/>
              <a:gd name="connsiteY33" fmla="*/ 3887977 h 8343899"/>
              <a:gd name="connsiteX34" fmla="*/ 1060711 w 8343900"/>
              <a:gd name="connsiteY34" fmla="*/ 3887394 h 8343899"/>
              <a:gd name="connsiteX35" fmla="*/ 1096790 w 8343900"/>
              <a:gd name="connsiteY35" fmla="*/ 3879287 h 8343899"/>
              <a:gd name="connsiteX36" fmla="*/ 1368555 w 8343900"/>
              <a:gd name="connsiteY36" fmla="*/ 3780472 h 8343899"/>
              <a:gd name="connsiteX37" fmla="*/ 1436702 w 8343900"/>
              <a:gd name="connsiteY37" fmla="*/ 3769535 h 8343899"/>
              <a:gd name="connsiteX38" fmla="*/ 1486408 w 8343900"/>
              <a:gd name="connsiteY38" fmla="*/ 3756913 h 8343899"/>
              <a:gd name="connsiteX39" fmla="*/ 1635389 w 8343900"/>
              <a:gd name="connsiteY39" fmla="*/ 3724422 h 8343899"/>
              <a:gd name="connsiteX40" fmla="*/ 1717550 w 8343900"/>
              <a:gd name="connsiteY40" fmla="*/ 3697995 h 8343899"/>
              <a:gd name="connsiteX41" fmla="*/ 1726913 w 8343900"/>
              <a:gd name="connsiteY41" fmla="*/ 3627373 h 8343899"/>
              <a:gd name="connsiteX42" fmla="*/ 2123741 w 8343900"/>
              <a:gd name="connsiteY42" fmla="*/ 2776664 h 8343899"/>
              <a:gd name="connsiteX43" fmla="*/ 2144315 w 8343900"/>
              <a:gd name="connsiteY43" fmla="*/ 2747424 h 8343899"/>
              <a:gd name="connsiteX44" fmla="*/ 2152613 w 8343900"/>
              <a:gd name="connsiteY44" fmla="*/ 2738869 h 8343899"/>
              <a:gd name="connsiteX45" fmla="*/ 2171563 w 8343900"/>
              <a:gd name="connsiteY45" fmla="*/ 2712711 h 8343899"/>
              <a:gd name="connsiteX46" fmla="*/ 2387669 w 8343900"/>
              <a:gd name="connsiteY46" fmla="*/ 2953307 h 8343899"/>
              <a:gd name="connsiteX47" fmla="*/ 2387016 w 8343900"/>
              <a:gd name="connsiteY47" fmla="*/ 2954181 h 8343899"/>
              <a:gd name="connsiteX48" fmla="*/ 2019573 w 8343900"/>
              <a:gd name="connsiteY48" fmla="*/ 3874432 h 8343899"/>
              <a:gd name="connsiteX49" fmla="*/ 2009289 w 8343900"/>
              <a:gd name="connsiteY49" fmla="*/ 3999744 h 8343899"/>
              <a:gd name="connsiteX50" fmla="*/ 2015040 w 8343900"/>
              <a:gd name="connsiteY50" fmla="*/ 4171949 h 8343899"/>
              <a:gd name="connsiteX51" fmla="*/ 2079216 w 8343900"/>
              <a:gd name="connsiteY51" fmla="*/ 4694456 h 8343899"/>
              <a:gd name="connsiteX52" fmla="*/ 2113405 w 8343900"/>
              <a:gd name="connsiteY52" fmla="*/ 4824773 h 8343899"/>
              <a:gd name="connsiteX53" fmla="*/ 2164255 w 8343900"/>
              <a:gd name="connsiteY53" fmla="*/ 4969557 h 8343899"/>
              <a:gd name="connsiteX54" fmla="*/ 2387016 w 8343900"/>
              <a:gd name="connsiteY54" fmla="*/ 5389718 h 8343899"/>
              <a:gd name="connsiteX55" fmla="*/ 2458218 w 8343900"/>
              <a:gd name="connsiteY55" fmla="*/ 5486855 h 8343899"/>
              <a:gd name="connsiteX56" fmla="*/ 2476572 w 8343900"/>
              <a:gd name="connsiteY56" fmla="*/ 5515960 h 8343899"/>
              <a:gd name="connsiteX57" fmla="*/ 5428320 w 8343900"/>
              <a:gd name="connsiteY57" fmla="*/ 6338534 h 8343899"/>
              <a:gd name="connsiteX58" fmla="*/ 5407306 w 8343900"/>
              <a:gd name="connsiteY58" fmla="*/ 6352132 h 8343899"/>
              <a:gd name="connsiteX59" fmla="*/ 5405314 w 8343900"/>
              <a:gd name="connsiteY59" fmla="*/ 6353276 h 8343899"/>
              <a:gd name="connsiteX60" fmla="*/ 5403585 w 8343900"/>
              <a:gd name="connsiteY60" fmla="*/ 6354383 h 8343899"/>
              <a:gd name="connsiteX61" fmla="*/ 5382617 w 8343900"/>
              <a:gd name="connsiteY61" fmla="*/ 6366300 h 8343899"/>
              <a:gd name="connsiteX62" fmla="*/ 5119392 w 8343900"/>
              <a:gd name="connsiteY62" fmla="*/ 6497275 h 8343899"/>
              <a:gd name="connsiteX63" fmla="*/ 5077545 w 8343900"/>
              <a:gd name="connsiteY63" fmla="*/ 6510439 h 8343899"/>
              <a:gd name="connsiteX64" fmla="*/ 4974576 w 8343900"/>
              <a:gd name="connsiteY64" fmla="*/ 6550659 h 8343899"/>
              <a:gd name="connsiteX65" fmla="*/ 4790460 w 8343900"/>
              <a:gd name="connsiteY65" fmla="*/ 6607703 h 8343899"/>
              <a:gd name="connsiteX66" fmla="*/ 4656817 w 8343900"/>
              <a:gd name="connsiteY66" fmla="*/ 6636019 h 8343899"/>
              <a:gd name="connsiteX67" fmla="*/ 4647619 w 8343900"/>
              <a:gd name="connsiteY67" fmla="*/ 6659962 h 8343899"/>
              <a:gd name="connsiteX68" fmla="*/ 4611480 w 8343900"/>
              <a:gd name="connsiteY68" fmla="*/ 6744255 h 8343899"/>
              <a:gd name="connsiteX69" fmla="*/ 4586986 w 8343900"/>
              <a:gd name="connsiteY69" fmla="*/ 6857491 h 8343899"/>
              <a:gd name="connsiteX70" fmla="*/ 4466844 w 8343900"/>
              <a:gd name="connsiteY70" fmla="*/ 7287767 h 8343899"/>
              <a:gd name="connsiteX71" fmla="*/ 4438300 w 8343900"/>
              <a:gd name="connsiteY71" fmla="*/ 7403764 h 8343899"/>
              <a:gd name="connsiteX72" fmla="*/ 4434109 w 8343900"/>
              <a:gd name="connsiteY72" fmla="*/ 7465387 h 8343899"/>
              <a:gd name="connsiteX73" fmla="*/ 4380545 w 8343900"/>
              <a:gd name="connsiteY73" fmla="*/ 7617112 h 8343899"/>
              <a:gd name="connsiteX74" fmla="*/ 4366681 w 8343900"/>
              <a:gd name="connsiteY74" fmla="*/ 7645751 h 8343899"/>
              <a:gd name="connsiteX75" fmla="*/ 4359613 w 8343900"/>
              <a:gd name="connsiteY75" fmla="*/ 7668581 h 8343899"/>
              <a:gd name="connsiteX76" fmla="*/ 4335780 w 8343900"/>
              <a:gd name="connsiteY76" fmla="*/ 7757159 h 8343899"/>
              <a:gd name="connsiteX77" fmla="*/ 4323364 w 8343900"/>
              <a:gd name="connsiteY77" fmla="*/ 7798395 h 8343899"/>
              <a:gd name="connsiteX78" fmla="*/ 4316180 w 8343900"/>
              <a:gd name="connsiteY78" fmla="*/ 7816433 h 8343899"/>
              <a:gd name="connsiteX79" fmla="*/ 4313936 w 8343900"/>
              <a:gd name="connsiteY79" fmla="*/ 7835391 h 8343899"/>
              <a:gd name="connsiteX80" fmla="*/ 4171950 w 8343900"/>
              <a:gd name="connsiteY80" fmla="*/ 8343899 h 8343899"/>
              <a:gd name="connsiteX81" fmla="*/ 4116729 w 8343900"/>
              <a:gd name="connsiteY81" fmla="*/ 8137901 h 8343899"/>
              <a:gd name="connsiteX82" fmla="*/ 4097180 w 8343900"/>
              <a:gd name="connsiteY82" fmla="*/ 8033229 h 8343899"/>
              <a:gd name="connsiteX83" fmla="*/ 4093643 w 8343900"/>
              <a:gd name="connsiteY83" fmla="*/ 8019015 h 8343899"/>
              <a:gd name="connsiteX84" fmla="*/ 4076217 w 8343900"/>
              <a:gd name="connsiteY84" fmla="*/ 7963233 h 8343899"/>
              <a:gd name="connsiteX85" fmla="*/ 4046347 w 8343900"/>
              <a:gd name="connsiteY85" fmla="*/ 7894065 h 8343899"/>
              <a:gd name="connsiteX86" fmla="*/ 3928625 w 8343900"/>
              <a:gd name="connsiteY86" fmla="*/ 7463792 h 8343899"/>
              <a:gd name="connsiteX87" fmla="*/ 3913593 w 8343900"/>
              <a:gd name="connsiteY87" fmla="*/ 7415325 h 8343899"/>
              <a:gd name="connsiteX88" fmla="*/ 3909822 w 8343900"/>
              <a:gd name="connsiteY88" fmla="*/ 7405115 h 8343899"/>
              <a:gd name="connsiteX89" fmla="*/ 3784219 w 8343900"/>
              <a:gd name="connsiteY89" fmla="*/ 6955281 h 8343899"/>
              <a:gd name="connsiteX90" fmla="*/ 3772927 w 8343900"/>
              <a:gd name="connsiteY90" fmla="*/ 6915381 h 8343899"/>
              <a:gd name="connsiteX91" fmla="*/ 3724695 w 8343900"/>
              <a:gd name="connsiteY91" fmla="*/ 6813267 h 8343899"/>
              <a:gd name="connsiteX92" fmla="*/ 3698209 w 8343900"/>
              <a:gd name="connsiteY92" fmla="*/ 6714540 h 8343899"/>
              <a:gd name="connsiteX93" fmla="*/ 3679421 w 8343900"/>
              <a:gd name="connsiteY93" fmla="*/ 6623862 h 8343899"/>
              <a:gd name="connsiteX94" fmla="*/ 3509568 w 8343900"/>
              <a:gd name="connsiteY94" fmla="*/ 6588944 h 8343899"/>
              <a:gd name="connsiteX95" fmla="*/ 2605688 w 8343900"/>
              <a:gd name="connsiteY95" fmla="*/ 6097637 h 8343899"/>
              <a:gd name="connsiteX96" fmla="*/ 2567800 w 8343900"/>
              <a:gd name="connsiteY96" fmla="*/ 6063201 h 8343899"/>
              <a:gd name="connsiteX97" fmla="*/ 2804952 w 8343900"/>
              <a:gd name="connsiteY97" fmla="*/ 5850188 h 8343899"/>
              <a:gd name="connsiteX98" fmla="*/ 2807648 w 8343900"/>
              <a:gd name="connsiteY98" fmla="*/ 5852638 h 8343899"/>
              <a:gd name="connsiteX99" fmla="*/ 4193090 w 8343900"/>
              <a:gd name="connsiteY99" fmla="*/ 6349999 h 8343899"/>
              <a:gd name="connsiteX100" fmla="*/ 4432426 w 8343900"/>
              <a:gd name="connsiteY100" fmla="*/ 6326107 h 8343899"/>
              <a:gd name="connsiteX101" fmla="*/ 4555818 w 8343900"/>
              <a:gd name="connsiteY101" fmla="*/ 6311703 h 8343899"/>
              <a:gd name="connsiteX102" fmla="*/ 4666440 w 8343900"/>
              <a:gd name="connsiteY102" fmla="*/ 6295516 h 8343899"/>
              <a:gd name="connsiteX103" fmla="*/ 5040885 w 8343900"/>
              <a:gd name="connsiteY103" fmla="*/ 6178837 h 8343899"/>
              <a:gd name="connsiteX104" fmla="*/ 5088910 w 8343900"/>
              <a:gd name="connsiteY104" fmla="*/ 6154465 h 8343899"/>
              <a:gd name="connsiteX105" fmla="*/ 5117464 w 8343900"/>
              <a:gd name="connsiteY105" fmla="*/ 6144139 h 8343899"/>
              <a:gd name="connsiteX106" fmla="*/ 5136394 w 8343900"/>
              <a:gd name="connsiteY106" fmla="*/ 6137029 h 8343899"/>
              <a:gd name="connsiteX107" fmla="*/ 5156919 w 8343900"/>
              <a:gd name="connsiteY107" fmla="*/ 6128760 h 8343899"/>
              <a:gd name="connsiteX108" fmla="*/ 5169818 w 8343900"/>
              <a:gd name="connsiteY108" fmla="*/ 6123384 h 8343899"/>
              <a:gd name="connsiteX109" fmla="*/ 5211189 w 8343900"/>
              <a:gd name="connsiteY109" fmla="*/ 6096797 h 8343899"/>
              <a:gd name="connsiteX110" fmla="*/ 5327107 w 8343900"/>
              <a:gd name="connsiteY110" fmla="*/ 6232305 h 8343899"/>
              <a:gd name="connsiteX111" fmla="*/ 5332670 w 8343900"/>
              <a:gd name="connsiteY111" fmla="*/ 6239472 h 8343899"/>
              <a:gd name="connsiteX112" fmla="*/ 5377121 w 8343900"/>
              <a:gd name="connsiteY112" fmla="*/ 6292920 h 8343899"/>
              <a:gd name="connsiteX113" fmla="*/ 5428320 w 8343900"/>
              <a:gd name="connsiteY113" fmla="*/ 6338534 h 8343899"/>
              <a:gd name="connsiteX114" fmla="*/ 5981566 w 8343900"/>
              <a:gd name="connsiteY114" fmla="*/ 2433577 h 8343899"/>
              <a:gd name="connsiteX115" fmla="*/ 5745625 w 8343900"/>
              <a:gd name="connsiteY115" fmla="*/ 2645502 h 8343899"/>
              <a:gd name="connsiteX116" fmla="*/ 5733204 w 8343900"/>
              <a:gd name="connsiteY116" fmla="*/ 2631835 h 8343899"/>
              <a:gd name="connsiteX117" fmla="*/ 4854552 w 8343900"/>
              <a:gd name="connsiteY117" fmla="*/ 2120330 h 8343899"/>
              <a:gd name="connsiteX118" fmla="*/ 4701462 w 8343900"/>
              <a:gd name="connsiteY118" fmla="*/ 2072196 h 8343899"/>
              <a:gd name="connsiteX119" fmla="*/ 4671369 w 8343900"/>
              <a:gd name="connsiteY119" fmla="*/ 2064494 h 8343899"/>
              <a:gd name="connsiteX120" fmla="*/ 4193090 w 8343900"/>
              <a:gd name="connsiteY120" fmla="*/ 1993900 h 8343899"/>
              <a:gd name="connsiteX121" fmla="*/ 3480529 w 8343900"/>
              <a:gd name="connsiteY121" fmla="*/ 2125211 h 8343899"/>
              <a:gd name="connsiteX122" fmla="*/ 3323124 w 8343900"/>
              <a:gd name="connsiteY122" fmla="*/ 2175377 h 8343899"/>
              <a:gd name="connsiteX123" fmla="*/ 3169267 w 8343900"/>
              <a:gd name="connsiteY123" fmla="*/ 2253258 h 8343899"/>
              <a:gd name="connsiteX124" fmla="*/ 2807648 w 8343900"/>
              <a:gd name="connsiteY124" fmla="*/ 2491260 h 8343899"/>
              <a:gd name="connsiteX125" fmla="*/ 2658087 w 8343900"/>
              <a:gd name="connsiteY125" fmla="*/ 2627190 h 8343899"/>
              <a:gd name="connsiteX126" fmla="*/ 2598337 w 8343900"/>
              <a:gd name="connsiteY126" fmla="*/ 2567361 h 8343899"/>
              <a:gd name="connsiteX127" fmla="*/ 2580219 w 8343900"/>
              <a:gd name="connsiteY127" fmla="*/ 2540834 h 8343899"/>
              <a:gd name="connsiteX128" fmla="*/ 2534335 w 8343900"/>
              <a:gd name="connsiteY128" fmla="*/ 2489658 h 8343899"/>
              <a:gd name="connsiteX129" fmla="*/ 2446162 w 8343900"/>
              <a:gd name="connsiteY129" fmla="*/ 2391249 h 8343899"/>
              <a:gd name="connsiteX130" fmla="*/ 2527329 w 8343900"/>
              <a:gd name="connsiteY130" fmla="*/ 2314144 h 8343899"/>
              <a:gd name="connsiteX131" fmla="*/ 2556975 w 8343900"/>
              <a:gd name="connsiteY131" fmla="*/ 2293161 h 8343899"/>
              <a:gd name="connsiteX132" fmla="*/ 2564239 w 8343900"/>
              <a:gd name="connsiteY132" fmla="*/ 2286993 h 8343899"/>
              <a:gd name="connsiteX133" fmla="*/ 2605688 w 8343900"/>
              <a:gd name="connsiteY133" fmla="*/ 2246262 h 8343899"/>
              <a:gd name="connsiteX134" fmla="*/ 3509491 w 8343900"/>
              <a:gd name="connsiteY134" fmla="*/ 1711056 h 8343899"/>
              <a:gd name="connsiteX135" fmla="*/ 3680797 w 8343900"/>
              <a:gd name="connsiteY135" fmla="*/ 1688855 h 8343899"/>
              <a:gd name="connsiteX136" fmla="*/ 3720628 w 8343900"/>
              <a:gd name="connsiteY136" fmla="*/ 1588237 h 8343899"/>
              <a:gd name="connsiteX137" fmla="*/ 3772562 w 8343900"/>
              <a:gd name="connsiteY137" fmla="*/ 1429972 h 8343899"/>
              <a:gd name="connsiteX138" fmla="*/ 3789304 w 8343900"/>
              <a:gd name="connsiteY138" fmla="*/ 1368625 h 8343899"/>
              <a:gd name="connsiteX139" fmla="*/ 3812099 w 8343900"/>
              <a:gd name="connsiteY139" fmla="*/ 1284448 h 8343899"/>
              <a:gd name="connsiteX140" fmla="*/ 3866366 w 8343900"/>
              <a:gd name="connsiteY140" fmla="*/ 1096750 h 8343899"/>
              <a:gd name="connsiteX141" fmla="*/ 3887792 w 8343900"/>
              <a:gd name="connsiteY141" fmla="*/ 1018169 h 8343899"/>
              <a:gd name="connsiteX142" fmla="*/ 3887978 w 8343900"/>
              <a:gd name="connsiteY142" fmla="*/ 1017016 h 8343899"/>
              <a:gd name="connsiteX143" fmla="*/ 4019042 w 8343900"/>
              <a:gd name="connsiteY143" fmla="*/ 547623 h 8343899"/>
              <a:gd name="connsiteX144" fmla="*/ 4027067 w 8343900"/>
              <a:gd name="connsiteY144" fmla="*/ 512261 h 8343899"/>
              <a:gd name="connsiteX145" fmla="*/ 4034169 w 8343900"/>
              <a:gd name="connsiteY145" fmla="*/ 468481 h 8343899"/>
              <a:gd name="connsiteX146" fmla="*/ 4171950 w 8343900"/>
              <a:gd name="connsiteY146" fmla="*/ 0 h 8343899"/>
              <a:gd name="connsiteX147" fmla="*/ 4313936 w 8343900"/>
              <a:gd name="connsiteY147" fmla="*/ 508508 h 8343899"/>
              <a:gd name="connsiteX148" fmla="*/ 4319816 w 8343900"/>
              <a:gd name="connsiteY148" fmla="*/ 528921 h 8343899"/>
              <a:gd name="connsiteX149" fmla="*/ 4348204 w 8343900"/>
              <a:gd name="connsiteY149" fmla="*/ 586816 h 8343899"/>
              <a:gd name="connsiteX150" fmla="*/ 4387925 w 8343900"/>
              <a:gd name="connsiteY150" fmla="*/ 787266 h 8343899"/>
              <a:gd name="connsiteX151" fmla="*/ 4400935 w 8343900"/>
              <a:gd name="connsiteY151" fmla="*/ 865567 h 8343899"/>
              <a:gd name="connsiteX152" fmla="*/ 4410526 w 8343900"/>
              <a:gd name="connsiteY152" fmla="*/ 891030 h 8343899"/>
              <a:gd name="connsiteX153" fmla="*/ 4434078 w 8343900"/>
              <a:gd name="connsiteY153" fmla="*/ 938783 h 8343899"/>
              <a:gd name="connsiteX154" fmla="*/ 4473233 w 8343900"/>
              <a:gd name="connsiteY154" fmla="*/ 1050442 h 8343899"/>
              <a:gd name="connsiteX155" fmla="*/ 4475441 w 8343900"/>
              <a:gd name="connsiteY155" fmla="*/ 1063864 h 8343899"/>
              <a:gd name="connsiteX156" fmla="*/ 4493127 w 8343900"/>
              <a:gd name="connsiteY156" fmla="*/ 1098197 h 8343899"/>
              <a:gd name="connsiteX157" fmla="*/ 4516297 w 8343900"/>
              <a:gd name="connsiteY157" fmla="*/ 1180377 h 8343899"/>
              <a:gd name="connsiteX158" fmla="*/ 4554145 w 8343900"/>
              <a:gd name="connsiteY158" fmla="*/ 1395110 h 8343899"/>
              <a:gd name="connsiteX159" fmla="*/ 4570603 w 8343900"/>
              <a:gd name="connsiteY159" fmla="*/ 1427734 h 8343899"/>
              <a:gd name="connsiteX160" fmla="*/ 4631091 w 8343900"/>
              <a:gd name="connsiteY160" fmla="*/ 1617935 h 8343899"/>
              <a:gd name="connsiteX161" fmla="*/ 4641404 w 8343900"/>
              <a:gd name="connsiteY161" fmla="*/ 1700341 h 8343899"/>
              <a:gd name="connsiteX162" fmla="*/ 4697906 w 8343900"/>
              <a:gd name="connsiteY162" fmla="*/ 1707982 h 8343899"/>
              <a:gd name="connsiteX163" fmla="*/ 5157418 w 8343900"/>
              <a:gd name="connsiteY163" fmla="*/ 1862946 h 8343899"/>
              <a:gd name="connsiteX164" fmla="*/ 5231870 w 8343900"/>
              <a:gd name="connsiteY164" fmla="*/ 1902292 h 8343899"/>
              <a:gd name="connsiteX165" fmla="*/ 5393582 w 8343900"/>
              <a:gd name="connsiteY165" fmla="*/ 1961815 h 8343899"/>
              <a:gd name="connsiteX166" fmla="*/ 5957710 w 8343900"/>
              <a:gd name="connsiteY166" fmla="*/ 2407329 h 8343899"/>
              <a:gd name="connsiteX167" fmla="*/ 5981566 w 8343900"/>
              <a:gd name="connsiteY167" fmla="*/ 2433577 h 8343899"/>
              <a:gd name="connsiteX168" fmla="*/ 8343900 w 8343900"/>
              <a:gd name="connsiteY168" fmla="*/ 4171949 h 8343899"/>
              <a:gd name="connsiteX169" fmla="*/ 8126963 w 8343900"/>
              <a:gd name="connsiteY169" fmla="*/ 4238810 h 8343899"/>
              <a:gd name="connsiteX170" fmla="*/ 8103601 w 8343900"/>
              <a:gd name="connsiteY170" fmla="*/ 4242158 h 8343899"/>
              <a:gd name="connsiteX171" fmla="*/ 8003131 w 8343900"/>
              <a:gd name="connsiteY171" fmla="*/ 4263512 h 8343899"/>
              <a:gd name="connsiteX172" fmla="*/ 7913624 w 8343900"/>
              <a:gd name="connsiteY172" fmla="*/ 4292091 h 8343899"/>
              <a:gd name="connsiteX173" fmla="*/ 7774874 w 8343900"/>
              <a:gd name="connsiteY173" fmla="*/ 4335725 h 8343899"/>
              <a:gd name="connsiteX174" fmla="*/ 7753851 w 8343900"/>
              <a:gd name="connsiteY174" fmla="*/ 4339113 h 8343899"/>
              <a:gd name="connsiteX175" fmla="*/ 7723335 w 8343900"/>
              <a:gd name="connsiteY175" fmla="*/ 4346366 h 8343899"/>
              <a:gd name="connsiteX176" fmla="*/ 7444232 w 8343900"/>
              <a:gd name="connsiteY176" fmla="*/ 4423155 h 8343899"/>
              <a:gd name="connsiteX177" fmla="*/ 7423270 w 8343900"/>
              <a:gd name="connsiteY177" fmla="*/ 4429544 h 8343899"/>
              <a:gd name="connsiteX178" fmla="*/ 7383432 w 8343900"/>
              <a:gd name="connsiteY178" fmla="*/ 4455880 h 8343899"/>
              <a:gd name="connsiteX179" fmla="*/ 7239790 w 8343900"/>
              <a:gd name="connsiteY179" fmla="*/ 4486028 h 8343899"/>
              <a:gd name="connsiteX180" fmla="*/ 7210756 w 8343900"/>
              <a:gd name="connsiteY180" fmla="*/ 4488978 h 8343899"/>
              <a:gd name="connsiteX181" fmla="*/ 7154619 w 8343900"/>
              <a:gd name="connsiteY181" fmla="*/ 4502496 h 8343899"/>
              <a:gd name="connsiteX182" fmla="*/ 7033128 w 8343900"/>
              <a:gd name="connsiteY182" fmla="*/ 4531833 h 8343899"/>
              <a:gd name="connsiteX183" fmla="*/ 6994398 w 8343900"/>
              <a:gd name="connsiteY183" fmla="*/ 4548758 h 8343899"/>
              <a:gd name="connsiteX184" fmla="*/ 6682085 w 8343900"/>
              <a:gd name="connsiteY184" fmla="*/ 4644917 h 8343899"/>
              <a:gd name="connsiteX185" fmla="*/ 6630532 w 8343900"/>
              <a:gd name="connsiteY185" fmla="*/ 4655547 h 8343899"/>
              <a:gd name="connsiteX186" fmla="*/ 6594044 w 8343900"/>
              <a:gd name="connsiteY186" fmla="*/ 4795756 h 8343899"/>
              <a:gd name="connsiteX187" fmla="*/ 6526035 w 8343900"/>
              <a:gd name="connsiteY187" fmla="*/ 4982261 h 8343899"/>
              <a:gd name="connsiteX188" fmla="*/ 6523940 w 8343900"/>
              <a:gd name="connsiteY188" fmla="*/ 4986615 h 8343899"/>
              <a:gd name="connsiteX189" fmla="*/ 6493463 w 8343900"/>
              <a:gd name="connsiteY189" fmla="*/ 5094093 h 8343899"/>
              <a:gd name="connsiteX190" fmla="*/ 5780491 w 8343900"/>
              <a:gd name="connsiteY190" fmla="*/ 6097637 h 8343899"/>
              <a:gd name="connsiteX191" fmla="*/ 5777375 w 8343900"/>
              <a:gd name="connsiteY191" fmla="*/ 6099966 h 8343899"/>
              <a:gd name="connsiteX192" fmla="*/ 5633955 w 8343900"/>
              <a:gd name="connsiteY192" fmla="*/ 5927401 h 8343899"/>
              <a:gd name="connsiteX193" fmla="*/ 5604490 w 8343900"/>
              <a:gd name="connsiteY193" fmla="*/ 5896320 h 8343899"/>
              <a:gd name="connsiteX194" fmla="*/ 5564588 w 8343900"/>
              <a:gd name="connsiteY194" fmla="*/ 5863065 h 8343899"/>
              <a:gd name="connsiteX195" fmla="*/ 5578532 w 8343900"/>
              <a:gd name="connsiteY195" fmla="*/ 5852638 h 8343899"/>
              <a:gd name="connsiteX196" fmla="*/ 6281845 w 8343900"/>
              <a:gd name="connsiteY196" fmla="*/ 4712303 h 8343899"/>
              <a:gd name="connsiteX197" fmla="*/ 6322582 w 8343900"/>
              <a:gd name="connsiteY197" fmla="*/ 4530162 h 8343899"/>
              <a:gd name="connsiteX198" fmla="*/ 6347086 w 8343900"/>
              <a:gd name="connsiteY198" fmla="*/ 4396020 h 8343899"/>
              <a:gd name="connsiteX199" fmla="*/ 6371140 w 8343900"/>
              <a:gd name="connsiteY199" fmla="*/ 4171949 h 8343899"/>
              <a:gd name="connsiteX200" fmla="*/ 6244762 w 8343900"/>
              <a:gd name="connsiteY200" fmla="*/ 3464109 h 8343899"/>
              <a:gd name="connsiteX201" fmla="*/ 6211873 w 8343900"/>
              <a:gd name="connsiteY201" fmla="*/ 3350837 h 8343899"/>
              <a:gd name="connsiteX202" fmla="*/ 6168434 w 8343900"/>
              <a:gd name="connsiteY202" fmla="*/ 3251005 h 8343899"/>
              <a:gd name="connsiteX203" fmla="*/ 6108261 w 8343900"/>
              <a:gd name="connsiteY203" fmla="*/ 3133761 h 8343899"/>
              <a:gd name="connsiteX204" fmla="*/ 6009748 w 8343900"/>
              <a:gd name="connsiteY204" fmla="*/ 2971604 h 8343899"/>
              <a:gd name="connsiteX205" fmla="*/ 6248111 w 8343900"/>
              <a:gd name="connsiteY205" fmla="*/ 2757503 h 8343899"/>
              <a:gd name="connsiteX206" fmla="*/ 6262439 w 8343900"/>
              <a:gd name="connsiteY206" fmla="*/ 2776664 h 8343899"/>
              <a:gd name="connsiteX207" fmla="*/ 6658752 w 8343900"/>
              <a:gd name="connsiteY207" fmla="*/ 3593042 h 8343899"/>
              <a:gd name="connsiteX208" fmla="*/ 6678545 w 8343900"/>
              <a:gd name="connsiteY208" fmla="*/ 3707443 h 8343899"/>
              <a:gd name="connsiteX209" fmla="*/ 6702225 w 8343900"/>
              <a:gd name="connsiteY209" fmla="*/ 3715341 h 8343899"/>
              <a:gd name="connsiteX210" fmla="*/ 6797905 w 8343900"/>
              <a:gd name="connsiteY210" fmla="*/ 3743204 h 8343899"/>
              <a:gd name="connsiteX211" fmla="*/ 6850687 w 8343900"/>
              <a:gd name="connsiteY211" fmla="*/ 3755989 h 8343899"/>
              <a:gd name="connsiteX212" fmla="*/ 6857492 w 8343900"/>
              <a:gd name="connsiteY212" fmla="*/ 3756913 h 8343899"/>
              <a:gd name="connsiteX213" fmla="*/ 7124976 w 8343900"/>
              <a:gd name="connsiteY213" fmla="*/ 3825498 h 8343899"/>
              <a:gd name="connsiteX214" fmla="*/ 7161717 w 8343900"/>
              <a:gd name="connsiteY214" fmla="*/ 3839630 h 8343899"/>
              <a:gd name="connsiteX215" fmla="*/ 7237365 w 8343900"/>
              <a:gd name="connsiteY215" fmla="*/ 3863253 h 8343899"/>
              <a:gd name="connsiteX216" fmla="*/ 7346442 w 8343900"/>
              <a:gd name="connsiteY216" fmla="*/ 3893438 h 8343899"/>
              <a:gd name="connsiteX217" fmla="*/ 7356648 w 8343900"/>
              <a:gd name="connsiteY217" fmla="*/ 3896701 h 8343899"/>
              <a:gd name="connsiteX218" fmla="*/ 7366000 w 8343900"/>
              <a:gd name="connsiteY218" fmla="*/ 3898899 h 8343899"/>
              <a:gd name="connsiteX219" fmla="*/ 7776761 w 8343900"/>
              <a:gd name="connsiteY219" fmla="*/ 4015372 h 8343899"/>
              <a:gd name="connsiteX220" fmla="*/ 7789230 w 8343900"/>
              <a:gd name="connsiteY220" fmla="*/ 4019086 h 8343899"/>
              <a:gd name="connsiteX221" fmla="*/ 7796276 w 8343900"/>
              <a:gd name="connsiteY221" fmla="*/ 4019041 h 8343899"/>
              <a:gd name="connsiteX222" fmla="*/ 8343900 w 8343900"/>
              <a:gd name="connsiteY222" fmla="*/ 4171949 h 834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</a:cxnLst>
            <a:rect l="l" t="t" r="r" b="b"/>
            <a:pathLst>
              <a:path w="8343900" h="8343899">
                <a:moveTo>
                  <a:pt x="2508925" y="5552743"/>
                </a:moveTo>
                <a:cubicBezTo>
                  <a:pt x="2475440" y="5622842"/>
                  <a:pt x="2333644" y="5697008"/>
                  <a:pt x="2272572" y="5765038"/>
                </a:cubicBezTo>
                <a:cubicBezTo>
                  <a:pt x="2270451" y="5763646"/>
                  <a:pt x="2269973" y="5761807"/>
                  <a:pt x="2267402" y="5759350"/>
                </a:cubicBezTo>
                <a:cubicBezTo>
                  <a:pt x="2152221" y="5614218"/>
                  <a:pt x="2034979" y="5433333"/>
                  <a:pt x="1936535" y="5234434"/>
                </a:cubicBezTo>
                <a:lnTo>
                  <a:pt x="1936318" y="5233951"/>
                </a:lnTo>
                <a:lnTo>
                  <a:pt x="1916330" y="5202203"/>
                </a:lnTo>
                <a:cubicBezTo>
                  <a:pt x="1832209" y="5061445"/>
                  <a:pt x="1764003" y="4922179"/>
                  <a:pt x="1723581" y="4758953"/>
                </a:cubicBezTo>
                <a:lnTo>
                  <a:pt x="1700160" y="4639307"/>
                </a:lnTo>
                <a:lnTo>
                  <a:pt x="1681217" y="4636614"/>
                </a:lnTo>
                <a:cubicBezTo>
                  <a:pt x="1585694" y="4624303"/>
                  <a:pt x="1490428" y="4613652"/>
                  <a:pt x="1408176" y="4565141"/>
                </a:cubicBezTo>
                <a:lnTo>
                  <a:pt x="1405685" y="4563829"/>
                </a:lnTo>
                <a:lnTo>
                  <a:pt x="1388618" y="4559680"/>
                </a:lnTo>
                <a:cubicBezTo>
                  <a:pt x="1180012" y="4496663"/>
                  <a:pt x="1150878" y="4552276"/>
                  <a:pt x="958342" y="4439538"/>
                </a:cubicBezTo>
                <a:lnTo>
                  <a:pt x="956990" y="4438865"/>
                </a:lnTo>
                <a:lnTo>
                  <a:pt x="938784" y="4434077"/>
                </a:lnTo>
                <a:cubicBezTo>
                  <a:pt x="753834" y="4379716"/>
                  <a:pt x="711721" y="4386469"/>
                  <a:pt x="574054" y="4338287"/>
                </a:cubicBezTo>
                <a:lnTo>
                  <a:pt x="569594" y="4336630"/>
                </a:lnTo>
                <a:lnTo>
                  <a:pt x="559976" y="4335108"/>
                </a:lnTo>
                <a:cubicBezTo>
                  <a:pt x="517260" y="4326111"/>
                  <a:pt x="474285" y="4313325"/>
                  <a:pt x="430276" y="4292091"/>
                </a:cubicBezTo>
                <a:lnTo>
                  <a:pt x="399198" y="4278986"/>
                </a:lnTo>
                <a:lnTo>
                  <a:pt x="379284" y="4273593"/>
                </a:lnTo>
                <a:cubicBezTo>
                  <a:pt x="262495" y="4245985"/>
                  <a:pt x="171277" y="4245461"/>
                  <a:pt x="0" y="4171949"/>
                </a:cubicBezTo>
                <a:cubicBezTo>
                  <a:pt x="195496" y="4125856"/>
                  <a:pt x="270131" y="4073647"/>
                  <a:pt x="445899" y="4038469"/>
                </a:cubicBezTo>
                <a:lnTo>
                  <a:pt x="451472" y="4037521"/>
                </a:lnTo>
                <a:lnTo>
                  <a:pt x="487456" y="4027058"/>
                </a:lnTo>
                <a:cubicBezTo>
                  <a:pt x="506792" y="4022821"/>
                  <a:pt x="526689" y="4020001"/>
                  <a:pt x="547624" y="4019041"/>
                </a:cubicBezTo>
                <a:lnTo>
                  <a:pt x="578247" y="4014912"/>
                </a:lnTo>
                <a:lnTo>
                  <a:pt x="613424" y="4008189"/>
                </a:lnTo>
                <a:lnTo>
                  <a:pt x="678814" y="3989844"/>
                </a:lnTo>
                <a:lnTo>
                  <a:pt x="786325" y="3946056"/>
                </a:lnTo>
                <a:cubicBezTo>
                  <a:pt x="843935" y="3921057"/>
                  <a:pt x="900793" y="3897457"/>
                  <a:pt x="958697" y="3889792"/>
                </a:cubicBezTo>
                <a:lnTo>
                  <a:pt x="968208" y="3889496"/>
                </a:lnTo>
                <a:lnTo>
                  <a:pt x="975763" y="3887856"/>
                </a:lnTo>
                <a:cubicBezTo>
                  <a:pt x="990217" y="3886082"/>
                  <a:pt x="1003933" y="3885980"/>
                  <a:pt x="1017016" y="3887977"/>
                </a:cubicBezTo>
                <a:lnTo>
                  <a:pt x="1060711" y="3887394"/>
                </a:lnTo>
                <a:lnTo>
                  <a:pt x="1096790" y="3879287"/>
                </a:lnTo>
                <a:cubicBezTo>
                  <a:pt x="1165995" y="3857640"/>
                  <a:pt x="1246180" y="3807044"/>
                  <a:pt x="1368555" y="3780472"/>
                </a:cubicBezTo>
                <a:lnTo>
                  <a:pt x="1436702" y="3769535"/>
                </a:lnTo>
                <a:lnTo>
                  <a:pt x="1486408" y="3756913"/>
                </a:lnTo>
                <a:cubicBezTo>
                  <a:pt x="1540906" y="3748509"/>
                  <a:pt x="1590236" y="3737080"/>
                  <a:pt x="1635389" y="3724422"/>
                </a:cubicBezTo>
                <a:lnTo>
                  <a:pt x="1717550" y="3697995"/>
                </a:lnTo>
                <a:lnTo>
                  <a:pt x="1726913" y="3627373"/>
                </a:lnTo>
                <a:cubicBezTo>
                  <a:pt x="1783722" y="3280158"/>
                  <a:pt x="1914226" y="2953984"/>
                  <a:pt x="2123741" y="2776664"/>
                </a:cubicBezTo>
                <a:cubicBezTo>
                  <a:pt x="2127494" y="2763686"/>
                  <a:pt x="2135348" y="2756011"/>
                  <a:pt x="2144315" y="2747424"/>
                </a:cubicBezTo>
                <a:lnTo>
                  <a:pt x="2152613" y="2738869"/>
                </a:lnTo>
                <a:lnTo>
                  <a:pt x="2171563" y="2712711"/>
                </a:lnTo>
                <a:cubicBezTo>
                  <a:pt x="2261285" y="2787449"/>
                  <a:pt x="2286571" y="2850048"/>
                  <a:pt x="2387669" y="2953307"/>
                </a:cubicBezTo>
                <a:cubicBezTo>
                  <a:pt x="2387535" y="2953497"/>
                  <a:pt x="2387219" y="2953755"/>
                  <a:pt x="2387016" y="2954181"/>
                </a:cubicBezTo>
                <a:cubicBezTo>
                  <a:pt x="2217325" y="3202575"/>
                  <a:pt x="2063905" y="3558287"/>
                  <a:pt x="2019573" y="3874432"/>
                </a:cubicBezTo>
                <a:lnTo>
                  <a:pt x="2009289" y="3999744"/>
                </a:lnTo>
                <a:lnTo>
                  <a:pt x="2015040" y="4171949"/>
                </a:lnTo>
                <a:cubicBezTo>
                  <a:pt x="2022135" y="4359981"/>
                  <a:pt x="2043240" y="4533889"/>
                  <a:pt x="2079216" y="4694456"/>
                </a:cubicBezTo>
                <a:lnTo>
                  <a:pt x="2113405" y="4824773"/>
                </a:lnTo>
                <a:lnTo>
                  <a:pt x="2164255" y="4969557"/>
                </a:lnTo>
                <a:cubicBezTo>
                  <a:pt x="2226184" y="5127747"/>
                  <a:pt x="2303035" y="5274302"/>
                  <a:pt x="2387016" y="5389718"/>
                </a:cubicBezTo>
                <a:cubicBezTo>
                  <a:pt x="2419238" y="5422165"/>
                  <a:pt x="2440435" y="5457114"/>
                  <a:pt x="2458218" y="5486855"/>
                </a:cubicBezTo>
                <a:lnTo>
                  <a:pt x="2476572" y="5515960"/>
                </a:lnTo>
                <a:close/>
                <a:moveTo>
                  <a:pt x="5428320" y="6338534"/>
                </a:moveTo>
                <a:cubicBezTo>
                  <a:pt x="5421356" y="6345054"/>
                  <a:pt x="5414638" y="6348546"/>
                  <a:pt x="5407306" y="6352132"/>
                </a:cubicBezTo>
                <a:lnTo>
                  <a:pt x="5405314" y="6353276"/>
                </a:lnTo>
                <a:lnTo>
                  <a:pt x="5403585" y="6354383"/>
                </a:lnTo>
                <a:cubicBezTo>
                  <a:pt x="5396168" y="6357705"/>
                  <a:pt x="5389378" y="6360372"/>
                  <a:pt x="5382617" y="6366300"/>
                </a:cubicBezTo>
                <a:cubicBezTo>
                  <a:pt x="5305316" y="6419376"/>
                  <a:pt x="5215913" y="6462227"/>
                  <a:pt x="5119392" y="6497275"/>
                </a:cubicBezTo>
                <a:lnTo>
                  <a:pt x="5077545" y="6510439"/>
                </a:lnTo>
                <a:lnTo>
                  <a:pt x="4974576" y="6550659"/>
                </a:lnTo>
                <a:cubicBezTo>
                  <a:pt x="4914537" y="6572045"/>
                  <a:pt x="4853144" y="6591240"/>
                  <a:pt x="4790460" y="6607703"/>
                </a:cubicBezTo>
                <a:lnTo>
                  <a:pt x="4656817" y="6636019"/>
                </a:lnTo>
                <a:lnTo>
                  <a:pt x="4647619" y="6659962"/>
                </a:lnTo>
                <a:lnTo>
                  <a:pt x="4611480" y="6744255"/>
                </a:lnTo>
                <a:lnTo>
                  <a:pt x="4586986" y="6857491"/>
                </a:lnTo>
                <a:cubicBezTo>
                  <a:pt x="4598229" y="6974129"/>
                  <a:pt x="4507071" y="7096517"/>
                  <a:pt x="4466844" y="7287767"/>
                </a:cubicBezTo>
                <a:lnTo>
                  <a:pt x="4438300" y="7403764"/>
                </a:lnTo>
                <a:lnTo>
                  <a:pt x="4434109" y="7465387"/>
                </a:lnTo>
                <a:cubicBezTo>
                  <a:pt x="4424344" y="7534947"/>
                  <a:pt x="4402801" y="7576652"/>
                  <a:pt x="4380545" y="7617112"/>
                </a:cubicBezTo>
                <a:lnTo>
                  <a:pt x="4366681" y="7645751"/>
                </a:lnTo>
                <a:lnTo>
                  <a:pt x="4359613" y="7668581"/>
                </a:lnTo>
                <a:cubicBezTo>
                  <a:pt x="4349468" y="7702327"/>
                  <a:pt x="4341120" y="7732193"/>
                  <a:pt x="4335780" y="7757159"/>
                </a:cubicBezTo>
                <a:cubicBezTo>
                  <a:pt x="4333110" y="7769641"/>
                  <a:pt x="4328835" y="7783353"/>
                  <a:pt x="4323364" y="7798395"/>
                </a:cubicBezTo>
                <a:lnTo>
                  <a:pt x="4316180" y="7816433"/>
                </a:lnTo>
                <a:lnTo>
                  <a:pt x="4313936" y="7835391"/>
                </a:lnTo>
                <a:cubicBezTo>
                  <a:pt x="4301958" y="8060586"/>
                  <a:pt x="4231838" y="8104996"/>
                  <a:pt x="4171950" y="8343899"/>
                </a:cubicBezTo>
                <a:cubicBezTo>
                  <a:pt x="4134018" y="8272067"/>
                  <a:pt x="4126637" y="8208137"/>
                  <a:pt x="4116729" y="8137901"/>
                </a:cubicBezTo>
                <a:lnTo>
                  <a:pt x="4097180" y="8033229"/>
                </a:lnTo>
                <a:lnTo>
                  <a:pt x="4093643" y="8019015"/>
                </a:lnTo>
                <a:lnTo>
                  <a:pt x="4076217" y="7963233"/>
                </a:lnTo>
                <a:cubicBezTo>
                  <a:pt x="4068141" y="7941311"/>
                  <a:pt x="4058357" y="7918329"/>
                  <a:pt x="4046347" y="7894065"/>
                </a:cubicBezTo>
                <a:cubicBezTo>
                  <a:pt x="3962278" y="7724216"/>
                  <a:pt x="3975565" y="7633867"/>
                  <a:pt x="3928625" y="7463792"/>
                </a:cubicBezTo>
                <a:lnTo>
                  <a:pt x="3913593" y="7415325"/>
                </a:lnTo>
                <a:lnTo>
                  <a:pt x="3909822" y="7405115"/>
                </a:lnTo>
                <a:cubicBezTo>
                  <a:pt x="3841924" y="7246602"/>
                  <a:pt x="3845035" y="7137968"/>
                  <a:pt x="3784219" y="6955281"/>
                </a:cubicBezTo>
                <a:lnTo>
                  <a:pt x="3772927" y="6915381"/>
                </a:lnTo>
                <a:lnTo>
                  <a:pt x="3724695" y="6813267"/>
                </a:lnTo>
                <a:cubicBezTo>
                  <a:pt x="3714749" y="6782877"/>
                  <a:pt x="3706150" y="6749549"/>
                  <a:pt x="3698209" y="6714540"/>
                </a:cubicBezTo>
                <a:lnTo>
                  <a:pt x="3679421" y="6623862"/>
                </a:lnTo>
                <a:lnTo>
                  <a:pt x="3509568" y="6588944"/>
                </a:lnTo>
                <a:cubicBezTo>
                  <a:pt x="3153938" y="6498713"/>
                  <a:pt x="2843793" y="6332373"/>
                  <a:pt x="2605688" y="6097637"/>
                </a:cubicBezTo>
                <a:cubicBezTo>
                  <a:pt x="2590723" y="6090696"/>
                  <a:pt x="2584642" y="6074180"/>
                  <a:pt x="2567800" y="6063201"/>
                </a:cubicBezTo>
                <a:cubicBezTo>
                  <a:pt x="2612770" y="5978727"/>
                  <a:pt x="2744116" y="5913395"/>
                  <a:pt x="2804952" y="5850188"/>
                </a:cubicBezTo>
                <a:cubicBezTo>
                  <a:pt x="2806148" y="5850869"/>
                  <a:pt x="2807014" y="5852169"/>
                  <a:pt x="2807648" y="5852638"/>
                </a:cubicBezTo>
                <a:cubicBezTo>
                  <a:pt x="3156481" y="6101176"/>
                  <a:pt x="3761041" y="6309437"/>
                  <a:pt x="4193090" y="6349999"/>
                </a:cubicBezTo>
                <a:cubicBezTo>
                  <a:pt x="4273750" y="6340826"/>
                  <a:pt x="4354069" y="6333689"/>
                  <a:pt x="4432426" y="6326107"/>
                </a:cubicBezTo>
                <a:lnTo>
                  <a:pt x="4555818" y="6311703"/>
                </a:lnTo>
                <a:lnTo>
                  <a:pt x="4666440" y="6295516"/>
                </a:lnTo>
                <a:cubicBezTo>
                  <a:pt x="4817139" y="6267563"/>
                  <a:pt x="4951355" y="6229243"/>
                  <a:pt x="5040885" y="6178837"/>
                </a:cubicBezTo>
                <a:cubicBezTo>
                  <a:pt x="5058609" y="6167968"/>
                  <a:pt x="5074340" y="6160423"/>
                  <a:pt x="5088910" y="6154465"/>
                </a:cubicBezTo>
                <a:lnTo>
                  <a:pt x="5117464" y="6144139"/>
                </a:lnTo>
                <a:lnTo>
                  <a:pt x="5136394" y="6137029"/>
                </a:lnTo>
                <a:lnTo>
                  <a:pt x="5156919" y="6128760"/>
                </a:lnTo>
                <a:lnTo>
                  <a:pt x="5169818" y="6123384"/>
                </a:lnTo>
                <a:lnTo>
                  <a:pt x="5211189" y="6096797"/>
                </a:lnTo>
                <a:cubicBezTo>
                  <a:pt x="5269263" y="6149529"/>
                  <a:pt x="5299410" y="6193357"/>
                  <a:pt x="5327107" y="6232305"/>
                </a:cubicBezTo>
                <a:lnTo>
                  <a:pt x="5332670" y="6239472"/>
                </a:lnTo>
                <a:lnTo>
                  <a:pt x="5377121" y="6292920"/>
                </a:lnTo>
                <a:cubicBezTo>
                  <a:pt x="5392487" y="6309450"/>
                  <a:pt x="5408872" y="6324547"/>
                  <a:pt x="5428320" y="6338534"/>
                </a:cubicBezTo>
                <a:close/>
                <a:moveTo>
                  <a:pt x="5981566" y="2433577"/>
                </a:moveTo>
                <a:cubicBezTo>
                  <a:pt x="5897686" y="2551636"/>
                  <a:pt x="5804562" y="2561805"/>
                  <a:pt x="5745625" y="2645502"/>
                </a:cubicBezTo>
                <a:cubicBezTo>
                  <a:pt x="5738694" y="2639499"/>
                  <a:pt x="5737627" y="2636283"/>
                  <a:pt x="5733204" y="2631835"/>
                </a:cubicBezTo>
                <a:cubicBezTo>
                  <a:pt x="5503717" y="2451858"/>
                  <a:pt x="5200349" y="2248114"/>
                  <a:pt x="4854552" y="2120330"/>
                </a:cubicBezTo>
                <a:lnTo>
                  <a:pt x="4701462" y="2072196"/>
                </a:lnTo>
                <a:lnTo>
                  <a:pt x="4671369" y="2064494"/>
                </a:lnTo>
                <a:cubicBezTo>
                  <a:pt x="4526096" y="2033276"/>
                  <a:pt x="4367934" y="2010474"/>
                  <a:pt x="4193090" y="1993900"/>
                </a:cubicBezTo>
                <a:cubicBezTo>
                  <a:pt x="3983487" y="2029376"/>
                  <a:pt x="3728701" y="2057732"/>
                  <a:pt x="3480529" y="2125211"/>
                </a:cubicBezTo>
                <a:lnTo>
                  <a:pt x="3323124" y="2175377"/>
                </a:lnTo>
                <a:lnTo>
                  <a:pt x="3169267" y="2253258"/>
                </a:lnTo>
                <a:cubicBezTo>
                  <a:pt x="3051025" y="2319129"/>
                  <a:pt x="2930686" y="2398186"/>
                  <a:pt x="2807648" y="2491260"/>
                </a:cubicBezTo>
                <a:cubicBezTo>
                  <a:pt x="2770564" y="2554941"/>
                  <a:pt x="2701450" y="2577416"/>
                  <a:pt x="2658087" y="2627190"/>
                </a:cubicBezTo>
                <a:cubicBezTo>
                  <a:pt x="2632905" y="2607746"/>
                  <a:pt x="2614117" y="2587655"/>
                  <a:pt x="2598337" y="2567361"/>
                </a:cubicBezTo>
                <a:lnTo>
                  <a:pt x="2580219" y="2540834"/>
                </a:lnTo>
                <a:lnTo>
                  <a:pt x="2534335" y="2489658"/>
                </a:lnTo>
                <a:cubicBezTo>
                  <a:pt x="2501929" y="2453429"/>
                  <a:pt x="2475453" y="2423721"/>
                  <a:pt x="2446162" y="2391249"/>
                </a:cubicBezTo>
                <a:cubicBezTo>
                  <a:pt x="2478821" y="2347728"/>
                  <a:pt x="2503309" y="2330168"/>
                  <a:pt x="2527329" y="2314144"/>
                </a:cubicBezTo>
                <a:lnTo>
                  <a:pt x="2556975" y="2293161"/>
                </a:lnTo>
                <a:lnTo>
                  <a:pt x="2564239" y="2286993"/>
                </a:lnTo>
                <a:cubicBezTo>
                  <a:pt x="2577059" y="2275471"/>
                  <a:pt x="2590601" y="2262413"/>
                  <a:pt x="2605688" y="2246262"/>
                </a:cubicBezTo>
                <a:cubicBezTo>
                  <a:pt x="2863254" y="1926482"/>
                  <a:pt x="3161168" y="1774274"/>
                  <a:pt x="3509491" y="1711056"/>
                </a:cubicBezTo>
                <a:lnTo>
                  <a:pt x="3680797" y="1688855"/>
                </a:lnTo>
                <a:lnTo>
                  <a:pt x="3720628" y="1588237"/>
                </a:lnTo>
                <a:lnTo>
                  <a:pt x="3772562" y="1429972"/>
                </a:lnTo>
                <a:lnTo>
                  <a:pt x="3789304" y="1368625"/>
                </a:lnTo>
                <a:lnTo>
                  <a:pt x="3812099" y="1284448"/>
                </a:lnTo>
                <a:cubicBezTo>
                  <a:pt x="3834084" y="1206008"/>
                  <a:pt x="3849594" y="1155638"/>
                  <a:pt x="3866366" y="1096750"/>
                </a:cubicBezTo>
                <a:lnTo>
                  <a:pt x="3887792" y="1018169"/>
                </a:lnTo>
                <a:lnTo>
                  <a:pt x="3887978" y="1017016"/>
                </a:lnTo>
                <a:cubicBezTo>
                  <a:pt x="3894129" y="900716"/>
                  <a:pt x="3999929" y="686402"/>
                  <a:pt x="4019042" y="547623"/>
                </a:cubicBezTo>
                <a:lnTo>
                  <a:pt x="4027067" y="512261"/>
                </a:lnTo>
                <a:lnTo>
                  <a:pt x="4034169" y="468481"/>
                </a:lnTo>
                <a:cubicBezTo>
                  <a:pt x="4065956" y="324599"/>
                  <a:pt x="4156053" y="149463"/>
                  <a:pt x="4171950" y="0"/>
                </a:cubicBezTo>
                <a:cubicBezTo>
                  <a:pt x="4204517" y="116157"/>
                  <a:pt x="4237658" y="263293"/>
                  <a:pt x="4313936" y="508508"/>
                </a:cubicBezTo>
                <a:lnTo>
                  <a:pt x="4319816" y="528921"/>
                </a:lnTo>
                <a:lnTo>
                  <a:pt x="4348204" y="586816"/>
                </a:lnTo>
                <a:cubicBezTo>
                  <a:pt x="4371386" y="648580"/>
                  <a:pt x="4379425" y="718387"/>
                  <a:pt x="4387925" y="787266"/>
                </a:cubicBezTo>
                <a:lnTo>
                  <a:pt x="4400935" y="865567"/>
                </a:lnTo>
                <a:lnTo>
                  <a:pt x="4410526" y="891030"/>
                </a:lnTo>
                <a:cubicBezTo>
                  <a:pt x="4416998" y="905932"/>
                  <a:pt x="4424710" y="921663"/>
                  <a:pt x="4434078" y="938783"/>
                </a:cubicBezTo>
                <a:cubicBezTo>
                  <a:pt x="4452815" y="973024"/>
                  <a:pt x="4464585" y="1010695"/>
                  <a:pt x="4473233" y="1050442"/>
                </a:cubicBezTo>
                <a:lnTo>
                  <a:pt x="4475441" y="1063864"/>
                </a:lnTo>
                <a:lnTo>
                  <a:pt x="4493127" y="1098197"/>
                </a:lnTo>
                <a:cubicBezTo>
                  <a:pt x="4502038" y="1122313"/>
                  <a:pt x="4509520" y="1149854"/>
                  <a:pt x="4516297" y="1180377"/>
                </a:cubicBezTo>
                <a:lnTo>
                  <a:pt x="4554145" y="1395110"/>
                </a:lnTo>
                <a:lnTo>
                  <a:pt x="4570603" y="1427734"/>
                </a:lnTo>
                <a:cubicBezTo>
                  <a:pt x="4607393" y="1487788"/>
                  <a:pt x="4621710" y="1551856"/>
                  <a:pt x="4631091" y="1617935"/>
                </a:cubicBezTo>
                <a:lnTo>
                  <a:pt x="4641404" y="1700341"/>
                </a:lnTo>
                <a:lnTo>
                  <a:pt x="4697906" y="1707982"/>
                </a:lnTo>
                <a:cubicBezTo>
                  <a:pt x="4858389" y="1740958"/>
                  <a:pt x="5011320" y="1794497"/>
                  <a:pt x="5157418" y="1862946"/>
                </a:cubicBezTo>
                <a:lnTo>
                  <a:pt x="5231870" y="1902292"/>
                </a:lnTo>
                <a:lnTo>
                  <a:pt x="5393582" y="1961815"/>
                </a:lnTo>
                <a:cubicBezTo>
                  <a:pt x="5623979" y="2061943"/>
                  <a:pt x="5825721" y="2201992"/>
                  <a:pt x="5957710" y="2407329"/>
                </a:cubicBezTo>
                <a:cubicBezTo>
                  <a:pt x="5968423" y="2413890"/>
                  <a:pt x="5969678" y="2426106"/>
                  <a:pt x="5981566" y="2433577"/>
                </a:cubicBezTo>
                <a:close/>
                <a:moveTo>
                  <a:pt x="8343900" y="4171949"/>
                </a:moveTo>
                <a:cubicBezTo>
                  <a:pt x="8249953" y="4222598"/>
                  <a:pt x="8188159" y="4231835"/>
                  <a:pt x="8126963" y="4238810"/>
                </a:cubicBezTo>
                <a:lnTo>
                  <a:pt x="8103601" y="4242158"/>
                </a:lnTo>
                <a:lnTo>
                  <a:pt x="8003131" y="4263512"/>
                </a:lnTo>
                <a:cubicBezTo>
                  <a:pt x="7966440" y="4272240"/>
                  <a:pt x="7934988" y="4281445"/>
                  <a:pt x="7913624" y="4292091"/>
                </a:cubicBezTo>
                <a:cubicBezTo>
                  <a:pt x="7867850" y="4312889"/>
                  <a:pt x="7821022" y="4326135"/>
                  <a:pt x="7774874" y="4335725"/>
                </a:cubicBezTo>
                <a:lnTo>
                  <a:pt x="7753851" y="4339113"/>
                </a:lnTo>
                <a:lnTo>
                  <a:pt x="7723335" y="4346366"/>
                </a:lnTo>
                <a:cubicBezTo>
                  <a:pt x="7642153" y="4364734"/>
                  <a:pt x="7546168" y="4386854"/>
                  <a:pt x="7444232" y="4423155"/>
                </a:cubicBezTo>
                <a:lnTo>
                  <a:pt x="7423270" y="4429544"/>
                </a:lnTo>
                <a:lnTo>
                  <a:pt x="7383432" y="4455880"/>
                </a:lnTo>
                <a:cubicBezTo>
                  <a:pt x="7340630" y="4476924"/>
                  <a:pt x="7293046" y="4481227"/>
                  <a:pt x="7239790" y="4486028"/>
                </a:cubicBezTo>
                <a:lnTo>
                  <a:pt x="7210756" y="4488978"/>
                </a:lnTo>
                <a:lnTo>
                  <a:pt x="7154619" y="4502496"/>
                </a:lnTo>
                <a:lnTo>
                  <a:pt x="7033128" y="4531833"/>
                </a:lnTo>
                <a:lnTo>
                  <a:pt x="6994398" y="4548758"/>
                </a:lnTo>
                <a:cubicBezTo>
                  <a:pt x="6889446" y="4603928"/>
                  <a:pt x="6792745" y="4623203"/>
                  <a:pt x="6682085" y="4644917"/>
                </a:cubicBezTo>
                <a:lnTo>
                  <a:pt x="6630532" y="4655547"/>
                </a:lnTo>
                <a:lnTo>
                  <a:pt x="6594044" y="4795756"/>
                </a:lnTo>
                <a:cubicBezTo>
                  <a:pt x="6574095" y="4859443"/>
                  <a:pt x="6551319" y="4921522"/>
                  <a:pt x="6526035" y="4982261"/>
                </a:cubicBezTo>
                <a:lnTo>
                  <a:pt x="6523940" y="4986615"/>
                </a:lnTo>
                <a:lnTo>
                  <a:pt x="6493463" y="5094093"/>
                </a:lnTo>
                <a:cubicBezTo>
                  <a:pt x="6345745" y="5542950"/>
                  <a:pt x="6123377" y="5882840"/>
                  <a:pt x="5780491" y="6097637"/>
                </a:cubicBezTo>
                <a:cubicBezTo>
                  <a:pt x="5779534" y="6098863"/>
                  <a:pt x="5777801" y="6099121"/>
                  <a:pt x="5777375" y="6099966"/>
                </a:cubicBezTo>
                <a:cubicBezTo>
                  <a:pt x="5707473" y="6054124"/>
                  <a:pt x="5688366" y="5991676"/>
                  <a:pt x="5633955" y="5927401"/>
                </a:cubicBezTo>
                <a:lnTo>
                  <a:pt x="5604490" y="5896320"/>
                </a:lnTo>
                <a:lnTo>
                  <a:pt x="5564588" y="5863065"/>
                </a:lnTo>
                <a:cubicBezTo>
                  <a:pt x="5570713" y="5857099"/>
                  <a:pt x="5574370" y="5856502"/>
                  <a:pt x="5578532" y="5852638"/>
                </a:cubicBezTo>
                <a:cubicBezTo>
                  <a:pt x="5861667" y="5587671"/>
                  <a:pt x="6141225" y="5211337"/>
                  <a:pt x="6281845" y="4712303"/>
                </a:cubicBezTo>
                <a:lnTo>
                  <a:pt x="6322582" y="4530162"/>
                </a:lnTo>
                <a:lnTo>
                  <a:pt x="6347086" y="4396020"/>
                </a:lnTo>
                <a:cubicBezTo>
                  <a:pt x="6358114" y="4319446"/>
                  <a:pt x="6366051" y="4244392"/>
                  <a:pt x="6371140" y="4171949"/>
                </a:cubicBezTo>
                <a:cubicBezTo>
                  <a:pt x="6320145" y="3918552"/>
                  <a:pt x="6296729" y="3673035"/>
                  <a:pt x="6244762" y="3464109"/>
                </a:cubicBezTo>
                <a:lnTo>
                  <a:pt x="6211873" y="3350837"/>
                </a:lnTo>
                <a:lnTo>
                  <a:pt x="6168434" y="3251005"/>
                </a:lnTo>
                <a:cubicBezTo>
                  <a:pt x="6149247" y="3210430"/>
                  <a:pt x="6129128" y="3171221"/>
                  <a:pt x="6108261" y="3133761"/>
                </a:cubicBezTo>
                <a:cubicBezTo>
                  <a:pt x="6058208" y="3079435"/>
                  <a:pt x="6055968" y="3037659"/>
                  <a:pt x="6009748" y="2971604"/>
                </a:cubicBezTo>
                <a:cubicBezTo>
                  <a:pt x="6097377" y="2853495"/>
                  <a:pt x="6159033" y="2839980"/>
                  <a:pt x="6248111" y="2757503"/>
                </a:cubicBezTo>
                <a:cubicBezTo>
                  <a:pt x="6254231" y="2764828"/>
                  <a:pt x="6259195" y="2772947"/>
                  <a:pt x="6262439" y="2776664"/>
                </a:cubicBezTo>
                <a:cubicBezTo>
                  <a:pt x="6414343" y="2973581"/>
                  <a:pt x="6582156" y="3253603"/>
                  <a:pt x="6658752" y="3593042"/>
                </a:cubicBezTo>
                <a:lnTo>
                  <a:pt x="6678545" y="3707443"/>
                </a:lnTo>
                <a:lnTo>
                  <a:pt x="6702225" y="3715341"/>
                </a:lnTo>
                <a:cubicBezTo>
                  <a:pt x="6730727" y="3724429"/>
                  <a:pt x="6761891" y="3733729"/>
                  <a:pt x="6797905" y="3743204"/>
                </a:cubicBezTo>
                <a:lnTo>
                  <a:pt x="6850687" y="3755989"/>
                </a:lnTo>
                <a:lnTo>
                  <a:pt x="6857492" y="3756913"/>
                </a:lnTo>
                <a:cubicBezTo>
                  <a:pt x="6972133" y="3766585"/>
                  <a:pt x="7050760" y="3795640"/>
                  <a:pt x="7124976" y="3825498"/>
                </a:cubicBezTo>
                <a:lnTo>
                  <a:pt x="7161717" y="3839630"/>
                </a:lnTo>
                <a:lnTo>
                  <a:pt x="7237365" y="3863253"/>
                </a:lnTo>
                <a:cubicBezTo>
                  <a:pt x="7270855" y="3873389"/>
                  <a:pt x="7305952" y="3883380"/>
                  <a:pt x="7346442" y="3893438"/>
                </a:cubicBezTo>
                <a:lnTo>
                  <a:pt x="7356648" y="3896701"/>
                </a:lnTo>
                <a:lnTo>
                  <a:pt x="7366000" y="3898899"/>
                </a:lnTo>
                <a:cubicBezTo>
                  <a:pt x="7511502" y="3918224"/>
                  <a:pt x="7664021" y="3979160"/>
                  <a:pt x="7776761" y="4015372"/>
                </a:cubicBezTo>
                <a:lnTo>
                  <a:pt x="7789230" y="4019086"/>
                </a:lnTo>
                <a:lnTo>
                  <a:pt x="7796276" y="4019041"/>
                </a:lnTo>
                <a:cubicBezTo>
                  <a:pt x="7923656" y="4004911"/>
                  <a:pt x="8114133" y="4132269"/>
                  <a:pt x="8343900" y="417194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9CC5A3D-A41F-468B-9A07-CC77F0FC4977}"/>
              </a:ext>
            </a:extLst>
          </p:cNvPr>
          <p:cNvSpPr/>
          <p:nvPr/>
        </p:nvSpPr>
        <p:spPr>
          <a:xfrm>
            <a:off x="1405740" y="1279109"/>
            <a:ext cx="2328502" cy="2328502"/>
          </a:xfrm>
          <a:prstGeom prst="ellipse">
            <a:avLst/>
          </a:prstGeom>
          <a:solidFill>
            <a:schemeClr val="bg2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5" name="Forma libre: forma 44">
            <a:extLst>
              <a:ext uri="{FF2B5EF4-FFF2-40B4-BE49-F238E27FC236}">
                <a16:creationId xmlns:a16="http://schemas.microsoft.com/office/drawing/2014/main" id="{D1B0DB1E-F530-402F-83B9-6E26F4AAB2A2}"/>
              </a:ext>
            </a:extLst>
          </p:cNvPr>
          <p:cNvSpPr/>
          <p:nvPr/>
        </p:nvSpPr>
        <p:spPr>
          <a:xfrm rot="16200000">
            <a:off x="630252" y="494776"/>
            <a:ext cx="3897170" cy="3897170"/>
          </a:xfrm>
          <a:custGeom>
            <a:avLst/>
            <a:gdLst>
              <a:gd name="connsiteX0" fmla="*/ 2508925 w 8343900"/>
              <a:gd name="connsiteY0" fmla="*/ 5552743 h 8343899"/>
              <a:gd name="connsiteX1" fmla="*/ 2272572 w 8343900"/>
              <a:gd name="connsiteY1" fmla="*/ 5765038 h 8343899"/>
              <a:gd name="connsiteX2" fmla="*/ 2267402 w 8343900"/>
              <a:gd name="connsiteY2" fmla="*/ 5759350 h 8343899"/>
              <a:gd name="connsiteX3" fmla="*/ 1936535 w 8343900"/>
              <a:gd name="connsiteY3" fmla="*/ 5234434 h 8343899"/>
              <a:gd name="connsiteX4" fmla="*/ 1936318 w 8343900"/>
              <a:gd name="connsiteY4" fmla="*/ 5233951 h 8343899"/>
              <a:gd name="connsiteX5" fmla="*/ 1916330 w 8343900"/>
              <a:gd name="connsiteY5" fmla="*/ 5202203 h 8343899"/>
              <a:gd name="connsiteX6" fmla="*/ 1723581 w 8343900"/>
              <a:gd name="connsiteY6" fmla="*/ 4758953 h 8343899"/>
              <a:gd name="connsiteX7" fmla="*/ 1700160 w 8343900"/>
              <a:gd name="connsiteY7" fmla="*/ 4639307 h 8343899"/>
              <a:gd name="connsiteX8" fmla="*/ 1681217 w 8343900"/>
              <a:gd name="connsiteY8" fmla="*/ 4636614 h 8343899"/>
              <a:gd name="connsiteX9" fmla="*/ 1408176 w 8343900"/>
              <a:gd name="connsiteY9" fmla="*/ 4565141 h 8343899"/>
              <a:gd name="connsiteX10" fmla="*/ 1405685 w 8343900"/>
              <a:gd name="connsiteY10" fmla="*/ 4563829 h 8343899"/>
              <a:gd name="connsiteX11" fmla="*/ 1388618 w 8343900"/>
              <a:gd name="connsiteY11" fmla="*/ 4559680 h 8343899"/>
              <a:gd name="connsiteX12" fmla="*/ 958342 w 8343900"/>
              <a:gd name="connsiteY12" fmla="*/ 4439538 h 8343899"/>
              <a:gd name="connsiteX13" fmla="*/ 956990 w 8343900"/>
              <a:gd name="connsiteY13" fmla="*/ 4438865 h 8343899"/>
              <a:gd name="connsiteX14" fmla="*/ 938784 w 8343900"/>
              <a:gd name="connsiteY14" fmla="*/ 4434077 h 8343899"/>
              <a:gd name="connsiteX15" fmla="*/ 574054 w 8343900"/>
              <a:gd name="connsiteY15" fmla="*/ 4338287 h 8343899"/>
              <a:gd name="connsiteX16" fmla="*/ 569594 w 8343900"/>
              <a:gd name="connsiteY16" fmla="*/ 4336630 h 8343899"/>
              <a:gd name="connsiteX17" fmla="*/ 559976 w 8343900"/>
              <a:gd name="connsiteY17" fmla="*/ 4335108 h 8343899"/>
              <a:gd name="connsiteX18" fmla="*/ 430276 w 8343900"/>
              <a:gd name="connsiteY18" fmla="*/ 4292091 h 8343899"/>
              <a:gd name="connsiteX19" fmla="*/ 399198 w 8343900"/>
              <a:gd name="connsiteY19" fmla="*/ 4278986 h 8343899"/>
              <a:gd name="connsiteX20" fmla="*/ 379284 w 8343900"/>
              <a:gd name="connsiteY20" fmla="*/ 4273593 h 8343899"/>
              <a:gd name="connsiteX21" fmla="*/ 0 w 8343900"/>
              <a:gd name="connsiteY21" fmla="*/ 4171949 h 8343899"/>
              <a:gd name="connsiteX22" fmla="*/ 445899 w 8343900"/>
              <a:gd name="connsiteY22" fmla="*/ 4038469 h 8343899"/>
              <a:gd name="connsiteX23" fmla="*/ 451472 w 8343900"/>
              <a:gd name="connsiteY23" fmla="*/ 4037521 h 8343899"/>
              <a:gd name="connsiteX24" fmla="*/ 487456 w 8343900"/>
              <a:gd name="connsiteY24" fmla="*/ 4027058 h 8343899"/>
              <a:gd name="connsiteX25" fmla="*/ 547624 w 8343900"/>
              <a:gd name="connsiteY25" fmla="*/ 4019041 h 8343899"/>
              <a:gd name="connsiteX26" fmla="*/ 578247 w 8343900"/>
              <a:gd name="connsiteY26" fmla="*/ 4014912 h 8343899"/>
              <a:gd name="connsiteX27" fmla="*/ 613424 w 8343900"/>
              <a:gd name="connsiteY27" fmla="*/ 4008189 h 8343899"/>
              <a:gd name="connsiteX28" fmla="*/ 678814 w 8343900"/>
              <a:gd name="connsiteY28" fmla="*/ 3989844 h 8343899"/>
              <a:gd name="connsiteX29" fmla="*/ 786325 w 8343900"/>
              <a:gd name="connsiteY29" fmla="*/ 3946056 h 8343899"/>
              <a:gd name="connsiteX30" fmla="*/ 958697 w 8343900"/>
              <a:gd name="connsiteY30" fmla="*/ 3889792 h 8343899"/>
              <a:gd name="connsiteX31" fmla="*/ 968208 w 8343900"/>
              <a:gd name="connsiteY31" fmla="*/ 3889496 h 8343899"/>
              <a:gd name="connsiteX32" fmla="*/ 975763 w 8343900"/>
              <a:gd name="connsiteY32" fmla="*/ 3887856 h 8343899"/>
              <a:gd name="connsiteX33" fmla="*/ 1017016 w 8343900"/>
              <a:gd name="connsiteY33" fmla="*/ 3887977 h 8343899"/>
              <a:gd name="connsiteX34" fmla="*/ 1060711 w 8343900"/>
              <a:gd name="connsiteY34" fmla="*/ 3887394 h 8343899"/>
              <a:gd name="connsiteX35" fmla="*/ 1096790 w 8343900"/>
              <a:gd name="connsiteY35" fmla="*/ 3879287 h 8343899"/>
              <a:gd name="connsiteX36" fmla="*/ 1368555 w 8343900"/>
              <a:gd name="connsiteY36" fmla="*/ 3780472 h 8343899"/>
              <a:gd name="connsiteX37" fmla="*/ 1436702 w 8343900"/>
              <a:gd name="connsiteY37" fmla="*/ 3769535 h 8343899"/>
              <a:gd name="connsiteX38" fmla="*/ 1486408 w 8343900"/>
              <a:gd name="connsiteY38" fmla="*/ 3756913 h 8343899"/>
              <a:gd name="connsiteX39" fmla="*/ 1635389 w 8343900"/>
              <a:gd name="connsiteY39" fmla="*/ 3724422 h 8343899"/>
              <a:gd name="connsiteX40" fmla="*/ 1717550 w 8343900"/>
              <a:gd name="connsiteY40" fmla="*/ 3697995 h 8343899"/>
              <a:gd name="connsiteX41" fmla="*/ 1726913 w 8343900"/>
              <a:gd name="connsiteY41" fmla="*/ 3627373 h 8343899"/>
              <a:gd name="connsiteX42" fmla="*/ 2123741 w 8343900"/>
              <a:gd name="connsiteY42" fmla="*/ 2776664 h 8343899"/>
              <a:gd name="connsiteX43" fmla="*/ 2144315 w 8343900"/>
              <a:gd name="connsiteY43" fmla="*/ 2747424 h 8343899"/>
              <a:gd name="connsiteX44" fmla="*/ 2152613 w 8343900"/>
              <a:gd name="connsiteY44" fmla="*/ 2738869 h 8343899"/>
              <a:gd name="connsiteX45" fmla="*/ 2171563 w 8343900"/>
              <a:gd name="connsiteY45" fmla="*/ 2712711 h 8343899"/>
              <a:gd name="connsiteX46" fmla="*/ 2387669 w 8343900"/>
              <a:gd name="connsiteY46" fmla="*/ 2953307 h 8343899"/>
              <a:gd name="connsiteX47" fmla="*/ 2387016 w 8343900"/>
              <a:gd name="connsiteY47" fmla="*/ 2954181 h 8343899"/>
              <a:gd name="connsiteX48" fmla="*/ 2019573 w 8343900"/>
              <a:gd name="connsiteY48" fmla="*/ 3874432 h 8343899"/>
              <a:gd name="connsiteX49" fmla="*/ 2009289 w 8343900"/>
              <a:gd name="connsiteY49" fmla="*/ 3999744 h 8343899"/>
              <a:gd name="connsiteX50" fmla="*/ 2015040 w 8343900"/>
              <a:gd name="connsiteY50" fmla="*/ 4171949 h 8343899"/>
              <a:gd name="connsiteX51" fmla="*/ 2079216 w 8343900"/>
              <a:gd name="connsiteY51" fmla="*/ 4694456 h 8343899"/>
              <a:gd name="connsiteX52" fmla="*/ 2113405 w 8343900"/>
              <a:gd name="connsiteY52" fmla="*/ 4824773 h 8343899"/>
              <a:gd name="connsiteX53" fmla="*/ 2164255 w 8343900"/>
              <a:gd name="connsiteY53" fmla="*/ 4969557 h 8343899"/>
              <a:gd name="connsiteX54" fmla="*/ 2387016 w 8343900"/>
              <a:gd name="connsiteY54" fmla="*/ 5389718 h 8343899"/>
              <a:gd name="connsiteX55" fmla="*/ 2458218 w 8343900"/>
              <a:gd name="connsiteY55" fmla="*/ 5486855 h 8343899"/>
              <a:gd name="connsiteX56" fmla="*/ 2476572 w 8343900"/>
              <a:gd name="connsiteY56" fmla="*/ 5515960 h 8343899"/>
              <a:gd name="connsiteX57" fmla="*/ 5428320 w 8343900"/>
              <a:gd name="connsiteY57" fmla="*/ 6338534 h 8343899"/>
              <a:gd name="connsiteX58" fmla="*/ 5407306 w 8343900"/>
              <a:gd name="connsiteY58" fmla="*/ 6352132 h 8343899"/>
              <a:gd name="connsiteX59" fmla="*/ 5405314 w 8343900"/>
              <a:gd name="connsiteY59" fmla="*/ 6353276 h 8343899"/>
              <a:gd name="connsiteX60" fmla="*/ 5403585 w 8343900"/>
              <a:gd name="connsiteY60" fmla="*/ 6354383 h 8343899"/>
              <a:gd name="connsiteX61" fmla="*/ 5382617 w 8343900"/>
              <a:gd name="connsiteY61" fmla="*/ 6366300 h 8343899"/>
              <a:gd name="connsiteX62" fmla="*/ 5119392 w 8343900"/>
              <a:gd name="connsiteY62" fmla="*/ 6497275 h 8343899"/>
              <a:gd name="connsiteX63" fmla="*/ 5077545 w 8343900"/>
              <a:gd name="connsiteY63" fmla="*/ 6510439 h 8343899"/>
              <a:gd name="connsiteX64" fmla="*/ 4974576 w 8343900"/>
              <a:gd name="connsiteY64" fmla="*/ 6550659 h 8343899"/>
              <a:gd name="connsiteX65" fmla="*/ 4790460 w 8343900"/>
              <a:gd name="connsiteY65" fmla="*/ 6607703 h 8343899"/>
              <a:gd name="connsiteX66" fmla="*/ 4656817 w 8343900"/>
              <a:gd name="connsiteY66" fmla="*/ 6636019 h 8343899"/>
              <a:gd name="connsiteX67" fmla="*/ 4647619 w 8343900"/>
              <a:gd name="connsiteY67" fmla="*/ 6659962 h 8343899"/>
              <a:gd name="connsiteX68" fmla="*/ 4611480 w 8343900"/>
              <a:gd name="connsiteY68" fmla="*/ 6744255 h 8343899"/>
              <a:gd name="connsiteX69" fmla="*/ 4586986 w 8343900"/>
              <a:gd name="connsiteY69" fmla="*/ 6857491 h 8343899"/>
              <a:gd name="connsiteX70" fmla="*/ 4466844 w 8343900"/>
              <a:gd name="connsiteY70" fmla="*/ 7287767 h 8343899"/>
              <a:gd name="connsiteX71" fmla="*/ 4438300 w 8343900"/>
              <a:gd name="connsiteY71" fmla="*/ 7403764 h 8343899"/>
              <a:gd name="connsiteX72" fmla="*/ 4434109 w 8343900"/>
              <a:gd name="connsiteY72" fmla="*/ 7465387 h 8343899"/>
              <a:gd name="connsiteX73" fmla="*/ 4380545 w 8343900"/>
              <a:gd name="connsiteY73" fmla="*/ 7617112 h 8343899"/>
              <a:gd name="connsiteX74" fmla="*/ 4366681 w 8343900"/>
              <a:gd name="connsiteY74" fmla="*/ 7645751 h 8343899"/>
              <a:gd name="connsiteX75" fmla="*/ 4359613 w 8343900"/>
              <a:gd name="connsiteY75" fmla="*/ 7668581 h 8343899"/>
              <a:gd name="connsiteX76" fmla="*/ 4335780 w 8343900"/>
              <a:gd name="connsiteY76" fmla="*/ 7757159 h 8343899"/>
              <a:gd name="connsiteX77" fmla="*/ 4323364 w 8343900"/>
              <a:gd name="connsiteY77" fmla="*/ 7798395 h 8343899"/>
              <a:gd name="connsiteX78" fmla="*/ 4316180 w 8343900"/>
              <a:gd name="connsiteY78" fmla="*/ 7816433 h 8343899"/>
              <a:gd name="connsiteX79" fmla="*/ 4313936 w 8343900"/>
              <a:gd name="connsiteY79" fmla="*/ 7835391 h 8343899"/>
              <a:gd name="connsiteX80" fmla="*/ 4171950 w 8343900"/>
              <a:gd name="connsiteY80" fmla="*/ 8343899 h 8343899"/>
              <a:gd name="connsiteX81" fmla="*/ 4116729 w 8343900"/>
              <a:gd name="connsiteY81" fmla="*/ 8137901 h 8343899"/>
              <a:gd name="connsiteX82" fmla="*/ 4097180 w 8343900"/>
              <a:gd name="connsiteY82" fmla="*/ 8033229 h 8343899"/>
              <a:gd name="connsiteX83" fmla="*/ 4093643 w 8343900"/>
              <a:gd name="connsiteY83" fmla="*/ 8019015 h 8343899"/>
              <a:gd name="connsiteX84" fmla="*/ 4076217 w 8343900"/>
              <a:gd name="connsiteY84" fmla="*/ 7963233 h 8343899"/>
              <a:gd name="connsiteX85" fmla="*/ 4046347 w 8343900"/>
              <a:gd name="connsiteY85" fmla="*/ 7894065 h 8343899"/>
              <a:gd name="connsiteX86" fmla="*/ 3928625 w 8343900"/>
              <a:gd name="connsiteY86" fmla="*/ 7463792 h 8343899"/>
              <a:gd name="connsiteX87" fmla="*/ 3913593 w 8343900"/>
              <a:gd name="connsiteY87" fmla="*/ 7415325 h 8343899"/>
              <a:gd name="connsiteX88" fmla="*/ 3909822 w 8343900"/>
              <a:gd name="connsiteY88" fmla="*/ 7405115 h 8343899"/>
              <a:gd name="connsiteX89" fmla="*/ 3784219 w 8343900"/>
              <a:gd name="connsiteY89" fmla="*/ 6955281 h 8343899"/>
              <a:gd name="connsiteX90" fmla="*/ 3772927 w 8343900"/>
              <a:gd name="connsiteY90" fmla="*/ 6915381 h 8343899"/>
              <a:gd name="connsiteX91" fmla="*/ 3724695 w 8343900"/>
              <a:gd name="connsiteY91" fmla="*/ 6813267 h 8343899"/>
              <a:gd name="connsiteX92" fmla="*/ 3698209 w 8343900"/>
              <a:gd name="connsiteY92" fmla="*/ 6714540 h 8343899"/>
              <a:gd name="connsiteX93" fmla="*/ 3679421 w 8343900"/>
              <a:gd name="connsiteY93" fmla="*/ 6623862 h 8343899"/>
              <a:gd name="connsiteX94" fmla="*/ 3509568 w 8343900"/>
              <a:gd name="connsiteY94" fmla="*/ 6588944 h 8343899"/>
              <a:gd name="connsiteX95" fmla="*/ 2605688 w 8343900"/>
              <a:gd name="connsiteY95" fmla="*/ 6097637 h 8343899"/>
              <a:gd name="connsiteX96" fmla="*/ 2567800 w 8343900"/>
              <a:gd name="connsiteY96" fmla="*/ 6063201 h 8343899"/>
              <a:gd name="connsiteX97" fmla="*/ 2804952 w 8343900"/>
              <a:gd name="connsiteY97" fmla="*/ 5850188 h 8343899"/>
              <a:gd name="connsiteX98" fmla="*/ 2807648 w 8343900"/>
              <a:gd name="connsiteY98" fmla="*/ 5852638 h 8343899"/>
              <a:gd name="connsiteX99" fmla="*/ 4193090 w 8343900"/>
              <a:gd name="connsiteY99" fmla="*/ 6349999 h 8343899"/>
              <a:gd name="connsiteX100" fmla="*/ 4432426 w 8343900"/>
              <a:gd name="connsiteY100" fmla="*/ 6326107 h 8343899"/>
              <a:gd name="connsiteX101" fmla="*/ 4555818 w 8343900"/>
              <a:gd name="connsiteY101" fmla="*/ 6311703 h 8343899"/>
              <a:gd name="connsiteX102" fmla="*/ 4666440 w 8343900"/>
              <a:gd name="connsiteY102" fmla="*/ 6295516 h 8343899"/>
              <a:gd name="connsiteX103" fmla="*/ 5040885 w 8343900"/>
              <a:gd name="connsiteY103" fmla="*/ 6178837 h 8343899"/>
              <a:gd name="connsiteX104" fmla="*/ 5088910 w 8343900"/>
              <a:gd name="connsiteY104" fmla="*/ 6154465 h 8343899"/>
              <a:gd name="connsiteX105" fmla="*/ 5117464 w 8343900"/>
              <a:gd name="connsiteY105" fmla="*/ 6144139 h 8343899"/>
              <a:gd name="connsiteX106" fmla="*/ 5136394 w 8343900"/>
              <a:gd name="connsiteY106" fmla="*/ 6137029 h 8343899"/>
              <a:gd name="connsiteX107" fmla="*/ 5156919 w 8343900"/>
              <a:gd name="connsiteY107" fmla="*/ 6128760 h 8343899"/>
              <a:gd name="connsiteX108" fmla="*/ 5169818 w 8343900"/>
              <a:gd name="connsiteY108" fmla="*/ 6123384 h 8343899"/>
              <a:gd name="connsiteX109" fmla="*/ 5211189 w 8343900"/>
              <a:gd name="connsiteY109" fmla="*/ 6096797 h 8343899"/>
              <a:gd name="connsiteX110" fmla="*/ 5327107 w 8343900"/>
              <a:gd name="connsiteY110" fmla="*/ 6232305 h 8343899"/>
              <a:gd name="connsiteX111" fmla="*/ 5332670 w 8343900"/>
              <a:gd name="connsiteY111" fmla="*/ 6239472 h 8343899"/>
              <a:gd name="connsiteX112" fmla="*/ 5377121 w 8343900"/>
              <a:gd name="connsiteY112" fmla="*/ 6292920 h 8343899"/>
              <a:gd name="connsiteX113" fmla="*/ 5428320 w 8343900"/>
              <a:gd name="connsiteY113" fmla="*/ 6338534 h 8343899"/>
              <a:gd name="connsiteX114" fmla="*/ 5981566 w 8343900"/>
              <a:gd name="connsiteY114" fmla="*/ 2433577 h 8343899"/>
              <a:gd name="connsiteX115" fmla="*/ 5745625 w 8343900"/>
              <a:gd name="connsiteY115" fmla="*/ 2645502 h 8343899"/>
              <a:gd name="connsiteX116" fmla="*/ 5733204 w 8343900"/>
              <a:gd name="connsiteY116" fmla="*/ 2631835 h 8343899"/>
              <a:gd name="connsiteX117" fmla="*/ 4854552 w 8343900"/>
              <a:gd name="connsiteY117" fmla="*/ 2120330 h 8343899"/>
              <a:gd name="connsiteX118" fmla="*/ 4701462 w 8343900"/>
              <a:gd name="connsiteY118" fmla="*/ 2072196 h 8343899"/>
              <a:gd name="connsiteX119" fmla="*/ 4671369 w 8343900"/>
              <a:gd name="connsiteY119" fmla="*/ 2064494 h 8343899"/>
              <a:gd name="connsiteX120" fmla="*/ 4193090 w 8343900"/>
              <a:gd name="connsiteY120" fmla="*/ 1993900 h 8343899"/>
              <a:gd name="connsiteX121" fmla="*/ 3480529 w 8343900"/>
              <a:gd name="connsiteY121" fmla="*/ 2125211 h 8343899"/>
              <a:gd name="connsiteX122" fmla="*/ 3323124 w 8343900"/>
              <a:gd name="connsiteY122" fmla="*/ 2175377 h 8343899"/>
              <a:gd name="connsiteX123" fmla="*/ 3169267 w 8343900"/>
              <a:gd name="connsiteY123" fmla="*/ 2253258 h 8343899"/>
              <a:gd name="connsiteX124" fmla="*/ 2807648 w 8343900"/>
              <a:gd name="connsiteY124" fmla="*/ 2491260 h 8343899"/>
              <a:gd name="connsiteX125" fmla="*/ 2658087 w 8343900"/>
              <a:gd name="connsiteY125" fmla="*/ 2627190 h 8343899"/>
              <a:gd name="connsiteX126" fmla="*/ 2598337 w 8343900"/>
              <a:gd name="connsiteY126" fmla="*/ 2567361 h 8343899"/>
              <a:gd name="connsiteX127" fmla="*/ 2580219 w 8343900"/>
              <a:gd name="connsiteY127" fmla="*/ 2540834 h 8343899"/>
              <a:gd name="connsiteX128" fmla="*/ 2534335 w 8343900"/>
              <a:gd name="connsiteY128" fmla="*/ 2489658 h 8343899"/>
              <a:gd name="connsiteX129" fmla="*/ 2446162 w 8343900"/>
              <a:gd name="connsiteY129" fmla="*/ 2391249 h 8343899"/>
              <a:gd name="connsiteX130" fmla="*/ 2527329 w 8343900"/>
              <a:gd name="connsiteY130" fmla="*/ 2314144 h 8343899"/>
              <a:gd name="connsiteX131" fmla="*/ 2556975 w 8343900"/>
              <a:gd name="connsiteY131" fmla="*/ 2293161 h 8343899"/>
              <a:gd name="connsiteX132" fmla="*/ 2564239 w 8343900"/>
              <a:gd name="connsiteY132" fmla="*/ 2286993 h 8343899"/>
              <a:gd name="connsiteX133" fmla="*/ 2605688 w 8343900"/>
              <a:gd name="connsiteY133" fmla="*/ 2246262 h 8343899"/>
              <a:gd name="connsiteX134" fmla="*/ 3509491 w 8343900"/>
              <a:gd name="connsiteY134" fmla="*/ 1711056 h 8343899"/>
              <a:gd name="connsiteX135" fmla="*/ 3680797 w 8343900"/>
              <a:gd name="connsiteY135" fmla="*/ 1688855 h 8343899"/>
              <a:gd name="connsiteX136" fmla="*/ 3720628 w 8343900"/>
              <a:gd name="connsiteY136" fmla="*/ 1588237 h 8343899"/>
              <a:gd name="connsiteX137" fmla="*/ 3772562 w 8343900"/>
              <a:gd name="connsiteY137" fmla="*/ 1429972 h 8343899"/>
              <a:gd name="connsiteX138" fmla="*/ 3789304 w 8343900"/>
              <a:gd name="connsiteY138" fmla="*/ 1368625 h 8343899"/>
              <a:gd name="connsiteX139" fmla="*/ 3812099 w 8343900"/>
              <a:gd name="connsiteY139" fmla="*/ 1284448 h 8343899"/>
              <a:gd name="connsiteX140" fmla="*/ 3866366 w 8343900"/>
              <a:gd name="connsiteY140" fmla="*/ 1096750 h 8343899"/>
              <a:gd name="connsiteX141" fmla="*/ 3887792 w 8343900"/>
              <a:gd name="connsiteY141" fmla="*/ 1018169 h 8343899"/>
              <a:gd name="connsiteX142" fmla="*/ 3887978 w 8343900"/>
              <a:gd name="connsiteY142" fmla="*/ 1017016 h 8343899"/>
              <a:gd name="connsiteX143" fmla="*/ 4019042 w 8343900"/>
              <a:gd name="connsiteY143" fmla="*/ 547623 h 8343899"/>
              <a:gd name="connsiteX144" fmla="*/ 4027067 w 8343900"/>
              <a:gd name="connsiteY144" fmla="*/ 512261 h 8343899"/>
              <a:gd name="connsiteX145" fmla="*/ 4034169 w 8343900"/>
              <a:gd name="connsiteY145" fmla="*/ 468481 h 8343899"/>
              <a:gd name="connsiteX146" fmla="*/ 4171950 w 8343900"/>
              <a:gd name="connsiteY146" fmla="*/ 0 h 8343899"/>
              <a:gd name="connsiteX147" fmla="*/ 4313936 w 8343900"/>
              <a:gd name="connsiteY147" fmla="*/ 508508 h 8343899"/>
              <a:gd name="connsiteX148" fmla="*/ 4319816 w 8343900"/>
              <a:gd name="connsiteY148" fmla="*/ 528921 h 8343899"/>
              <a:gd name="connsiteX149" fmla="*/ 4348204 w 8343900"/>
              <a:gd name="connsiteY149" fmla="*/ 586816 h 8343899"/>
              <a:gd name="connsiteX150" fmla="*/ 4387925 w 8343900"/>
              <a:gd name="connsiteY150" fmla="*/ 787266 h 8343899"/>
              <a:gd name="connsiteX151" fmla="*/ 4400935 w 8343900"/>
              <a:gd name="connsiteY151" fmla="*/ 865567 h 8343899"/>
              <a:gd name="connsiteX152" fmla="*/ 4410526 w 8343900"/>
              <a:gd name="connsiteY152" fmla="*/ 891030 h 8343899"/>
              <a:gd name="connsiteX153" fmla="*/ 4434078 w 8343900"/>
              <a:gd name="connsiteY153" fmla="*/ 938783 h 8343899"/>
              <a:gd name="connsiteX154" fmla="*/ 4473233 w 8343900"/>
              <a:gd name="connsiteY154" fmla="*/ 1050442 h 8343899"/>
              <a:gd name="connsiteX155" fmla="*/ 4475441 w 8343900"/>
              <a:gd name="connsiteY155" fmla="*/ 1063864 h 8343899"/>
              <a:gd name="connsiteX156" fmla="*/ 4493127 w 8343900"/>
              <a:gd name="connsiteY156" fmla="*/ 1098197 h 8343899"/>
              <a:gd name="connsiteX157" fmla="*/ 4516297 w 8343900"/>
              <a:gd name="connsiteY157" fmla="*/ 1180377 h 8343899"/>
              <a:gd name="connsiteX158" fmla="*/ 4554145 w 8343900"/>
              <a:gd name="connsiteY158" fmla="*/ 1395110 h 8343899"/>
              <a:gd name="connsiteX159" fmla="*/ 4570603 w 8343900"/>
              <a:gd name="connsiteY159" fmla="*/ 1427734 h 8343899"/>
              <a:gd name="connsiteX160" fmla="*/ 4631091 w 8343900"/>
              <a:gd name="connsiteY160" fmla="*/ 1617935 h 8343899"/>
              <a:gd name="connsiteX161" fmla="*/ 4641404 w 8343900"/>
              <a:gd name="connsiteY161" fmla="*/ 1700341 h 8343899"/>
              <a:gd name="connsiteX162" fmla="*/ 4697906 w 8343900"/>
              <a:gd name="connsiteY162" fmla="*/ 1707982 h 8343899"/>
              <a:gd name="connsiteX163" fmla="*/ 5157418 w 8343900"/>
              <a:gd name="connsiteY163" fmla="*/ 1862946 h 8343899"/>
              <a:gd name="connsiteX164" fmla="*/ 5231870 w 8343900"/>
              <a:gd name="connsiteY164" fmla="*/ 1902292 h 8343899"/>
              <a:gd name="connsiteX165" fmla="*/ 5393582 w 8343900"/>
              <a:gd name="connsiteY165" fmla="*/ 1961815 h 8343899"/>
              <a:gd name="connsiteX166" fmla="*/ 5957710 w 8343900"/>
              <a:gd name="connsiteY166" fmla="*/ 2407329 h 8343899"/>
              <a:gd name="connsiteX167" fmla="*/ 5981566 w 8343900"/>
              <a:gd name="connsiteY167" fmla="*/ 2433577 h 8343899"/>
              <a:gd name="connsiteX168" fmla="*/ 8343900 w 8343900"/>
              <a:gd name="connsiteY168" fmla="*/ 4171949 h 8343899"/>
              <a:gd name="connsiteX169" fmla="*/ 8126963 w 8343900"/>
              <a:gd name="connsiteY169" fmla="*/ 4238810 h 8343899"/>
              <a:gd name="connsiteX170" fmla="*/ 8103601 w 8343900"/>
              <a:gd name="connsiteY170" fmla="*/ 4242158 h 8343899"/>
              <a:gd name="connsiteX171" fmla="*/ 8003131 w 8343900"/>
              <a:gd name="connsiteY171" fmla="*/ 4263512 h 8343899"/>
              <a:gd name="connsiteX172" fmla="*/ 7913624 w 8343900"/>
              <a:gd name="connsiteY172" fmla="*/ 4292091 h 8343899"/>
              <a:gd name="connsiteX173" fmla="*/ 7774874 w 8343900"/>
              <a:gd name="connsiteY173" fmla="*/ 4335725 h 8343899"/>
              <a:gd name="connsiteX174" fmla="*/ 7753851 w 8343900"/>
              <a:gd name="connsiteY174" fmla="*/ 4339113 h 8343899"/>
              <a:gd name="connsiteX175" fmla="*/ 7723335 w 8343900"/>
              <a:gd name="connsiteY175" fmla="*/ 4346366 h 8343899"/>
              <a:gd name="connsiteX176" fmla="*/ 7444232 w 8343900"/>
              <a:gd name="connsiteY176" fmla="*/ 4423155 h 8343899"/>
              <a:gd name="connsiteX177" fmla="*/ 7423270 w 8343900"/>
              <a:gd name="connsiteY177" fmla="*/ 4429544 h 8343899"/>
              <a:gd name="connsiteX178" fmla="*/ 7383432 w 8343900"/>
              <a:gd name="connsiteY178" fmla="*/ 4455880 h 8343899"/>
              <a:gd name="connsiteX179" fmla="*/ 7239790 w 8343900"/>
              <a:gd name="connsiteY179" fmla="*/ 4486028 h 8343899"/>
              <a:gd name="connsiteX180" fmla="*/ 7210756 w 8343900"/>
              <a:gd name="connsiteY180" fmla="*/ 4488978 h 8343899"/>
              <a:gd name="connsiteX181" fmla="*/ 7154619 w 8343900"/>
              <a:gd name="connsiteY181" fmla="*/ 4502496 h 8343899"/>
              <a:gd name="connsiteX182" fmla="*/ 7033128 w 8343900"/>
              <a:gd name="connsiteY182" fmla="*/ 4531833 h 8343899"/>
              <a:gd name="connsiteX183" fmla="*/ 6994398 w 8343900"/>
              <a:gd name="connsiteY183" fmla="*/ 4548758 h 8343899"/>
              <a:gd name="connsiteX184" fmla="*/ 6682085 w 8343900"/>
              <a:gd name="connsiteY184" fmla="*/ 4644917 h 8343899"/>
              <a:gd name="connsiteX185" fmla="*/ 6630532 w 8343900"/>
              <a:gd name="connsiteY185" fmla="*/ 4655547 h 8343899"/>
              <a:gd name="connsiteX186" fmla="*/ 6594044 w 8343900"/>
              <a:gd name="connsiteY186" fmla="*/ 4795756 h 8343899"/>
              <a:gd name="connsiteX187" fmla="*/ 6526035 w 8343900"/>
              <a:gd name="connsiteY187" fmla="*/ 4982261 h 8343899"/>
              <a:gd name="connsiteX188" fmla="*/ 6523940 w 8343900"/>
              <a:gd name="connsiteY188" fmla="*/ 4986615 h 8343899"/>
              <a:gd name="connsiteX189" fmla="*/ 6493463 w 8343900"/>
              <a:gd name="connsiteY189" fmla="*/ 5094093 h 8343899"/>
              <a:gd name="connsiteX190" fmla="*/ 5780491 w 8343900"/>
              <a:gd name="connsiteY190" fmla="*/ 6097637 h 8343899"/>
              <a:gd name="connsiteX191" fmla="*/ 5777375 w 8343900"/>
              <a:gd name="connsiteY191" fmla="*/ 6099966 h 8343899"/>
              <a:gd name="connsiteX192" fmla="*/ 5633955 w 8343900"/>
              <a:gd name="connsiteY192" fmla="*/ 5927401 h 8343899"/>
              <a:gd name="connsiteX193" fmla="*/ 5604490 w 8343900"/>
              <a:gd name="connsiteY193" fmla="*/ 5896320 h 8343899"/>
              <a:gd name="connsiteX194" fmla="*/ 5564588 w 8343900"/>
              <a:gd name="connsiteY194" fmla="*/ 5863065 h 8343899"/>
              <a:gd name="connsiteX195" fmla="*/ 5578532 w 8343900"/>
              <a:gd name="connsiteY195" fmla="*/ 5852638 h 8343899"/>
              <a:gd name="connsiteX196" fmla="*/ 6281845 w 8343900"/>
              <a:gd name="connsiteY196" fmla="*/ 4712303 h 8343899"/>
              <a:gd name="connsiteX197" fmla="*/ 6322582 w 8343900"/>
              <a:gd name="connsiteY197" fmla="*/ 4530162 h 8343899"/>
              <a:gd name="connsiteX198" fmla="*/ 6347086 w 8343900"/>
              <a:gd name="connsiteY198" fmla="*/ 4396020 h 8343899"/>
              <a:gd name="connsiteX199" fmla="*/ 6371140 w 8343900"/>
              <a:gd name="connsiteY199" fmla="*/ 4171949 h 8343899"/>
              <a:gd name="connsiteX200" fmla="*/ 6244762 w 8343900"/>
              <a:gd name="connsiteY200" fmla="*/ 3464109 h 8343899"/>
              <a:gd name="connsiteX201" fmla="*/ 6211873 w 8343900"/>
              <a:gd name="connsiteY201" fmla="*/ 3350837 h 8343899"/>
              <a:gd name="connsiteX202" fmla="*/ 6168434 w 8343900"/>
              <a:gd name="connsiteY202" fmla="*/ 3251005 h 8343899"/>
              <a:gd name="connsiteX203" fmla="*/ 6108261 w 8343900"/>
              <a:gd name="connsiteY203" fmla="*/ 3133761 h 8343899"/>
              <a:gd name="connsiteX204" fmla="*/ 6009748 w 8343900"/>
              <a:gd name="connsiteY204" fmla="*/ 2971604 h 8343899"/>
              <a:gd name="connsiteX205" fmla="*/ 6248111 w 8343900"/>
              <a:gd name="connsiteY205" fmla="*/ 2757503 h 8343899"/>
              <a:gd name="connsiteX206" fmla="*/ 6262439 w 8343900"/>
              <a:gd name="connsiteY206" fmla="*/ 2776664 h 8343899"/>
              <a:gd name="connsiteX207" fmla="*/ 6658752 w 8343900"/>
              <a:gd name="connsiteY207" fmla="*/ 3593042 h 8343899"/>
              <a:gd name="connsiteX208" fmla="*/ 6678545 w 8343900"/>
              <a:gd name="connsiteY208" fmla="*/ 3707443 h 8343899"/>
              <a:gd name="connsiteX209" fmla="*/ 6702225 w 8343900"/>
              <a:gd name="connsiteY209" fmla="*/ 3715341 h 8343899"/>
              <a:gd name="connsiteX210" fmla="*/ 6797905 w 8343900"/>
              <a:gd name="connsiteY210" fmla="*/ 3743204 h 8343899"/>
              <a:gd name="connsiteX211" fmla="*/ 6850687 w 8343900"/>
              <a:gd name="connsiteY211" fmla="*/ 3755989 h 8343899"/>
              <a:gd name="connsiteX212" fmla="*/ 6857492 w 8343900"/>
              <a:gd name="connsiteY212" fmla="*/ 3756913 h 8343899"/>
              <a:gd name="connsiteX213" fmla="*/ 7124976 w 8343900"/>
              <a:gd name="connsiteY213" fmla="*/ 3825498 h 8343899"/>
              <a:gd name="connsiteX214" fmla="*/ 7161717 w 8343900"/>
              <a:gd name="connsiteY214" fmla="*/ 3839630 h 8343899"/>
              <a:gd name="connsiteX215" fmla="*/ 7237365 w 8343900"/>
              <a:gd name="connsiteY215" fmla="*/ 3863253 h 8343899"/>
              <a:gd name="connsiteX216" fmla="*/ 7346442 w 8343900"/>
              <a:gd name="connsiteY216" fmla="*/ 3893438 h 8343899"/>
              <a:gd name="connsiteX217" fmla="*/ 7356648 w 8343900"/>
              <a:gd name="connsiteY217" fmla="*/ 3896701 h 8343899"/>
              <a:gd name="connsiteX218" fmla="*/ 7366000 w 8343900"/>
              <a:gd name="connsiteY218" fmla="*/ 3898899 h 8343899"/>
              <a:gd name="connsiteX219" fmla="*/ 7776761 w 8343900"/>
              <a:gd name="connsiteY219" fmla="*/ 4015372 h 8343899"/>
              <a:gd name="connsiteX220" fmla="*/ 7789230 w 8343900"/>
              <a:gd name="connsiteY220" fmla="*/ 4019086 h 8343899"/>
              <a:gd name="connsiteX221" fmla="*/ 7796276 w 8343900"/>
              <a:gd name="connsiteY221" fmla="*/ 4019041 h 8343899"/>
              <a:gd name="connsiteX222" fmla="*/ 8343900 w 8343900"/>
              <a:gd name="connsiteY222" fmla="*/ 4171949 h 834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</a:cxnLst>
            <a:rect l="l" t="t" r="r" b="b"/>
            <a:pathLst>
              <a:path w="8343900" h="8343899">
                <a:moveTo>
                  <a:pt x="2508925" y="5552743"/>
                </a:moveTo>
                <a:cubicBezTo>
                  <a:pt x="2475440" y="5622842"/>
                  <a:pt x="2333644" y="5697008"/>
                  <a:pt x="2272572" y="5765038"/>
                </a:cubicBezTo>
                <a:cubicBezTo>
                  <a:pt x="2270451" y="5763646"/>
                  <a:pt x="2269973" y="5761807"/>
                  <a:pt x="2267402" y="5759350"/>
                </a:cubicBezTo>
                <a:cubicBezTo>
                  <a:pt x="2152221" y="5614218"/>
                  <a:pt x="2034979" y="5433333"/>
                  <a:pt x="1936535" y="5234434"/>
                </a:cubicBezTo>
                <a:lnTo>
                  <a:pt x="1936318" y="5233951"/>
                </a:lnTo>
                <a:lnTo>
                  <a:pt x="1916330" y="5202203"/>
                </a:lnTo>
                <a:cubicBezTo>
                  <a:pt x="1832209" y="5061445"/>
                  <a:pt x="1764003" y="4922179"/>
                  <a:pt x="1723581" y="4758953"/>
                </a:cubicBezTo>
                <a:lnTo>
                  <a:pt x="1700160" y="4639307"/>
                </a:lnTo>
                <a:lnTo>
                  <a:pt x="1681217" y="4636614"/>
                </a:lnTo>
                <a:cubicBezTo>
                  <a:pt x="1585694" y="4624303"/>
                  <a:pt x="1490428" y="4613652"/>
                  <a:pt x="1408176" y="4565141"/>
                </a:cubicBezTo>
                <a:lnTo>
                  <a:pt x="1405685" y="4563829"/>
                </a:lnTo>
                <a:lnTo>
                  <a:pt x="1388618" y="4559680"/>
                </a:lnTo>
                <a:cubicBezTo>
                  <a:pt x="1180012" y="4496663"/>
                  <a:pt x="1150878" y="4552276"/>
                  <a:pt x="958342" y="4439538"/>
                </a:cubicBezTo>
                <a:lnTo>
                  <a:pt x="956990" y="4438865"/>
                </a:lnTo>
                <a:lnTo>
                  <a:pt x="938784" y="4434077"/>
                </a:lnTo>
                <a:cubicBezTo>
                  <a:pt x="753834" y="4379716"/>
                  <a:pt x="711721" y="4386469"/>
                  <a:pt x="574054" y="4338287"/>
                </a:cubicBezTo>
                <a:lnTo>
                  <a:pt x="569594" y="4336630"/>
                </a:lnTo>
                <a:lnTo>
                  <a:pt x="559976" y="4335108"/>
                </a:lnTo>
                <a:cubicBezTo>
                  <a:pt x="517260" y="4326111"/>
                  <a:pt x="474285" y="4313325"/>
                  <a:pt x="430276" y="4292091"/>
                </a:cubicBezTo>
                <a:lnTo>
                  <a:pt x="399198" y="4278986"/>
                </a:lnTo>
                <a:lnTo>
                  <a:pt x="379284" y="4273593"/>
                </a:lnTo>
                <a:cubicBezTo>
                  <a:pt x="262495" y="4245985"/>
                  <a:pt x="171277" y="4245461"/>
                  <a:pt x="0" y="4171949"/>
                </a:cubicBezTo>
                <a:cubicBezTo>
                  <a:pt x="195496" y="4125856"/>
                  <a:pt x="270131" y="4073647"/>
                  <a:pt x="445899" y="4038469"/>
                </a:cubicBezTo>
                <a:lnTo>
                  <a:pt x="451472" y="4037521"/>
                </a:lnTo>
                <a:lnTo>
                  <a:pt x="487456" y="4027058"/>
                </a:lnTo>
                <a:cubicBezTo>
                  <a:pt x="506792" y="4022821"/>
                  <a:pt x="526689" y="4020001"/>
                  <a:pt x="547624" y="4019041"/>
                </a:cubicBezTo>
                <a:lnTo>
                  <a:pt x="578247" y="4014912"/>
                </a:lnTo>
                <a:lnTo>
                  <a:pt x="613424" y="4008189"/>
                </a:lnTo>
                <a:lnTo>
                  <a:pt x="678814" y="3989844"/>
                </a:lnTo>
                <a:lnTo>
                  <a:pt x="786325" y="3946056"/>
                </a:lnTo>
                <a:cubicBezTo>
                  <a:pt x="843935" y="3921057"/>
                  <a:pt x="900793" y="3897457"/>
                  <a:pt x="958697" y="3889792"/>
                </a:cubicBezTo>
                <a:lnTo>
                  <a:pt x="968208" y="3889496"/>
                </a:lnTo>
                <a:lnTo>
                  <a:pt x="975763" y="3887856"/>
                </a:lnTo>
                <a:cubicBezTo>
                  <a:pt x="990217" y="3886082"/>
                  <a:pt x="1003933" y="3885980"/>
                  <a:pt x="1017016" y="3887977"/>
                </a:cubicBezTo>
                <a:lnTo>
                  <a:pt x="1060711" y="3887394"/>
                </a:lnTo>
                <a:lnTo>
                  <a:pt x="1096790" y="3879287"/>
                </a:lnTo>
                <a:cubicBezTo>
                  <a:pt x="1165995" y="3857640"/>
                  <a:pt x="1246180" y="3807044"/>
                  <a:pt x="1368555" y="3780472"/>
                </a:cubicBezTo>
                <a:lnTo>
                  <a:pt x="1436702" y="3769535"/>
                </a:lnTo>
                <a:lnTo>
                  <a:pt x="1486408" y="3756913"/>
                </a:lnTo>
                <a:cubicBezTo>
                  <a:pt x="1540906" y="3748509"/>
                  <a:pt x="1590236" y="3737080"/>
                  <a:pt x="1635389" y="3724422"/>
                </a:cubicBezTo>
                <a:lnTo>
                  <a:pt x="1717550" y="3697995"/>
                </a:lnTo>
                <a:lnTo>
                  <a:pt x="1726913" y="3627373"/>
                </a:lnTo>
                <a:cubicBezTo>
                  <a:pt x="1783722" y="3280158"/>
                  <a:pt x="1914226" y="2953984"/>
                  <a:pt x="2123741" y="2776664"/>
                </a:cubicBezTo>
                <a:cubicBezTo>
                  <a:pt x="2127494" y="2763686"/>
                  <a:pt x="2135348" y="2756011"/>
                  <a:pt x="2144315" y="2747424"/>
                </a:cubicBezTo>
                <a:lnTo>
                  <a:pt x="2152613" y="2738869"/>
                </a:lnTo>
                <a:lnTo>
                  <a:pt x="2171563" y="2712711"/>
                </a:lnTo>
                <a:cubicBezTo>
                  <a:pt x="2261285" y="2787449"/>
                  <a:pt x="2286571" y="2850048"/>
                  <a:pt x="2387669" y="2953307"/>
                </a:cubicBezTo>
                <a:cubicBezTo>
                  <a:pt x="2387535" y="2953497"/>
                  <a:pt x="2387219" y="2953755"/>
                  <a:pt x="2387016" y="2954181"/>
                </a:cubicBezTo>
                <a:cubicBezTo>
                  <a:pt x="2217325" y="3202575"/>
                  <a:pt x="2063905" y="3558287"/>
                  <a:pt x="2019573" y="3874432"/>
                </a:cubicBezTo>
                <a:lnTo>
                  <a:pt x="2009289" y="3999744"/>
                </a:lnTo>
                <a:lnTo>
                  <a:pt x="2015040" y="4171949"/>
                </a:lnTo>
                <a:cubicBezTo>
                  <a:pt x="2022135" y="4359981"/>
                  <a:pt x="2043240" y="4533889"/>
                  <a:pt x="2079216" y="4694456"/>
                </a:cubicBezTo>
                <a:lnTo>
                  <a:pt x="2113405" y="4824773"/>
                </a:lnTo>
                <a:lnTo>
                  <a:pt x="2164255" y="4969557"/>
                </a:lnTo>
                <a:cubicBezTo>
                  <a:pt x="2226184" y="5127747"/>
                  <a:pt x="2303035" y="5274302"/>
                  <a:pt x="2387016" y="5389718"/>
                </a:cubicBezTo>
                <a:cubicBezTo>
                  <a:pt x="2419238" y="5422165"/>
                  <a:pt x="2440435" y="5457114"/>
                  <a:pt x="2458218" y="5486855"/>
                </a:cubicBezTo>
                <a:lnTo>
                  <a:pt x="2476572" y="5515960"/>
                </a:lnTo>
                <a:close/>
                <a:moveTo>
                  <a:pt x="5428320" y="6338534"/>
                </a:moveTo>
                <a:cubicBezTo>
                  <a:pt x="5421356" y="6345054"/>
                  <a:pt x="5414638" y="6348546"/>
                  <a:pt x="5407306" y="6352132"/>
                </a:cubicBezTo>
                <a:lnTo>
                  <a:pt x="5405314" y="6353276"/>
                </a:lnTo>
                <a:lnTo>
                  <a:pt x="5403585" y="6354383"/>
                </a:lnTo>
                <a:cubicBezTo>
                  <a:pt x="5396168" y="6357705"/>
                  <a:pt x="5389378" y="6360372"/>
                  <a:pt x="5382617" y="6366300"/>
                </a:cubicBezTo>
                <a:cubicBezTo>
                  <a:pt x="5305316" y="6419376"/>
                  <a:pt x="5215913" y="6462227"/>
                  <a:pt x="5119392" y="6497275"/>
                </a:cubicBezTo>
                <a:lnTo>
                  <a:pt x="5077545" y="6510439"/>
                </a:lnTo>
                <a:lnTo>
                  <a:pt x="4974576" y="6550659"/>
                </a:lnTo>
                <a:cubicBezTo>
                  <a:pt x="4914537" y="6572045"/>
                  <a:pt x="4853144" y="6591240"/>
                  <a:pt x="4790460" y="6607703"/>
                </a:cubicBezTo>
                <a:lnTo>
                  <a:pt x="4656817" y="6636019"/>
                </a:lnTo>
                <a:lnTo>
                  <a:pt x="4647619" y="6659962"/>
                </a:lnTo>
                <a:lnTo>
                  <a:pt x="4611480" y="6744255"/>
                </a:lnTo>
                <a:lnTo>
                  <a:pt x="4586986" y="6857491"/>
                </a:lnTo>
                <a:cubicBezTo>
                  <a:pt x="4598229" y="6974129"/>
                  <a:pt x="4507071" y="7096517"/>
                  <a:pt x="4466844" y="7287767"/>
                </a:cubicBezTo>
                <a:lnTo>
                  <a:pt x="4438300" y="7403764"/>
                </a:lnTo>
                <a:lnTo>
                  <a:pt x="4434109" y="7465387"/>
                </a:lnTo>
                <a:cubicBezTo>
                  <a:pt x="4424344" y="7534947"/>
                  <a:pt x="4402801" y="7576652"/>
                  <a:pt x="4380545" y="7617112"/>
                </a:cubicBezTo>
                <a:lnTo>
                  <a:pt x="4366681" y="7645751"/>
                </a:lnTo>
                <a:lnTo>
                  <a:pt x="4359613" y="7668581"/>
                </a:lnTo>
                <a:cubicBezTo>
                  <a:pt x="4349468" y="7702327"/>
                  <a:pt x="4341120" y="7732193"/>
                  <a:pt x="4335780" y="7757159"/>
                </a:cubicBezTo>
                <a:cubicBezTo>
                  <a:pt x="4333110" y="7769641"/>
                  <a:pt x="4328835" y="7783353"/>
                  <a:pt x="4323364" y="7798395"/>
                </a:cubicBezTo>
                <a:lnTo>
                  <a:pt x="4316180" y="7816433"/>
                </a:lnTo>
                <a:lnTo>
                  <a:pt x="4313936" y="7835391"/>
                </a:lnTo>
                <a:cubicBezTo>
                  <a:pt x="4301958" y="8060586"/>
                  <a:pt x="4231838" y="8104996"/>
                  <a:pt x="4171950" y="8343899"/>
                </a:cubicBezTo>
                <a:cubicBezTo>
                  <a:pt x="4134018" y="8272067"/>
                  <a:pt x="4126637" y="8208137"/>
                  <a:pt x="4116729" y="8137901"/>
                </a:cubicBezTo>
                <a:lnTo>
                  <a:pt x="4097180" y="8033229"/>
                </a:lnTo>
                <a:lnTo>
                  <a:pt x="4093643" y="8019015"/>
                </a:lnTo>
                <a:lnTo>
                  <a:pt x="4076217" y="7963233"/>
                </a:lnTo>
                <a:cubicBezTo>
                  <a:pt x="4068141" y="7941311"/>
                  <a:pt x="4058357" y="7918329"/>
                  <a:pt x="4046347" y="7894065"/>
                </a:cubicBezTo>
                <a:cubicBezTo>
                  <a:pt x="3962278" y="7724216"/>
                  <a:pt x="3975565" y="7633867"/>
                  <a:pt x="3928625" y="7463792"/>
                </a:cubicBezTo>
                <a:lnTo>
                  <a:pt x="3913593" y="7415325"/>
                </a:lnTo>
                <a:lnTo>
                  <a:pt x="3909822" y="7405115"/>
                </a:lnTo>
                <a:cubicBezTo>
                  <a:pt x="3841924" y="7246602"/>
                  <a:pt x="3845035" y="7137968"/>
                  <a:pt x="3784219" y="6955281"/>
                </a:cubicBezTo>
                <a:lnTo>
                  <a:pt x="3772927" y="6915381"/>
                </a:lnTo>
                <a:lnTo>
                  <a:pt x="3724695" y="6813267"/>
                </a:lnTo>
                <a:cubicBezTo>
                  <a:pt x="3714749" y="6782877"/>
                  <a:pt x="3706150" y="6749549"/>
                  <a:pt x="3698209" y="6714540"/>
                </a:cubicBezTo>
                <a:lnTo>
                  <a:pt x="3679421" y="6623862"/>
                </a:lnTo>
                <a:lnTo>
                  <a:pt x="3509568" y="6588944"/>
                </a:lnTo>
                <a:cubicBezTo>
                  <a:pt x="3153938" y="6498713"/>
                  <a:pt x="2843793" y="6332373"/>
                  <a:pt x="2605688" y="6097637"/>
                </a:cubicBezTo>
                <a:cubicBezTo>
                  <a:pt x="2590723" y="6090696"/>
                  <a:pt x="2584642" y="6074180"/>
                  <a:pt x="2567800" y="6063201"/>
                </a:cubicBezTo>
                <a:cubicBezTo>
                  <a:pt x="2612770" y="5978727"/>
                  <a:pt x="2744116" y="5913395"/>
                  <a:pt x="2804952" y="5850188"/>
                </a:cubicBezTo>
                <a:cubicBezTo>
                  <a:pt x="2806148" y="5850869"/>
                  <a:pt x="2807014" y="5852169"/>
                  <a:pt x="2807648" y="5852638"/>
                </a:cubicBezTo>
                <a:cubicBezTo>
                  <a:pt x="3156481" y="6101176"/>
                  <a:pt x="3761041" y="6309437"/>
                  <a:pt x="4193090" y="6349999"/>
                </a:cubicBezTo>
                <a:cubicBezTo>
                  <a:pt x="4273750" y="6340826"/>
                  <a:pt x="4354069" y="6333689"/>
                  <a:pt x="4432426" y="6326107"/>
                </a:cubicBezTo>
                <a:lnTo>
                  <a:pt x="4555818" y="6311703"/>
                </a:lnTo>
                <a:lnTo>
                  <a:pt x="4666440" y="6295516"/>
                </a:lnTo>
                <a:cubicBezTo>
                  <a:pt x="4817139" y="6267563"/>
                  <a:pt x="4951355" y="6229243"/>
                  <a:pt x="5040885" y="6178837"/>
                </a:cubicBezTo>
                <a:cubicBezTo>
                  <a:pt x="5058609" y="6167968"/>
                  <a:pt x="5074340" y="6160423"/>
                  <a:pt x="5088910" y="6154465"/>
                </a:cubicBezTo>
                <a:lnTo>
                  <a:pt x="5117464" y="6144139"/>
                </a:lnTo>
                <a:lnTo>
                  <a:pt x="5136394" y="6137029"/>
                </a:lnTo>
                <a:lnTo>
                  <a:pt x="5156919" y="6128760"/>
                </a:lnTo>
                <a:lnTo>
                  <a:pt x="5169818" y="6123384"/>
                </a:lnTo>
                <a:lnTo>
                  <a:pt x="5211189" y="6096797"/>
                </a:lnTo>
                <a:cubicBezTo>
                  <a:pt x="5269263" y="6149529"/>
                  <a:pt x="5299410" y="6193357"/>
                  <a:pt x="5327107" y="6232305"/>
                </a:cubicBezTo>
                <a:lnTo>
                  <a:pt x="5332670" y="6239472"/>
                </a:lnTo>
                <a:lnTo>
                  <a:pt x="5377121" y="6292920"/>
                </a:lnTo>
                <a:cubicBezTo>
                  <a:pt x="5392487" y="6309450"/>
                  <a:pt x="5408872" y="6324547"/>
                  <a:pt x="5428320" y="6338534"/>
                </a:cubicBezTo>
                <a:close/>
                <a:moveTo>
                  <a:pt x="5981566" y="2433577"/>
                </a:moveTo>
                <a:cubicBezTo>
                  <a:pt x="5897686" y="2551636"/>
                  <a:pt x="5804562" y="2561805"/>
                  <a:pt x="5745625" y="2645502"/>
                </a:cubicBezTo>
                <a:cubicBezTo>
                  <a:pt x="5738694" y="2639499"/>
                  <a:pt x="5737627" y="2636283"/>
                  <a:pt x="5733204" y="2631835"/>
                </a:cubicBezTo>
                <a:cubicBezTo>
                  <a:pt x="5503717" y="2451858"/>
                  <a:pt x="5200349" y="2248114"/>
                  <a:pt x="4854552" y="2120330"/>
                </a:cubicBezTo>
                <a:lnTo>
                  <a:pt x="4701462" y="2072196"/>
                </a:lnTo>
                <a:lnTo>
                  <a:pt x="4671369" y="2064494"/>
                </a:lnTo>
                <a:cubicBezTo>
                  <a:pt x="4526096" y="2033276"/>
                  <a:pt x="4367934" y="2010474"/>
                  <a:pt x="4193090" y="1993900"/>
                </a:cubicBezTo>
                <a:cubicBezTo>
                  <a:pt x="3983487" y="2029376"/>
                  <a:pt x="3728701" y="2057732"/>
                  <a:pt x="3480529" y="2125211"/>
                </a:cubicBezTo>
                <a:lnTo>
                  <a:pt x="3323124" y="2175377"/>
                </a:lnTo>
                <a:lnTo>
                  <a:pt x="3169267" y="2253258"/>
                </a:lnTo>
                <a:cubicBezTo>
                  <a:pt x="3051025" y="2319129"/>
                  <a:pt x="2930686" y="2398186"/>
                  <a:pt x="2807648" y="2491260"/>
                </a:cubicBezTo>
                <a:cubicBezTo>
                  <a:pt x="2770564" y="2554941"/>
                  <a:pt x="2701450" y="2577416"/>
                  <a:pt x="2658087" y="2627190"/>
                </a:cubicBezTo>
                <a:cubicBezTo>
                  <a:pt x="2632905" y="2607746"/>
                  <a:pt x="2614117" y="2587655"/>
                  <a:pt x="2598337" y="2567361"/>
                </a:cubicBezTo>
                <a:lnTo>
                  <a:pt x="2580219" y="2540834"/>
                </a:lnTo>
                <a:lnTo>
                  <a:pt x="2534335" y="2489658"/>
                </a:lnTo>
                <a:cubicBezTo>
                  <a:pt x="2501929" y="2453429"/>
                  <a:pt x="2475453" y="2423721"/>
                  <a:pt x="2446162" y="2391249"/>
                </a:cubicBezTo>
                <a:cubicBezTo>
                  <a:pt x="2478821" y="2347728"/>
                  <a:pt x="2503309" y="2330168"/>
                  <a:pt x="2527329" y="2314144"/>
                </a:cubicBezTo>
                <a:lnTo>
                  <a:pt x="2556975" y="2293161"/>
                </a:lnTo>
                <a:lnTo>
                  <a:pt x="2564239" y="2286993"/>
                </a:lnTo>
                <a:cubicBezTo>
                  <a:pt x="2577059" y="2275471"/>
                  <a:pt x="2590601" y="2262413"/>
                  <a:pt x="2605688" y="2246262"/>
                </a:cubicBezTo>
                <a:cubicBezTo>
                  <a:pt x="2863254" y="1926482"/>
                  <a:pt x="3161168" y="1774274"/>
                  <a:pt x="3509491" y="1711056"/>
                </a:cubicBezTo>
                <a:lnTo>
                  <a:pt x="3680797" y="1688855"/>
                </a:lnTo>
                <a:lnTo>
                  <a:pt x="3720628" y="1588237"/>
                </a:lnTo>
                <a:lnTo>
                  <a:pt x="3772562" y="1429972"/>
                </a:lnTo>
                <a:lnTo>
                  <a:pt x="3789304" y="1368625"/>
                </a:lnTo>
                <a:lnTo>
                  <a:pt x="3812099" y="1284448"/>
                </a:lnTo>
                <a:cubicBezTo>
                  <a:pt x="3834084" y="1206008"/>
                  <a:pt x="3849594" y="1155638"/>
                  <a:pt x="3866366" y="1096750"/>
                </a:cubicBezTo>
                <a:lnTo>
                  <a:pt x="3887792" y="1018169"/>
                </a:lnTo>
                <a:lnTo>
                  <a:pt x="3887978" y="1017016"/>
                </a:lnTo>
                <a:cubicBezTo>
                  <a:pt x="3894129" y="900716"/>
                  <a:pt x="3999929" y="686402"/>
                  <a:pt x="4019042" y="547623"/>
                </a:cubicBezTo>
                <a:lnTo>
                  <a:pt x="4027067" y="512261"/>
                </a:lnTo>
                <a:lnTo>
                  <a:pt x="4034169" y="468481"/>
                </a:lnTo>
                <a:cubicBezTo>
                  <a:pt x="4065956" y="324599"/>
                  <a:pt x="4156053" y="149463"/>
                  <a:pt x="4171950" y="0"/>
                </a:cubicBezTo>
                <a:cubicBezTo>
                  <a:pt x="4204517" y="116157"/>
                  <a:pt x="4237658" y="263293"/>
                  <a:pt x="4313936" y="508508"/>
                </a:cubicBezTo>
                <a:lnTo>
                  <a:pt x="4319816" y="528921"/>
                </a:lnTo>
                <a:lnTo>
                  <a:pt x="4348204" y="586816"/>
                </a:lnTo>
                <a:cubicBezTo>
                  <a:pt x="4371386" y="648580"/>
                  <a:pt x="4379425" y="718387"/>
                  <a:pt x="4387925" y="787266"/>
                </a:cubicBezTo>
                <a:lnTo>
                  <a:pt x="4400935" y="865567"/>
                </a:lnTo>
                <a:lnTo>
                  <a:pt x="4410526" y="891030"/>
                </a:lnTo>
                <a:cubicBezTo>
                  <a:pt x="4416998" y="905932"/>
                  <a:pt x="4424710" y="921663"/>
                  <a:pt x="4434078" y="938783"/>
                </a:cubicBezTo>
                <a:cubicBezTo>
                  <a:pt x="4452815" y="973024"/>
                  <a:pt x="4464585" y="1010695"/>
                  <a:pt x="4473233" y="1050442"/>
                </a:cubicBezTo>
                <a:lnTo>
                  <a:pt x="4475441" y="1063864"/>
                </a:lnTo>
                <a:lnTo>
                  <a:pt x="4493127" y="1098197"/>
                </a:lnTo>
                <a:cubicBezTo>
                  <a:pt x="4502038" y="1122313"/>
                  <a:pt x="4509520" y="1149854"/>
                  <a:pt x="4516297" y="1180377"/>
                </a:cubicBezTo>
                <a:lnTo>
                  <a:pt x="4554145" y="1395110"/>
                </a:lnTo>
                <a:lnTo>
                  <a:pt x="4570603" y="1427734"/>
                </a:lnTo>
                <a:cubicBezTo>
                  <a:pt x="4607393" y="1487788"/>
                  <a:pt x="4621710" y="1551856"/>
                  <a:pt x="4631091" y="1617935"/>
                </a:cubicBezTo>
                <a:lnTo>
                  <a:pt x="4641404" y="1700341"/>
                </a:lnTo>
                <a:lnTo>
                  <a:pt x="4697906" y="1707982"/>
                </a:lnTo>
                <a:cubicBezTo>
                  <a:pt x="4858389" y="1740958"/>
                  <a:pt x="5011320" y="1794497"/>
                  <a:pt x="5157418" y="1862946"/>
                </a:cubicBezTo>
                <a:lnTo>
                  <a:pt x="5231870" y="1902292"/>
                </a:lnTo>
                <a:lnTo>
                  <a:pt x="5393582" y="1961815"/>
                </a:lnTo>
                <a:cubicBezTo>
                  <a:pt x="5623979" y="2061943"/>
                  <a:pt x="5825721" y="2201992"/>
                  <a:pt x="5957710" y="2407329"/>
                </a:cubicBezTo>
                <a:cubicBezTo>
                  <a:pt x="5968423" y="2413890"/>
                  <a:pt x="5969678" y="2426106"/>
                  <a:pt x="5981566" y="2433577"/>
                </a:cubicBezTo>
                <a:close/>
                <a:moveTo>
                  <a:pt x="8343900" y="4171949"/>
                </a:moveTo>
                <a:cubicBezTo>
                  <a:pt x="8249953" y="4222598"/>
                  <a:pt x="8188159" y="4231835"/>
                  <a:pt x="8126963" y="4238810"/>
                </a:cubicBezTo>
                <a:lnTo>
                  <a:pt x="8103601" y="4242158"/>
                </a:lnTo>
                <a:lnTo>
                  <a:pt x="8003131" y="4263512"/>
                </a:lnTo>
                <a:cubicBezTo>
                  <a:pt x="7966440" y="4272240"/>
                  <a:pt x="7934988" y="4281445"/>
                  <a:pt x="7913624" y="4292091"/>
                </a:cubicBezTo>
                <a:cubicBezTo>
                  <a:pt x="7867850" y="4312889"/>
                  <a:pt x="7821022" y="4326135"/>
                  <a:pt x="7774874" y="4335725"/>
                </a:cubicBezTo>
                <a:lnTo>
                  <a:pt x="7753851" y="4339113"/>
                </a:lnTo>
                <a:lnTo>
                  <a:pt x="7723335" y="4346366"/>
                </a:lnTo>
                <a:cubicBezTo>
                  <a:pt x="7642153" y="4364734"/>
                  <a:pt x="7546168" y="4386854"/>
                  <a:pt x="7444232" y="4423155"/>
                </a:cubicBezTo>
                <a:lnTo>
                  <a:pt x="7423270" y="4429544"/>
                </a:lnTo>
                <a:lnTo>
                  <a:pt x="7383432" y="4455880"/>
                </a:lnTo>
                <a:cubicBezTo>
                  <a:pt x="7340630" y="4476924"/>
                  <a:pt x="7293046" y="4481227"/>
                  <a:pt x="7239790" y="4486028"/>
                </a:cubicBezTo>
                <a:lnTo>
                  <a:pt x="7210756" y="4488978"/>
                </a:lnTo>
                <a:lnTo>
                  <a:pt x="7154619" y="4502496"/>
                </a:lnTo>
                <a:lnTo>
                  <a:pt x="7033128" y="4531833"/>
                </a:lnTo>
                <a:lnTo>
                  <a:pt x="6994398" y="4548758"/>
                </a:lnTo>
                <a:cubicBezTo>
                  <a:pt x="6889446" y="4603928"/>
                  <a:pt x="6792745" y="4623203"/>
                  <a:pt x="6682085" y="4644917"/>
                </a:cubicBezTo>
                <a:lnTo>
                  <a:pt x="6630532" y="4655547"/>
                </a:lnTo>
                <a:lnTo>
                  <a:pt x="6594044" y="4795756"/>
                </a:lnTo>
                <a:cubicBezTo>
                  <a:pt x="6574095" y="4859443"/>
                  <a:pt x="6551319" y="4921522"/>
                  <a:pt x="6526035" y="4982261"/>
                </a:cubicBezTo>
                <a:lnTo>
                  <a:pt x="6523940" y="4986615"/>
                </a:lnTo>
                <a:lnTo>
                  <a:pt x="6493463" y="5094093"/>
                </a:lnTo>
                <a:cubicBezTo>
                  <a:pt x="6345745" y="5542950"/>
                  <a:pt x="6123377" y="5882840"/>
                  <a:pt x="5780491" y="6097637"/>
                </a:cubicBezTo>
                <a:cubicBezTo>
                  <a:pt x="5779534" y="6098863"/>
                  <a:pt x="5777801" y="6099121"/>
                  <a:pt x="5777375" y="6099966"/>
                </a:cubicBezTo>
                <a:cubicBezTo>
                  <a:pt x="5707473" y="6054124"/>
                  <a:pt x="5688366" y="5991676"/>
                  <a:pt x="5633955" y="5927401"/>
                </a:cubicBezTo>
                <a:lnTo>
                  <a:pt x="5604490" y="5896320"/>
                </a:lnTo>
                <a:lnTo>
                  <a:pt x="5564588" y="5863065"/>
                </a:lnTo>
                <a:cubicBezTo>
                  <a:pt x="5570713" y="5857099"/>
                  <a:pt x="5574370" y="5856502"/>
                  <a:pt x="5578532" y="5852638"/>
                </a:cubicBezTo>
                <a:cubicBezTo>
                  <a:pt x="5861667" y="5587671"/>
                  <a:pt x="6141225" y="5211337"/>
                  <a:pt x="6281845" y="4712303"/>
                </a:cubicBezTo>
                <a:lnTo>
                  <a:pt x="6322582" y="4530162"/>
                </a:lnTo>
                <a:lnTo>
                  <a:pt x="6347086" y="4396020"/>
                </a:lnTo>
                <a:cubicBezTo>
                  <a:pt x="6358114" y="4319446"/>
                  <a:pt x="6366051" y="4244392"/>
                  <a:pt x="6371140" y="4171949"/>
                </a:cubicBezTo>
                <a:cubicBezTo>
                  <a:pt x="6320145" y="3918552"/>
                  <a:pt x="6296729" y="3673035"/>
                  <a:pt x="6244762" y="3464109"/>
                </a:cubicBezTo>
                <a:lnTo>
                  <a:pt x="6211873" y="3350837"/>
                </a:lnTo>
                <a:lnTo>
                  <a:pt x="6168434" y="3251005"/>
                </a:lnTo>
                <a:cubicBezTo>
                  <a:pt x="6149247" y="3210430"/>
                  <a:pt x="6129128" y="3171221"/>
                  <a:pt x="6108261" y="3133761"/>
                </a:cubicBezTo>
                <a:cubicBezTo>
                  <a:pt x="6058208" y="3079435"/>
                  <a:pt x="6055968" y="3037659"/>
                  <a:pt x="6009748" y="2971604"/>
                </a:cubicBezTo>
                <a:cubicBezTo>
                  <a:pt x="6097377" y="2853495"/>
                  <a:pt x="6159033" y="2839980"/>
                  <a:pt x="6248111" y="2757503"/>
                </a:cubicBezTo>
                <a:cubicBezTo>
                  <a:pt x="6254231" y="2764828"/>
                  <a:pt x="6259195" y="2772947"/>
                  <a:pt x="6262439" y="2776664"/>
                </a:cubicBezTo>
                <a:cubicBezTo>
                  <a:pt x="6414343" y="2973581"/>
                  <a:pt x="6582156" y="3253603"/>
                  <a:pt x="6658752" y="3593042"/>
                </a:cubicBezTo>
                <a:lnTo>
                  <a:pt x="6678545" y="3707443"/>
                </a:lnTo>
                <a:lnTo>
                  <a:pt x="6702225" y="3715341"/>
                </a:lnTo>
                <a:cubicBezTo>
                  <a:pt x="6730727" y="3724429"/>
                  <a:pt x="6761891" y="3733729"/>
                  <a:pt x="6797905" y="3743204"/>
                </a:cubicBezTo>
                <a:lnTo>
                  <a:pt x="6850687" y="3755989"/>
                </a:lnTo>
                <a:lnTo>
                  <a:pt x="6857492" y="3756913"/>
                </a:lnTo>
                <a:cubicBezTo>
                  <a:pt x="6972133" y="3766585"/>
                  <a:pt x="7050760" y="3795640"/>
                  <a:pt x="7124976" y="3825498"/>
                </a:cubicBezTo>
                <a:lnTo>
                  <a:pt x="7161717" y="3839630"/>
                </a:lnTo>
                <a:lnTo>
                  <a:pt x="7237365" y="3863253"/>
                </a:lnTo>
                <a:cubicBezTo>
                  <a:pt x="7270855" y="3873389"/>
                  <a:pt x="7305952" y="3883380"/>
                  <a:pt x="7346442" y="3893438"/>
                </a:cubicBezTo>
                <a:lnTo>
                  <a:pt x="7356648" y="3896701"/>
                </a:lnTo>
                <a:lnTo>
                  <a:pt x="7366000" y="3898899"/>
                </a:lnTo>
                <a:cubicBezTo>
                  <a:pt x="7511502" y="3918224"/>
                  <a:pt x="7664021" y="3979160"/>
                  <a:pt x="7776761" y="4015372"/>
                </a:cubicBezTo>
                <a:lnTo>
                  <a:pt x="7789230" y="4019086"/>
                </a:lnTo>
                <a:lnTo>
                  <a:pt x="7796276" y="4019041"/>
                </a:lnTo>
                <a:cubicBezTo>
                  <a:pt x="7923656" y="4004911"/>
                  <a:pt x="8114133" y="4132269"/>
                  <a:pt x="8343900" y="417194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0752D76C-F0C1-4DCC-B1FE-97EA28D5BB9E}"/>
              </a:ext>
            </a:extLst>
          </p:cNvPr>
          <p:cNvGrpSpPr/>
          <p:nvPr/>
        </p:nvGrpSpPr>
        <p:grpSpPr>
          <a:xfrm rot="19828201">
            <a:off x="1837919" y="1739110"/>
            <a:ext cx="1415325" cy="1489211"/>
            <a:chOff x="5193909" y="2479815"/>
            <a:chExt cx="1804182" cy="1898368"/>
          </a:xfrm>
        </p:grpSpPr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5E2512DE-D644-4CD0-9BC0-FD19CE5EF457}"/>
                </a:ext>
              </a:extLst>
            </p:cNvPr>
            <p:cNvSpPr/>
            <p:nvPr/>
          </p:nvSpPr>
          <p:spPr>
            <a:xfrm>
              <a:off x="5617456" y="3093772"/>
              <a:ext cx="1188315" cy="11883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0281A883-234E-417F-88BD-507B39C69C75}"/>
                </a:ext>
              </a:extLst>
            </p:cNvPr>
            <p:cNvSpPr/>
            <p:nvPr/>
          </p:nvSpPr>
          <p:spPr>
            <a:xfrm rot="18916223">
              <a:off x="5193909" y="2479815"/>
              <a:ext cx="1804182" cy="1898368"/>
            </a:xfrm>
            <a:custGeom>
              <a:avLst/>
              <a:gdLst>
                <a:gd name="connsiteX0" fmla="*/ 2869038 w 4877140"/>
                <a:gd name="connsiteY0" fmla="*/ 3080405 h 5131748"/>
                <a:gd name="connsiteX1" fmla="*/ 2873804 w 4877140"/>
                <a:gd name="connsiteY1" fmla="*/ 4090238 h 5131748"/>
                <a:gd name="connsiteX2" fmla="*/ 1863970 w 4877140"/>
                <a:gd name="connsiteY2" fmla="*/ 4095004 h 5131748"/>
                <a:gd name="connsiteX3" fmla="*/ 1859205 w 4877140"/>
                <a:gd name="connsiteY3" fmla="*/ 3085170 h 5131748"/>
                <a:gd name="connsiteX4" fmla="*/ 2869038 w 4877140"/>
                <a:gd name="connsiteY4" fmla="*/ 3080405 h 5131748"/>
                <a:gd name="connsiteX5" fmla="*/ 3186981 w 4877140"/>
                <a:gd name="connsiteY5" fmla="*/ 2499237 h 5131748"/>
                <a:gd name="connsiteX6" fmla="*/ 1379362 w 4877140"/>
                <a:gd name="connsiteY6" fmla="*/ 2507767 h 5131748"/>
                <a:gd name="connsiteX7" fmla="*/ 1387893 w 4877140"/>
                <a:gd name="connsiteY7" fmla="*/ 4315386 h 5131748"/>
                <a:gd name="connsiteX8" fmla="*/ 3195512 w 4877140"/>
                <a:gd name="connsiteY8" fmla="*/ 4306856 h 5131748"/>
                <a:gd name="connsiteX9" fmla="*/ 3186981 w 4877140"/>
                <a:gd name="connsiteY9" fmla="*/ 2499237 h 5131748"/>
                <a:gd name="connsiteX10" fmla="*/ 4151814 w 4877140"/>
                <a:gd name="connsiteY10" fmla="*/ 776412 h 5131748"/>
                <a:gd name="connsiteX11" fmla="*/ 4014279 w 4877140"/>
                <a:gd name="connsiteY11" fmla="*/ 1547372 h 5131748"/>
                <a:gd name="connsiteX12" fmla="*/ 4031405 w 4877140"/>
                <a:gd name="connsiteY12" fmla="*/ 1570438 h 5131748"/>
                <a:gd name="connsiteX13" fmla="*/ 4877140 w 4877140"/>
                <a:gd name="connsiteY13" fmla="*/ 1519677 h 5131748"/>
                <a:gd name="connsiteX14" fmla="*/ 4337623 w 4877140"/>
                <a:gd name="connsiteY14" fmla="*/ 2143916 h 5131748"/>
                <a:gd name="connsiteX15" fmla="*/ 4375309 w 4877140"/>
                <a:gd name="connsiteY15" fmla="*/ 2250050 h 5131748"/>
                <a:gd name="connsiteX16" fmla="*/ 3823166 w 4877140"/>
                <a:gd name="connsiteY16" fmla="*/ 4469597 h 5131748"/>
                <a:gd name="connsiteX17" fmla="*/ 662151 w 4877140"/>
                <a:gd name="connsiteY17" fmla="*/ 4484514 h 5131748"/>
                <a:gd name="connsiteX18" fmla="*/ 647234 w 4877140"/>
                <a:gd name="connsiteY18" fmla="*/ 1323499 h 5131748"/>
                <a:gd name="connsiteX19" fmla="*/ 2224652 w 4877140"/>
                <a:gd name="connsiteY19" fmla="*/ 661373 h 5131748"/>
                <a:gd name="connsiteX20" fmla="*/ 2397608 w 4877140"/>
                <a:gd name="connsiteY20" fmla="*/ 668813 h 5131748"/>
                <a:gd name="connsiteX21" fmla="*/ 2679638 w 4877140"/>
                <a:gd name="connsiteY21" fmla="*/ 0 h 5131748"/>
                <a:gd name="connsiteX22" fmla="*/ 3018964 w 4877140"/>
                <a:gd name="connsiteY22" fmla="*/ 804687 h 5131748"/>
                <a:gd name="connsiteX23" fmla="*/ 3062948 w 4877140"/>
                <a:gd name="connsiteY23" fmla="*/ 819839 h 5131748"/>
                <a:gd name="connsiteX24" fmla="*/ 3559736 w 4877140"/>
                <a:gd name="connsiteY24" fmla="*/ 237953 h 5131748"/>
                <a:gd name="connsiteX25" fmla="*/ 3640907 w 4877140"/>
                <a:gd name="connsiteY25" fmla="*/ 1123053 h 513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877140" h="5131748">
                  <a:moveTo>
                    <a:pt x="2869038" y="3080405"/>
                  </a:moveTo>
                  <a:cubicBezTo>
                    <a:pt x="3149212" y="3357947"/>
                    <a:pt x="3151346" y="3810065"/>
                    <a:pt x="2873804" y="4090238"/>
                  </a:cubicBezTo>
                  <a:cubicBezTo>
                    <a:pt x="2596262" y="4370412"/>
                    <a:pt x="2144144" y="4372546"/>
                    <a:pt x="1863970" y="4095004"/>
                  </a:cubicBezTo>
                  <a:cubicBezTo>
                    <a:pt x="1583797" y="3817462"/>
                    <a:pt x="1581663" y="3365344"/>
                    <a:pt x="1859205" y="3085170"/>
                  </a:cubicBezTo>
                  <a:cubicBezTo>
                    <a:pt x="2136747" y="2804997"/>
                    <a:pt x="2588864" y="2802863"/>
                    <a:pt x="2869038" y="3080405"/>
                  </a:cubicBezTo>
                  <a:close/>
                  <a:moveTo>
                    <a:pt x="3186981" y="2499237"/>
                  </a:moveTo>
                  <a:cubicBezTo>
                    <a:pt x="2685466" y="2002432"/>
                    <a:pt x="1876167" y="2006251"/>
                    <a:pt x="1379362" y="2507767"/>
                  </a:cubicBezTo>
                  <a:cubicBezTo>
                    <a:pt x="882558" y="3009283"/>
                    <a:pt x="886377" y="3818582"/>
                    <a:pt x="1387893" y="4315386"/>
                  </a:cubicBezTo>
                  <a:cubicBezTo>
                    <a:pt x="1889408" y="4812191"/>
                    <a:pt x="2698707" y="4808372"/>
                    <a:pt x="3195512" y="4306856"/>
                  </a:cubicBezTo>
                  <a:cubicBezTo>
                    <a:pt x="3692316" y="3805340"/>
                    <a:pt x="3688497" y="2996041"/>
                    <a:pt x="3186981" y="2499237"/>
                  </a:cubicBezTo>
                  <a:close/>
                  <a:moveTo>
                    <a:pt x="4151814" y="776412"/>
                  </a:moveTo>
                  <a:lnTo>
                    <a:pt x="4014279" y="1547372"/>
                  </a:lnTo>
                  <a:lnTo>
                    <a:pt x="4031405" y="1570438"/>
                  </a:lnTo>
                  <a:lnTo>
                    <a:pt x="4877140" y="1519677"/>
                  </a:lnTo>
                  <a:lnTo>
                    <a:pt x="4337623" y="2143916"/>
                  </a:lnTo>
                  <a:lnTo>
                    <a:pt x="4375309" y="2250050"/>
                  </a:lnTo>
                  <a:cubicBezTo>
                    <a:pt x="4603939" y="3009314"/>
                    <a:pt x="4420446" y="3866653"/>
                    <a:pt x="3823166" y="4469597"/>
                  </a:cubicBezTo>
                  <a:cubicBezTo>
                    <a:pt x="2954395" y="5346607"/>
                    <a:pt x="1539160" y="5353285"/>
                    <a:pt x="662151" y="4484514"/>
                  </a:cubicBezTo>
                  <a:cubicBezTo>
                    <a:pt x="-214859" y="3615743"/>
                    <a:pt x="-221537" y="2200509"/>
                    <a:pt x="647234" y="1323499"/>
                  </a:cubicBezTo>
                  <a:cubicBezTo>
                    <a:pt x="1081619" y="884994"/>
                    <a:pt x="1652621" y="664073"/>
                    <a:pt x="2224652" y="661373"/>
                  </a:cubicBezTo>
                  <a:lnTo>
                    <a:pt x="2397608" y="668813"/>
                  </a:lnTo>
                  <a:lnTo>
                    <a:pt x="2679638" y="0"/>
                  </a:lnTo>
                  <a:lnTo>
                    <a:pt x="3018964" y="804687"/>
                  </a:lnTo>
                  <a:lnTo>
                    <a:pt x="3062948" y="819839"/>
                  </a:lnTo>
                  <a:lnTo>
                    <a:pt x="3559736" y="237953"/>
                  </a:lnTo>
                  <a:lnTo>
                    <a:pt x="3640907" y="1123053"/>
                  </a:lnTo>
                  <a:close/>
                </a:path>
              </a:pathLst>
            </a:custGeom>
            <a:ln w="7620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5" name="Rectángulo: esquinas redondeadas 4">
            <a:hlinkClick r:id="rId2" action="ppaction://hlinksldjump">
              <a:snd r:embed="rId3" name="click.wav"/>
            </a:hlinkClick>
            <a:extLst>
              <a:ext uri="{FF2B5EF4-FFF2-40B4-BE49-F238E27FC236}">
                <a16:creationId xmlns:a16="http://schemas.microsoft.com/office/drawing/2014/main" id="{7AE64BE3-8B88-4FB1-9DD0-DE57DA14D488}"/>
              </a:ext>
            </a:extLst>
          </p:cNvPr>
          <p:cNvSpPr/>
          <p:nvPr/>
        </p:nvSpPr>
        <p:spPr>
          <a:xfrm>
            <a:off x="9606257" y="4858935"/>
            <a:ext cx="1651000" cy="825500"/>
          </a:xfrm>
          <a:prstGeom prst="roundRect">
            <a:avLst/>
          </a:prstGeom>
          <a:solidFill>
            <a:srgbClr val="595959"/>
          </a:solidFill>
          <a:ln cap="flat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4000" dirty="0">
                <a:solidFill>
                  <a:srgbClr val="C9C9C9"/>
                </a:solidFill>
                <a:latin typeface="Arial Black" panose="020B0A04020102020204" pitchFamily="34" charset="0"/>
              </a:rPr>
              <a:t>Play</a:t>
            </a:r>
            <a:endParaRPr lang="es-US" sz="4000" dirty="0">
              <a:solidFill>
                <a:srgbClr val="C9C9C9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Rectángulo: esquinas redondeadas 15">
            <a:hlinkClick r:id="rId4" action="ppaction://hlinksldjump">
              <a:snd r:embed="rId3" name="click.wav"/>
            </a:hlinkClick>
            <a:extLst>
              <a:ext uri="{FF2B5EF4-FFF2-40B4-BE49-F238E27FC236}">
                <a16:creationId xmlns:a16="http://schemas.microsoft.com/office/drawing/2014/main" id="{668A007A-BF82-4E30-AC07-75C122260C31}"/>
              </a:ext>
            </a:extLst>
          </p:cNvPr>
          <p:cNvSpPr/>
          <p:nvPr/>
        </p:nvSpPr>
        <p:spPr>
          <a:xfrm>
            <a:off x="4876584" y="4858935"/>
            <a:ext cx="2124080" cy="825500"/>
          </a:xfrm>
          <a:prstGeom prst="round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4000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</a:rPr>
              <a:t>Volver</a:t>
            </a:r>
            <a:endParaRPr lang="es-US" sz="4000" dirty="0">
              <a:solidFill>
                <a:schemeClr val="bg2">
                  <a:lumMod val="9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375A4486-15E6-42E1-9195-6606659B0E1A}"/>
              </a:ext>
            </a:extLst>
          </p:cNvPr>
          <p:cNvSpPr/>
          <p:nvPr/>
        </p:nvSpPr>
        <p:spPr>
          <a:xfrm>
            <a:off x="5598934" y="1975715"/>
            <a:ext cx="5159342" cy="1679288"/>
          </a:xfrm>
          <a:custGeom>
            <a:avLst/>
            <a:gdLst>
              <a:gd name="connsiteX0" fmla="*/ 4326012 w 5159342"/>
              <a:gd name="connsiteY0" fmla="*/ 160 h 1679288"/>
              <a:gd name="connsiteX1" fmla="*/ 4865676 w 5159342"/>
              <a:gd name="connsiteY1" fmla="*/ 14354 h 1679288"/>
              <a:gd name="connsiteX2" fmla="*/ 5005632 w 5159342"/>
              <a:gd name="connsiteY2" fmla="*/ 147481 h 1679288"/>
              <a:gd name="connsiteX3" fmla="*/ 5015066 w 5159342"/>
              <a:gd name="connsiteY3" fmla="*/ 157587 h 1679288"/>
              <a:gd name="connsiteX4" fmla="*/ 5022746 w 5159342"/>
              <a:gd name="connsiteY4" fmla="*/ 165283 h 1679288"/>
              <a:gd name="connsiteX5" fmla="*/ 5138821 w 5159342"/>
              <a:gd name="connsiteY5" fmla="*/ 287499 h 1679288"/>
              <a:gd name="connsiteX6" fmla="*/ 5138821 w 5159342"/>
              <a:gd name="connsiteY6" fmla="*/ 997659 h 1679288"/>
              <a:gd name="connsiteX7" fmla="*/ 5135878 w 5159342"/>
              <a:gd name="connsiteY7" fmla="*/ 1047230 h 1679288"/>
              <a:gd name="connsiteX8" fmla="*/ 5135722 w 5159342"/>
              <a:gd name="connsiteY8" fmla="*/ 1097342 h 1679288"/>
              <a:gd name="connsiteX9" fmla="*/ 5138821 w 5159342"/>
              <a:gd name="connsiteY9" fmla="*/ 1653191 h 1679288"/>
              <a:gd name="connsiteX10" fmla="*/ 4658458 w 5159342"/>
              <a:gd name="connsiteY10" fmla="*/ 1654859 h 1679288"/>
              <a:gd name="connsiteX11" fmla="*/ 4581256 w 5159342"/>
              <a:gd name="connsiteY11" fmla="*/ 1654252 h 1679288"/>
              <a:gd name="connsiteX12" fmla="*/ 4540234 w 5159342"/>
              <a:gd name="connsiteY12" fmla="*/ 1654870 h 1679288"/>
              <a:gd name="connsiteX13" fmla="*/ 4113011 w 5159342"/>
              <a:gd name="connsiteY13" fmla="*/ 1653191 h 1679288"/>
              <a:gd name="connsiteX14" fmla="*/ 3787282 w 5159342"/>
              <a:gd name="connsiteY14" fmla="*/ 1657669 h 1679288"/>
              <a:gd name="connsiteX15" fmla="*/ 3767464 w 5159342"/>
              <a:gd name="connsiteY15" fmla="*/ 1658018 h 1679288"/>
              <a:gd name="connsiteX16" fmla="*/ 3722176 w 5159342"/>
              <a:gd name="connsiteY16" fmla="*/ 1660472 h 1679288"/>
              <a:gd name="connsiteX17" fmla="*/ 3697292 w 5159342"/>
              <a:gd name="connsiteY17" fmla="*/ 1659255 h 1679288"/>
              <a:gd name="connsiteX18" fmla="*/ 3620786 w 5159342"/>
              <a:gd name="connsiteY18" fmla="*/ 1660604 h 1679288"/>
              <a:gd name="connsiteX19" fmla="*/ 3471880 w 5159342"/>
              <a:gd name="connsiteY19" fmla="*/ 1653191 h 1679288"/>
              <a:gd name="connsiteX20" fmla="*/ 3420954 w 5159342"/>
              <a:gd name="connsiteY20" fmla="*/ 1650853 h 1679288"/>
              <a:gd name="connsiteX21" fmla="*/ 3369299 w 5159342"/>
              <a:gd name="connsiteY21" fmla="*/ 1653191 h 1679288"/>
              <a:gd name="connsiteX22" fmla="*/ 2779459 w 5159342"/>
              <a:gd name="connsiteY22" fmla="*/ 1653191 h 1679288"/>
              <a:gd name="connsiteX23" fmla="*/ 2644269 w 5159342"/>
              <a:gd name="connsiteY23" fmla="*/ 1649547 h 1679288"/>
              <a:gd name="connsiteX24" fmla="*/ 2514692 w 5159342"/>
              <a:gd name="connsiteY24" fmla="*/ 1653880 h 1679288"/>
              <a:gd name="connsiteX25" fmla="*/ 2458213 w 5159342"/>
              <a:gd name="connsiteY25" fmla="*/ 1656353 h 1679288"/>
              <a:gd name="connsiteX26" fmla="*/ 2442696 w 5159342"/>
              <a:gd name="connsiteY26" fmla="*/ 1655925 h 1679288"/>
              <a:gd name="connsiteX27" fmla="*/ 2321188 w 5159342"/>
              <a:gd name="connsiteY27" fmla="*/ 1659072 h 1679288"/>
              <a:gd name="connsiteX28" fmla="*/ 2138328 w 5159342"/>
              <a:gd name="connsiteY28" fmla="*/ 1653191 h 1679288"/>
              <a:gd name="connsiteX29" fmla="*/ 1938761 w 5159342"/>
              <a:gd name="connsiteY29" fmla="*/ 1643667 h 1679288"/>
              <a:gd name="connsiteX30" fmla="*/ 1908864 w 5159342"/>
              <a:gd name="connsiteY30" fmla="*/ 1643423 h 1679288"/>
              <a:gd name="connsiteX31" fmla="*/ 1753649 w 5159342"/>
              <a:gd name="connsiteY31" fmla="*/ 1653191 h 1679288"/>
              <a:gd name="connsiteX32" fmla="*/ 1485334 w 5159342"/>
              <a:gd name="connsiteY32" fmla="*/ 1654006 h 1679288"/>
              <a:gd name="connsiteX33" fmla="*/ 1437109 w 5159342"/>
              <a:gd name="connsiteY33" fmla="*/ 1651116 h 1679288"/>
              <a:gd name="connsiteX34" fmla="*/ 1394616 w 5159342"/>
              <a:gd name="connsiteY34" fmla="*/ 1653191 h 1679288"/>
              <a:gd name="connsiteX35" fmla="*/ 1267734 w 5159342"/>
              <a:gd name="connsiteY35" fmla="*/ 1656653 h 1679288"/>
              <a:gd name="connsiteX36" fmla="*/ 1277086 w 5159342"/>
              <a:gd name="connsiteY36" fmla="*/ 1611166 h 1679288"/>
              <a:gd name="connsiteX37" fmla="*/ 1319438 w 5159342"/>
              <a:gd name="connsiteY37" fmla="*/ 1602390 h 1679288"/>
              <a:gd name="connsiteX38" fmla="*/ 1365551 w 5159342"/>
              <a:gd name="connsiteY38" fmla="*/ 1590020 h 1679288"/>
              <a:gd name="connsiteX39" fmla="*/ 1413245 w 5159342"/>
              <a:gd name="connsiteY39" fmla="*/ 1567492 h 1679288"/>
              <a:gd name="connsiteX40" fmla="*/ 1431881 w 5159342"/>
              <a:gd name="connsiteY40" fmla="*/ 1562218 h 1679288"/>
              <a:gd name="connsiteX41" fmla="*/ 1641984 w 5159342"/>
              <a:gd name="connsiteY41" fmla="*/ 1503553 h 1679288"/>
              <a:gd name="connsiteX42" fmla="*/ 1646753 w 5159342"/>
              <a:gd name="connsiteY42" fmla="*/ 1501791 h 1679288"/>
              <a:gd name="connsiteX43" fmla="*/ 1669390 w 5159342"/>
              <a:gd name="connsiteY43" fmla="*/ 1494770 h 1679288"/>
              <a:gd name="connsiteX44" fmla="*/ 1870357 w 5159342"/>
              <a:gd name="connsiteY44" fmla="*/ 1439786 h 1679288"/>
              <a:gd name="connsiteX45" fmla="*/ 1902663 w 5159342"/>
              <a:gd name="connsiteY45" fmla="*/ 1425835 h 1679288"/>
              <a:gd name="connsiteX46" fmla="*/ 1928717 w 5159342"/>
              <a:gd name="connsiteY46" fmla="*/ 1417696 h 1679288"/>
              <a:gd name="connsiteX47" fmla="*/ 1935356 w 5159342"/>
              <a:gd name="connsiteY47" fmla="*/ 1416044 h 1679288"/>
              <a:gd name="connsiteX48" fmla="*/ 1984245 w 5159342"/>
              <a:gd name="connsiteY48" fmla="*/ 1406913 h 1679288"/>
              <a:gd name="connsiteX49" fmla="*/ 2080460 w 5159342"/>
              <a:gd name="connsiteY49" fmla="*/ 1381121 h 1679288"/>
              <a:gd name="connsiteX50" fmla="*/ 1842952 w 5159342"/>
              <a:gd name="connsiteY50" fmla="*/ 1314804 h 1679288"/>
              <a:gd name="connsiteX51" fmla="*/ 1834098 w 5159342"/>
              <a:gd name="connsiteY51" fmla="*/ 1313756 h 1679288"/>
              <a:gd name="connsiteX52" fmla="*/ 1825673 w 5159342"/>
              <a:gd name="connsiteY52" fmla="*/ 1310400 h 1679288"/>
              <a:gd name="connsiteX53" fmla="*/ 1806413 w 5159342"/>
              <a:gd name="connsiteY53" fmla="*/ 1304601 h 1679288"/>
              <a:gd name="connsiteX54" fmla="*/ 1765041 w 5159342"/>
              <a:gd name="connsiteY54" fmla="*/ 1293470 h 1679288"/>
              <a:gd name="connsiteX55" fmla="*/ 1754377 w 5159342"/>
              <a:gd name="connsiteY55" fmla="*/ 1290168 h 1679288"/>
              <a:gd name="connsiteX56" fmla="*/ 1741001 w 5159342"/>
              <a:gd name="connsiteY56" fmla="*/ 1283693 h 1679288"/>
              <a:gd name="connsiteX57" fmla="*/ 1670135 w 5159342"/>
              <a:gd name="connsiteY57" fmla="*/ 1258675 h 1679288"/>
              <a:gd name="connsiteX58" fmla="*/ 1641353 w 5159342"/>
              <a:gd name="connsiteY58" fmla="*/ 1256717 h 1679288"/>
              <a:gd name="connsiteX59" fmla="*/ 1587174 w 5159342"/>
              <a:gd name="connsiteY59" fmla="*/ 1243385 h 1679288"/>
              <a:gd name="connsiteX60" fmla="*/ 1386206 w 5159342"/>
              <a:gd name="connsiteY60" fmla="*/ 1187271 h 1679288"/>
              <a:gd name="connsiteX61" fmla="*/ 1333317 w 5159342"/>
              <a:gd name="connsiteY61" fmla="*/ 1175831 h 1679288"/>
              <a:gd name="connsiteX62" fmla="*/ 1293947 w 5159342"/>
              <a:gd name="connsiteY62" fmla="*/ 1158951 h 1679288"/>
              <a:gd name="connsiteX63" fmla="*/ 1282764 w 5159342"/>
              <a:gd name="connsiteY63" fmla="*/ 1154655 h 1679288"/>
              <a:gd name="connsiteX64" fmla="*/ 1269538 w 5159342"/>
              <a:gd name="connsiteY64" fmla="*/ 1092235 h 1679288"/>
              <a:gd name="connsiteX65" fmla="*/ 1242895 w 5159342"/>
              <a:gd name="connsiteY65" fmla="*/ 1006240 h 1679288"/>
              <a:gd name="connsiteX66" fmla="*/ 1224109 w 5159342"/>
              <a:gd name="connsiteY66" fmla="*/ 958147 h 1679288"/>
              <a:gd name="connsiteX67" fmla="*/ 1217961 w 5159342"/>
              <a:gd name="connsiteY67" fmla="*/ 938601 h 1679288"/>
              <a:gd name="connsiteX68" fmla="*/ 1156786 w 5159342"/>
              <a:gd name="connsiteY68" fmla="*/ 815657 h 1679288"/>
              <a:gd name="connsiteX69" fmla="*/ 1151220 w 5159342"/>
              <a:gd name="connsiteY69" fmla="*/ 805864 h 1679288"/>
              <a:gd name="connsiteX70" fmla="*/ 1150703 w 5159342"/>
              <a:gd name="connsiteY70" fmla="*/ 805056 h 1679288"/>
              <a:gd name="connsiteX71" fmla="*/ 1150169 w 5159342"/>
              <a:gd name="connsiteY71" fmla="*/ 804126 h 1679288"/>
              <a:gd name="connsiteX72" fmla="*/ 1143818 w 5159342"/>
              <a:gd name="connsiteY72" fmla="*/ 794311 h 1679288"/>
              <a:gd name="connsiteX73" fmla="*/ 1122513 w 5159342"/>
              <a:gd name="connsiteY73" fmla="*/ 818224 h 1679288"/>
              <a:gd name="connsiteX74" fmla="*/ 1097549 w 5159342"/>
              <a:gd name="connsiteY74" fmla="*/ 838986 h 1679288"/>
              <a:gd name="connsiteX75" fmla="*/ 1094202 w 5159342"/>
              <a:gd name="connsiteY75" fmla="*/ 841584 h 1679288"/>
              <a:gd name="connsiteX76" fmla="*/ 1030910 w 5159342"/>
              <a:gd name="connsiteY76" fmla="*/ 895726 h 1679288"/>
              <a:gd name="connsiteX77" fmla="*/ 1043328 w 5159342"/>
              <a:gd name="connsiteY77" fmla="*/ 915049 h 1679288"/>
              <a:gd name="connsiteX78" fmla="*/ 1045839 w 5159342"/>
              <a:gd name="connsiteY78" fmla="*/ 921073 h 1679288"/>
              <a:gd name="connsiteX79" fmla="*/ 1049701 w 5159342"/>
              <a:gd name="connsiteY79" fmla="*/ 930660 h 1679288"/>
              <a:gd name="connsiteX80" fmla="*/ 1053022 w 5159342"/>
              <a:gd name="connsiteY80" fmla="*/ 939502 h 1679288"/>
              <a:gd name="connsiteX81" fmla="*/ 1057845 w 5159342"/>
              <a:gd name="connsiteY81" fmla="*/ 952838 h 1679288"/>
              <a:gd name="connsiteX82" fmla="*/ 1069228 w 5159342"/>
              <a:gd name="connsiteY82" fmla="*/ 975269 h 1679288"/>
              <a:gd name="connsiteX83" fmla="*/ 1123726 w 5159342"/>
              <a:gd name="connsiteY83" fmla="*/ 1150161 h 1679288"/>
              <a:gd name="connsiteX84" fmla="*/ 1131286 w 5159342"/>
              <a:gd name="connsiteY84" fmla="*/ 1201829 h 1679288"/>
              <a:gd name="connsiteX85" fmla="*/ 1138014 w 5159342"/>
              <a:gd name="connsiteY85" fmla="*/ 1259461 h 1679288"/>
              <a:gd name="connsiteX86" fmla="*/ 1149173 w 5159342"/>
              <a:gd name="connsiteY86" fmla="*/ 1371247 h 1679288"/>
              <a:gd name="connsiteX87" fmla="*/ 1121208 w 5159342"/>
              <a:gd name="connsiteY87" fmla="*/ 1534577 h 1679288"/>
              <a:gd name="connsiteX88" fmla="*/ 1082027 w 5159342"/>
              <a:gd name="connsiteY88" fmla="*/ 1666893 h 1679288"/>
              <a:gd name="connsiteX89" fmla="*/ 1035917 w 5159342"/>
              <a:gd name="connsiteY89" fmla="*/ 1669759 h 1679288"/>
              <a:gd name="connsiteX90" fmla="*/ 409646 w 5159342"/>
              <a:gd name="connsiteY90" fmla="*/ 1675937 h 1679288"/>
              <a:gd name="connsiteX91" fmla="*/ 276593 w 5159342"/>
              <a:gd name="connsiteY91" fmla="*/ 1668369 h 1679288"/>
              <a:gd name="connsiteX92" fmla="*/ 241465 w 5159342"/>
              <a:gd name="connsiteY92" fmla="*/ 1668855 h 1679288"/>
              <a:gd name="connsiteX93" fmla="*/ 9773 w 5159342"/>
              <a:gd name="connsiteY93" fmla="*/ 1653191 h 1679288"/>
              <a:gd name="connsiteX94" fmla="*/ 5567 w 5159342"/>
              <a:gd name="connsiteY94" fmla="*/ 1314135 h 1679288"/>
              <a:gd name="connsiteX95" fmla="*/ 8804 w 5159342"/>
              <a:gd name="connsiteY95" fmla="*/ 1238509 h 1679288"/>
              <a:gd name="connsiteX96" fmla="*/ 9930 w 5159342"/>
              <a:gd name="connsiteY96" fmla="*/ 1103430 h 1679288"/>
              <a:gd name="connsiteX97" fmla="*/ 9803 w 5159342"/>
              <a:gd name="connsiteY97" fmla="*/ 984531 h 1679288"/>
              <a:gd name="connsiteX98" fmla="*/ 9773 w 5159342"/>
              <a:gd name="connsiteY98" fmla="*/ 984002 h 1679288"/>
              <a:gd name="connsiteX99" fmla="*/ 5795 w 5159342"/>
              <a:gd name="connsiteY99" fmla="*/ 731086 h 1679288"/>
              <a:gd name="connsiteX100" fmla="*/ 6527 w 5159342"/>
              <a:gd name="connsiteY100" fmla="*/ 705227 h 1679288"/>
              <a:gd name="connsiteX101" fmla="*/ 5958 w 5159342"/>
              <a:gd name="connsiteY101" fmla="*/ 655796 h 1679288"/>
              <a:gd name="connsiteX102" fmla="*/ 7374 w 5159342"/>
              <a:gd name="connsiteY102" fmla="*/ 388997 h 1679288"/>
              <a:gd name="connsiteX103" fmla="*/ 7705 w 5159342"/>
              <a:gd name="connsiteY103" fmla="*/ 374999 h 1679288"/>
              <a:gd name="connsiteX104" fmla="*/ 131875 w 5159342"/>
              <a:gd name="connsiteY104" fmla="*/ 353950 h 1679288"/>
              <a:gd name="connsiteX105" fmla="*/ 236531 w 5159342"/>
              <a:gd name="connsiteY105" fmla="*/ 365184 h 1679288"/>
              <a:gd name="connsiteX106" fmla="*/ 299185 w 5159342"/>
              <a:gd name="connsiteY106" fmla="*/ 376629 h 1679288"/>
              <a:gd name="connsiteX107" fmla="*/ 384257 w 5159342"/>
              <a:gd name="connsiteY107" fmla="*/ 395656 h 1679288"/>
              <a:gd name="connsiteX108" fmla="*/ 916871 w 5159342"/>
              <a:gd name="connsiteY108" fmla="*/ 724151 h 1679288"/>
              <a:gd name="connsiteX109" fmla="*/ 921741 w 5159342"/>
              <a:gd name="connsiteY109" fmla="*/ 730664 h 1679288"/>
              <a:gd name="connsiteX110" fmla="*/ 937274 w 5159342"/>
              <a:gd name="connsiteY110" fmla="*/ 712027 h 1679288"/>
              <a:gd name="connsiteX111" fmla="*/ 951791 w 5159342"/>
              <a:gd name="connsiteY111" fmla="*/ 698265 h 1679288"/>
              <a:gd name="connsiteX112" fmla="*/ 1032390 w 5159342"/>
              <a:gd name="connsiteY112" fmla="*/ 631278 h 1679288"/>
              <a:gd name="connsiteX113" fmla="*/ 1031303 w 5159342"/>
              <a:gd name="connsiteY113" fmla="*/ 629823 h 1679288"/>
              <a:gd name="connsiteX114" fmla="*/ 562579 w 5159342"/>
              <a:gd name="connsiteY114" fmla="*/ 296816 h 1679288"/>
              <a:gd name="connsiteX115" fmla="*/ 512379 w 5159342"/>
              <a:gd name="connsiteY115" fmla="*/ 282581 h 1679288"/>
              <a:gd name="connsiteX116" fmla="*/ 510346 w 5159342"/>
              <a:gd name="connsiteY116" fmla="*/ 281603 h 1679288"/>
              <a:gd name="connsiteX117" fmla="*/ 423235 w 5159342"/>
              <a:gd name="connsiteY117" fmla="*/ 249838 h 1679288"/>
              <a:gd name="connsiteX118" fmla="*/ 357748 w 5159342"/>
              <a:gd name="connsiteY118" fmla="*/ 232796 h 1679288"/>
              <a:gd name="connsiteX119" fmla="*/ 352783 w 5159342"/>
              <a:gd name="connsiteY119" fmla="*/ 208717 h 1679288"/>
              <a:gd name="connsiteX120" fmla="*/ 307870 w 5159342"/>
              <a:gd name="connsiteY120" fmla="*/ 62846 h 1679288"/>
              <a:gd name="connsiteX121" fmla="*/ 299965 w 5159342"/>
              <a:gd name="connsiteY121" fmla="*/ 44756 h 1679288"/>
              <a:gd name="connsiteX122" fmla="*/ 292473 w 5159342"/>
              <a:gd name="connsiteY122" fmla="*/ 13729 h 1679288"/>
              <a:gd name="connsiteX123" fmla="*/ 457366 w 5159342"/>
              <a:gd name="connsiteY123" fmla="*/ 2945 h 1679288"/>
              <a:gd name="connsiteX124" fmla="*/ 628851 w 5159342"/>
              <a:gd name="connsiteY124" fmla="*/ 7959 h 1679288"/>
              <a:gd name="connsiteX125" fmla="*/ 779435 w 5159342"/>
              <a:gd name="connsiteY125" fmla="*/ 15080 h 1679288"/>
              <a:gd name="connsiteX126" fmla="*/ 800115 w 5159342"/>
              <a:gd name="connsiteY126" fmla="*/ 14354 h 1679288"/>
              <a:gd name="connsiteX127" fmla="*/ 937343 w 5159342"/>
              <a:gd name="connsiteY127" fmla="*/ 10291 h 1679288"/>
              <a:gd name="connsiteX128" fmla="*/ 1029268 w 5159342"/>
              <a:gd name="connsiteY128" fmla="*/ 13222 h 1679288"/>
              <a:gd name="connsiteX129" fmla="*/ 1141712 w 5159342"/>
              <a:gd name="connsiteY129" fmla="*/ 10444 h 1679288"/>
              <a:gd name="connsiteX130" fmla="*/ 1262344 w 5159342"/>
              <a:gd name="connsiteY130" fmla="*/ 15168 h 1679288"/>
              <a:gd name="connsiteX131" fmla="*/ 1366834 w 5159342"/>
              <a:gd name="connsiteY131" fmla="*/ 19251 h 1679288"/>
              <a:gd name="connsiteX132" fmla="*/ 1500622 w 5159342"/>
              <a:gd name="connsiteY132" fmla="*/ 14354 h 1679288"/>
              <a:gd name="connsiteX133" fmla="*/ 1631472 w 5159342"/>
              <a:gd name="connsiteY133" fmla="*/ 9224 h 1679288"/>
              <a:gd name="connsiteX134" fmla="*/ 1641466 w 5159342"/>
              <a:gd name="connsiteY134" fmla="*/ 9586 h 1679288"/>
              <a:gd name="connsiteX135" fmla="*/ 1657029 w 5159342"/>
              <a:gd name="connsiteY135" fmla="*/ 9059 h 1679288"/>
              <a:gd name="connsiteX136" fmla="*/ 1744385 w 5159342"/>
              <a:gd name="connsiteY136" fmla="*/ 13308 h 1679288"/>
              <a:gd name="connsiteX137" fmla="*/ 1750837 w 5159342"/>
              <a:gd name="connsiteY137" fmla="*/ 13542 h 1679288"/>
              <a:gd name="connsiteX138" fmla="*/ 2063647 w 5159342"/>
              <a:gd name="connsiteY138" fmla="*/ 14354 h 1679288"/>
              <a:gd name="connsiteX139" fmla="*/ 2263739 w 5159342"/>
              <a:gd name="connsiteY139" fmla="*/ 8735 h 1679288"/>
              <a:gd name="connsiteX140" fmla="*/ 2284004 w 5159342"/>
              <a:gd name="connsiteY140" fmla="*/ 8942 h 1679288"/>
              <a:gd name="connsiteX141" fmla="*/ 2344343 w 5159342"/>
              <a:gd name="connsiteY141" fmla="*/ 6404 h 1679288"/>
              <a:gd name="connsiteX142" fmla="*/ 2439736 w 5159342"/>
              <a:gd name="connsiteY142" fmla="*/ 10533 h 1679288"/>
              <a:gd name="connsiteX143" fmla="*/ 2447368 w 5159342"/>
              <a:gd name="connsiteY143" fmla="*/ 10611 h 1679288"/>
              <a:gd name="connsiteX144" fmla="*/ 2764154 w 5159342"/>
              <a:gd name="connsiteY144" fmla="*/ 14354 h 1679288"/>
              <a:gd name="connsiteX145" fmla="*/ 3510489 w 5159342"/>
              <a:gd name="connsiteY145" fmla="*/ 14354 h 1679288"/>
              <a:gd name="connsiteX146" fmla="*/ 3538841 w 5159342"/>
              <a:gd name="connsiteY146" fmla="*/ 15418 h 1679288"/>
              <a:gd name="connsiteX147" fmla="*/ 3616088 w 5159342"/>
              <a:gd name="connsiteY147" fmla="*/ 17159 h 1679288"/>
              <a:gd name="connsiteX148" fmla="*/ 3981858 w 5159342"/>
              <a:gd name="connsiteY148" fmla="*/ 14354 h 1679288"/>
              <a:gd name="connsiteX149" fmla="*/ 4326012 w 5159342"/>
              <a:gd name="connsiteY149" fmla="*/ 160 h 167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5159342" h="1679288">
                <a:moveTo>
                  <a:pt x="4326012" y="160"/>
                </a:moveTo>
                <a:cubicBezTo>
                  <a:pt x="4469890" y="-400"/>
                  <a:pt x="4646352" y="3772"/>
                  <a:pt x="4865676" y="14354"/>
                </a:cubicBezTo>
                <a:cubicBezTo>
                  <a:pt x="4900628" y="38330"/>
                  <a:pt x="4953694" y="92331"/>
                  <a:pt x="5005632" y="147481"/>
                </a:cubicBezTo>
                <a:lnTo>
                  <a:pt x="5015066" y="157587"/>
                </a:lnTo>
                <a:lnTo>
                  <a:pt x="5022746" y="165283"/>
                </a:lnTo>
                <a:cubicBezTo>
                  <a:pt x="5062836" y="206865"/>
                  <a:pt x="5096095" y="243661"/>
                  <a:pt x="5138821" y="287499"/>
                </a:cubicBezTo>
                <a:cubicBezTo>
                  <a:pt x="5170137" y="544690"/>
                  <a:pt x="5161922" y="664039"/>
                  <a:pt x="5138821" y="997659"/>
                </a:cubicBezTo>
                <a:lnTo>
                  <a:pt x="5135878" y="1047230"/>
                </a:lnTo>
                <a:lnTo>
                  <a:pt x="5135722" y="1097342"/>
                </a:lnTo>
                <a:cubicBezTo>
                  <a:pt x="5137178" y="1280035"/>
                  <a:pt x="5148776" y="1527233"/>
                  <a:pt x="5138821" y="1653191"/>
                </a:cubicBezTo>
                <a:cubicBezTo>
                  <a:pt x="5003930" y="1668171"/>
                  <a:pt x="4854100" y="1659159"/>
                  <a:pt x="4658458" y="1654859"/>
                </a:cubicBezTo>
                <a:lnTo>
                  <a:pt x="4581256" y="1654252"/>
                </a:lnTo>
                <a:lnTo>
                  <a:pt x="4540234" y="1654870"/>
                </a:lnTo>
                <a:cubicBezTo>
                  <a:pt x="4416066" y="1657014"/>
                  <a:pt x="4258444" y="1659528"/>
                  <a:pt x="4113011" y="1653191"/>
                </a:cubicBezTo>
                <a:cubicBezTo>
                  <a:pt x="4016056" y="1648967"/>
                  <a:pt x="3900808" y="1654064"/>
                  <a:pt x="3787282" y="1657669"/>
                </a:cubicBezTo>
                <a:lnTo>
                  <a:pt x="3767464" y="1658018"/>
                </a:lnTo>
                <a:lnTo>
                  <a:pt x="3722176" y="1660472"/>
                </a:lnTo>
                <a:lnTo>
                  <a:pt x="3697292" y="1659255"/>
                </a:lnTo>
                <a:lnTo>
                  <a:pt x="3620786" y="1660604"/>
                </a:lnTo>
                <a:cubicBezTo>
                  <a:pt x="3567385" y="1660309"/>
                  <a:pt x="3516916" y="1658288"/>
                  <a:pt x="3471880" y="1653191"/>
                </a:cubicBezTo>
                <a:lnTo>
                  <a:pt x="3420954" y="1650853"/>
                </a:lnTo>
                <a:lnTo>
                  <a:pt x="3369299" y="1653191"/>
                </a:lnTo>
                <a:cubicBezTo>
                  <a:pt x="3210738" y="1673688"/>
                  <a:pt x="2946324" y="1668135"/>
                  <a:pt x="2779459" y="1653191"/>
                </a:cubicBezTo>
                <a:cubicBezTo>
                  <a:pt x="2737743" y="1649455"/>
                  <a:pt x="2692540" y="1648770"/>
                  <a:pt x="2644269" y="1649547"/>
                </a:cubicBezTo>
                <a:lnTo>
                  <a:pt x="2514692" y="1653880"/>
                </a:lnTo>
                <a:lnTo>
                  <a:pt x="2458213" y="1656353"/>
                </a:lnTo>
                <a:lnTo>
                  <a:pt x="2442696" y="1655925"/>
                </a:lnTo>
                <a:lnTo>
                  <a:pt x="2321188" y="1659072"/>
                </a:lnTo>
                <a:cubicBezTo>
                  <a:pt x="2262324" y="1659353"/>
                  <a:pt x="2201231" y="1657921"/>
                  <a:pt x="2138328" y="1653191"/>
                </a:cubicBezTo>
                <a:cubicBezTo>
                  <a:pt x="2075425" y="1648461"/>
                  <a:pt x="2007619" y="1645411"/>
                  <a:pt x="1938761" y="1643667"/>
                </a:cubicBezTo>
                <a:lnTo>
                  <a:pt x="1908864" y="1643423"/>
                </a:lnTo>
                <a:lnTo>
                  <a:pt x="1753649" y="1653191"/>
                </a:lnTo>
                <a:cubicBezTo>
                  <a:pt x="1627774" y="1664002"/>
                  <a:pt x="1552440" y="1659139"/>
                  <a:pt x="1485334" y="1654006"/>
                </a:cubicBezTo>
                <a:lnTo>
                  <a:pt x="1437109" y="1651116"/>
                </a:lnTo>
                <a:lnTo>
                  <a:pt x="1394616" y="1653191"/>
                </a:lnTo>
                <a:lnTo>
                  <a:pt x="1267734" y="1656653"/>
                </a:lnTo>
                <a:lnTo>
                  <a:pt x="1277086" y="1611166"/>
                </a:lnTo>
                <a:lnTo>
                  <a:pt x="1319438" y="1602390"/>
                </a:lnTo>
                <a:cubicBezTo>
                  <a:pt x="1335790" y="1598681"/>
                  <a:pt x="1351356" y="1594665"/>
                  <a:pt x="1365551" y="1590020"/>
                </a:cubicBezTo>
                <a:lnTo>
                  <a:pt x="1413245" y="1567492"/>
                </a:lnTo>
                <a:lnTo>
                  <a:pt x="1431881" y="1562218"/>
                </a:lnTo>
                <a:cubicBezTo>
                  <a:pt x="1517208" y="1533813"/>
                  <a:pt x="1567948" y="1535266"/>
                  <a:pt x="1641984" y="1503553"/>
                </a:cubicBezTo>
                <a:lnTo>
                  <a:pt x="1646753" y="1501791"/>
                </a:lnTo>
                <a:lnTo>
                  <a:pt x="1669390" y="1494770"/>
                </a:lnTo>
                <a:cubicBezTo>
                  <a:pt x="1748827" y="1472846"/>
                  <a:pt x="1791026" y="1479052"/>
                  <a:pt x="1870357" y="1439786"/>
                </a:cubicBezTo>
                <a:cubicBezTo>
                  <a:pt x="1881690" y="1434177"/>
                  <a:pt x="1892424" y="1429607"/>
                  <a:pt x="1902663" y="1425835"/>
                </a:cubicBezTo>
                <a:lnTo>
                  <a:pt x="1928717" y="1417696"/>
                </a:lnTo>
                <a:lnTo>
                  <a:pt x="1935356" y="1416044"/>
                </a:lnTo>
                <a:lnTo>
                  <a:pt x="1984245" y="1406913"/>
                </a:lnTo>
                <a:cubicBezTo>
                  <a:pt x="2017050" y="1402285"/>
                  <a:pt x="2046910" y="1398838"/>
                  <a:pt x="2080460" y="1381121"/>
                </a:cubicBezTo>
                <a:cubicBezTo>
                  <a:pt x="1968876" y="1353149"/>
                  <a:pt x="1948134" y="1320398"/>
                  <a:pt x="1842952" y="1314804"/>
                </a:cubicBezTo>
                <a:lnTo>
                  <a:pt x="1834098" y="1313756"/>
                </a:lnTo>
                <a:lnTo>
                  <a:pt x="1825673" y="1310400"/>
                </a:lnTo>
                <a:cubicBezTo>
                  <a:pt x="1818647" y="1307845"/>
                  <a:pt x="1812242" y="1305848"/>
                  <a:pt x="1806413" y="1304601"/>
                </a:cubicBezTo>
                <a:cubicBezTo>
                  <a:pt x="1794752" y="1302107"/>
                  <a:pt x="1780802" y="1298208"/>
                  <a:pt x="1765041" y="1293470"/>
                </a:cubicBezTo>
                <a:lnTo>
                  <a:pt x="1754377" y="1290168"/>
                </a:lnTo>
                <a:lnTo>
                  <a:pt x="1741001" y="1283693"/>
                </a:lnTo>
                <a:cubicBezTo>
                  <a:pt x="1722103" y="1273298"/>
                  <a:pt x="1702624" y="1263236"/>
                  <a:pt x="1670135" y="1258675"/>
                </a:cubicBezTo>
                <a:lnTo>
                  <a:pt x="1641353" y="1256717"/>
                </a:lnTo>
                <a:lnTo>
                  <a:pt x="1587174" y="1243385"/>
                </a:lnTo>
                <a:cubicBezTo>
                  <a:pt x="1497848" y="1224597"/>
                  <a:pt x="1440684" y="1182020"/>
                  <a:pt x="1386206" y="1187271"/>
                </a:cubicBezTo>
                <a:lnTo>
                  <a:pt x="1333317" y="1175831"/>
                </a:lnTo>
                <a:lnTo>
                  <a:pt x="1293947" y="1158951"/>
                </a:lnTo>
                <a:lnTo>
                  <a:pt x="1282764" y="1154655"/>
                </a:lnTo>
                <a:lnTo>
                  <a:pt x="1269538" y="1092235"/>
                </a:lnTo>
                <a:cubicBezTo>
                  <a:pt x="1261849" y="1062957"/>
                  <a:pt x="1252883" y="1034282"/>
                  <a:pt x="1242895" y="1006240"/>
                </a:cubicBezTo>
                <a:lnTo>
                  <a:pt x="1224109" y="958147"/>
                </a:lnTo>
                <a:lnTo>
                  <a:pt x="1217961" y="938601"/>
                </a:lnTo>
                <a:cubicBezTo>
                  <a:pt x="1201591" y="893519"/>
                  <a:pt x="1181577" y="851762"/>
                  <a:pt x="1156786" y="815657"/>
                </a:cubicBezTo>
                <a:cubicBezTo>
                  <a:pt x="1154018" y="812499"/>
                  <a:pt x="1152772" y="809328"/>
                  <a:pt x="1151220" y="805864"/>
                </a:cubicBezTo>
                <a:lnTo>
                  <a:pt x="1150703" y="805056"/>
                </a:lnTo>
                <a:lnTo>
                  <a:pt x="1150169" y="804126"/>
                </a:lnTo>
                <a:cubicBezTo>
                  <a:pt x="1148494" y="800701"/>
                  <a:pt x="1146863" y="797563"/>
                  <a:pt x="1143818" y="794311"/>
                </a:cubicBezTo>
                <a:cubicBezTo>
                  <a:pt x="1137285" y="803394"/>
                  <a:pt x="1130234" y="811047"/>
                  <a:pt x="1122513" y="818224"/>
                </a:cubicBezTo>
                <a:lnTo>
                  <a:pt x="1097549" y="838986"/>
                </a:lnTo>
                <a:lnTo>
                  <a:pt x="1094202" y="841584"/>
                </a:lnTo>
                <a:cubicBezTo>
                  <a:pt x="1076010" y="854520"/>
                  <a:pt x="1055540" y="868601"/>
                  <a:pt x="1030910" y="895726"/>
                </a:cubicBezTo>
                <a:lnTo>
                  <a:pt x="1043328" y="915049"/>
                </a:lnTo>
                <a:lnTo>
                  <a:pt x="1045839" y="921073"/>
                </a:lnTo>
                <a:lnTo>
                  <a:pt x="1049701" y="930660"/>
                </a:lnTo>
                <a:lnTo>
                  <a:pt x="1053022" y="939502"/>
                </a:lnTo>
                <a:lnTo>
                  <a:pt x="1057845" y="952838"/>
                </a:lnTo>
                <a:cubicBezTo>
                  <a:pt x="1060628" y="959643"/>
                  <a:pt x="1064152" y="966991"/>
                  <a:pt x="1069228" y="975269"/>
                </a:cubicBezTo>
                <a:cubicBezTo>
                  <a:pt x="1092772" y="1017086"/>
                  <a:pt x="1110670" y="1079774"/>
                  <a:pt x="1123726" y="1150161"/>
                </a:cubicBezTo>
                <a:lnTo>
                  <a:pt x="1131286" y="1201829"/>
                </a:lnTo>
                <a:lnTo>
                  <a:pt x="1138014" y="1259461"/>
                </a:lnTo>
                <a:cubicBezTo>
                  <a:pt x="1141555" y="1296059"/>
                  <a:pt x="1144888" y="1333574"/>
                  <a:pt x="1149173" y="1371247"/>
                </a:cubicBezTo>
                <a:cubicBezTo>
                  <a:pt x="1144437" y="1421696"/>
                  <a:pt x="1134805" y="1477181"/>
                  <a:pt x="1121208" y="1534577"/>
                </a:cubicBezTo>
                <a:lnTo>
                  <a:pt x="1082027" y="1666893"/>
                </a:lnTo>
                <a:lnTo>
                  <a:pt x="1035917" y="1669759"/>
                </a:lnTo>
                <a:cubicBezTo>
                  <a:pt x="870970" y="1678014"/>
                  <a:pt x="651149" y="1682955"/>
                  <a:pt x="409646" y="1675937"/>
                </a:cubicBezTo>
                <a:lnTo>
                  <a:pt x="276593" y="1668369"/>
                </a:lnTo>
                <a:lnTo>
                  <a:pt x="241465" y="1668855"/>
                </a:lnTo>
                <a:cubicBezTo>
                  <a:pt x="154676" y="1667609"/>
                  <a:pt x="73989" y="1663132"/>
                  <a:pt x="9773" y="1653191"/>
                </a:cubicBezTo>
                <a:cubicBezTo>
                  <a:pt x="-4797" y="1561822"/>
                  <a:pt x="-316" y="1437234"/>
                  <a:pt x="5567" y="1314135"/>
                </a:cubicBezTo>
                <a:lnTo>
                  <a:pt x="8804" y="1238509"/>
                </a:lnTo>
                <a:lnTo>
                  <a:pt x="9930" y="1103430"/>
                </a:lnTo>
                <a:lnTo>
                  <a:pt x="9803" y="984531"/>
                </a:lnTo>
                <a:lnTo>
                  <a:pt x="9773" y="984002"/>
                </a:lnTo>
                <a:cubicBezTo>
                  <a:pt x="3051" y="919937"/>
                  <a:pt x="3450" y="828662"/>
                  <a:pt x="5795" y="731086"/>
                </a:cubicBezTo>
                <a:lnTo>
                  <a:pt x="6527" y="705227"/>
                </a:lnTo>
                <a:lnTo>
                  <a:pt x="5958" y="655796"/>
                </a:lnTo>
                <a:cubicBezTo>
                  <a:pt x="5403" y="574513"/>
                  <a:pt x="5562" y="486911"/>
                  <a:pt x="7374" y="388997"/>
                </a:cubicBezTo>
                <a:lnTo>
                  <a:pt x="7705" y="374999"/>
                </a:lnTo>
                <a:lnTo>
                  <a:pt x="131875" y="353950"/>
                </a:lnTo>
                <a:cubicBezTo>
                  <a:pt x="165711" y="356326"/>
                  <a:pt x="200766" y="360034"/>
                  <a:pt x="236531" y="365184"/>
                </a:cubicBezTo>
                <a:lnTo>
                  <a:pt x="299185" y="376629"/>
                </a:lnTo>
                <a:lnTo>
                  <a:pt x="384257" y="395656"/>
                </a:lnTo>
                <a:cubicBezTo>
                  <a:pt x="617340" y="461335"/>
                  <a:pt x="793114" y="591908"/>
                  <a:pt x="916871" y="724151"/>
                </a:cubicBezTo>
                <a:cubicBezTo>
                  <a:pt x="918676" y="726095"/>
                  <a:pt x="918955" y="727803"/>
                  <a:pt x="921741" y="730664"/>
                </a:cubicBezTo>
                <a:lnTo>
                  <a:pt x="937274" y="712027"/>
                </a:lnTo>
                <a:lnTo>
                  <a:pt x="951791" y="698265"/>
                </a:lnTo>
                <a:cubicBezTo>
                  <a:pt x="981812" y="672851"/>
                  <a:pt x="1010979" y="663927"/>
                  <a:pt x="1032390" y="631278"/>
                </a:cubicBezTo>
                <a:cubicBezTo>
                  <a:pt x="1031996" y="631079"/>
                  <a:pt x="1031875" y="630270"/>
                  <a:pt x="1031303" y="629823"/>
                </a:cubicBezTo>
                <a:cubicBezTo>
                  <a:pt x="930978" y="469672"/>
                  <a:pt x="772226" y="365811"/>
                  <a:pt x="562579" y="296816"/>
                </a:cubicBezTo>
                <a:lnTo>
                  <a:pt x="512379" y="282581"/>
                </a:lnTo>
                <a:lnTo>
                  <a:pt x="510346" y="281603"/>
                </a:lnTo>
                <a:cubicBezTo>
                  <a:pt x="481977" y="269794"/>
                  <a:pt x="452981" y="259156"/>
                  <a:pt x="423235" y="249838"/>
                </a:cubicBezTo>
                <a:lnTo>
                  <a:pt x="357748" y="232796"/>
                </a:lnTo>
                <a:lnTo>
                  <a:pt x="352783" y="208717"/>
                </a:lnTo>
                <a:cubicBezTo>
                  <a:pt x="342641" y="157031"/>
                  <a:pt x="333639" y="111865"/>
                  <a:pt x="307870" y="62846"/>
                </a:cubicBezTo>
                <a:lnTo>
                  <a:pt x="299965" y="44756"/>
                </a:lnTo>
                <a:lnTo>
                  <a:pt x="292473" y="13729"/>
                </a:lnTo>
                <a:lnTo>
                  <a:pt x="457366" y="2945"/>
                </a:lnTo>
                <a:cubicBezTo>
                  <a:pt x="514737" y="2613"/>
                  <a:pt x="571614" y="5020"/>
                  <a:pt x="628851" y="7959"/>
                </a:cubicBezTo>
                <a:lnTo>
                  <a:pt x="779435" y="15080"/>
                </a:lnTo>
                <a:lnTo>
                  <a:pt x="800115" y="14354"/>
                </a:lnTo>
                <a:cubicBezTo>
                  <a:pt x="834974" y="10157"/>
                  <a:pt x="882385" y="9400"/>
                  <a:pt x="937343" y="10291"/>
                </a:cubicBezTo>
                <a:lnTo>
                  <a:pt x="1029268" y="13222"/>
                </a:lnTo>
                <a:lnTo>
                  <a:pt x="1141712" y="10444"/>
                </a:lnTo>
                <a:cubicBezTo>
                  <a:pt x="1186671" y="11082"/>
                  <a:pt x="1225354" y="13159"/>
                  <a:pt x="1262344" y="15168"/>
                </a:cubicBezTo>
                <a:lnTo>
                  <a:pt x="1366834" y="19251"/>
                </a:lnTo>
                <a:lnTo>
                  <a:pt x="1500622" y="14354"/>
                </a:lnTo>
                <a:cubicBezTo>
                  <a:pt x="1549168" y="10065"/>
                  <a:pt x="1591277" y="8857"/>
                  <a:pt x="1631472" y="9224"/>
                </a:cubicBezTo>
                <a:lnTo>
                  <a:pt x="1641466" y="9586"/>
                </a:lnTo>
                <a:lnTo>
                  <a:pt x="1657029" y="9059"/>
                </a:lnTo>
                <a:lnTo>
                  <a:pt x="1744385" y="13308"/>
                </a:lnTo>
                <a:lnTo>
                  <a:pt x="1750837" y="13542"/>
                </a:lnTo>
                <a:cubicBezTo>
                  <a:pt x="1832615" y="17560"/>
                  <a:pt x="1924825" y="21849"/>
                  <a:pt x="2063647" y="14354"/>
                </a:cubicBezTo>
                <a:cubicBezTo>
                  <a:pt x="2133058" y="10606"/>
                  <a:pt x="2199770" y="9046"/>
                  <a:pt x="2263739" y="8735"/>
                </a:cubicBezTo>
                <a:lnTo>
                  <a:pt x="2284004" y="8942"/>
                </a:lnTo>
                <a:lnTo>
                  <a:pt x="2344343" y="6404"/>
                </a:lnTo>
                <a:lnTo>
                  <a:pt x="2439736" y="10533"/>
                </a:lnTo>
                <a:lnTo>
                  <a:pt x="2447368" y="10611"/>
                </a:lnTo>
                <a:cubicBezTo>
                  <a:pt x="2564240" y="13111"/>
                  <a:pt x="2669956" y="16859"/>
                  <a:pt x="2764154" y="14354"/>
                </a:cubicBezTo>
                <a:cubicBezTo>
                  <a:pt x="2929204" y="-9399"/>
                  <a:pt x="3243416" y="453"/>
                  <a:pt x="3510489" y="14354"/>
                </a:cubicBezTo>
                <a:lnTo>
                  <a:pt x="3538841" y="15418"/>
                </a:lnTo>
                <a:lnTo>
                  <a:pt x="3616088" y="17159"/>
                </a:lnTo>
                <a:cubicBezTo>
                  <a:pt x="3751895" y="20396"/>
                  <a:pt x="3892874" y="22698"/>
                  <a:pt x="3981858" y="14354"/>
                </a:cubicBezTo>
                <a:cubicBezTo>
                  <a:pt x="4070842" y="6010"/>
                  <a:pt x="4182135" y="719"/>
                  <a:pt x="4326012" y="16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VE" sz="4000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</a:rPr>
              <a:t>Perdiste</a:t>
            </a:r>
            <a:endParaRPr lang="es-US" sz="4000" dirty="0">
              <a:solidFill>
                <a:schemeClr val="bg2">
                  <a:lumMod val="9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54070E1E-8ABE-4F1B-AE09-53F465AF3B2C}"/>
              </a:ext>
            </a:extLst>
          </p:cNvPr>
          <p:cNvSpPr/>
          <p:nvPr/>
        </p:nvSpPr>
        <p:spPr>
          <a:xfrm rot="16038043">
            <a:off x="2287347" y="-3468127"/>
            <a:ext cx="8218654" cy="13689533"/>
          </a:xfrm>
          <a:custGeom>
            <a:avLst/>
            <a:gdLst>
              <a:gd name="connsiteX0" fmla="*/ 7599517 w 8218654"/>
              <a:gd name="connsiteY0" fmla="*/ 1562404 h 13689533"/>
              <a:gd name="connsiteX1" fmla="*/ 7605770 w 8218654"/>
              <a:gd name="connsiteY1" fmla="*/ 1423042 h 13689533"/>
              <a:gd name="connsiteX2" fmla="*/ 7602755 w 8218654"/>
              <a:gd name="connsiteY2" fmla="*/ 1307360 h 13689533"/>
              <a:gd name="connsiteX3" fmla="*/ 7597170 w 8218654"/>
              <a:gd name="connsiteY3" fmla="*/ 945828 h 13689533"/>
              <a:gd name="connsiteX4" fmla="*/ 7598412 w 8218654"/>
              <a:gd name="connsiteY4" fmla="*/ 899361 h 13689533"/>
              <a:gd name="connsiteX5" fmla="*/ 7587399 w 8218654"/>
              <a:gd name="connsiteY5" fmla="*/ 898879 h 13689533"/>
              <a:gd name="connsiteX6" fmla="*/ 7266329 w 8218654"/>
              <a:gd name="connsiteY6" fmla="*/ 869539 h 13689533"/>
              <a:gd name="connsiteX7" fmla="*/ 7220436 w 8218654"/>
              <a:gd name="connsiteY7" fmla="*/ 865794 h 13689533"/>
              <a:gd name="connsiteX8" fmla="*/ 7194146 w 8218654"/>
              <a:gd name="connsiteY8" fmla="*/ 866135 h 13689533"/>
              <a:gd name="connsiteX9" fmla="*/ 6650864 w 8218654"/>
              <a:gd name="connsiteY9" fmla="*/ 843185 h 13689533"/>
              <a:gd name="connsiteX10" fmla="*/ 6453754 w 8218654"/>
              <a:gd name="connsiteY10" fmla="*/ 831852 h 13689533"/>
              <a:gd name="connsiteX11" fmla="*/ 6208529 w 8218654"/>
              <a:gd name="connsiteY11" fmla="*/ 833020 h 13689533"/>
              <a:gd name="connsiteX12" fmla="*/ 5737365 w 8218654"/>
              <a:gd name="connsiteY12" fmla="*/ 797454 h 13689533"/>
              <a:gd name="connsiteX13" fmla="*/ 5724298 w 8218654"/>
              <a:gd name="connsiteY13" fmla="*/ 795590 h 13689533"/>
              <a:gd name="connsiteX14" fmla="*/ 5580376 w 8218654"/>
              <a:gd name="connsiteY14" fmla="*/ 785355 h 13689533"/>
              <a:gd name="connsiteX15" fmla="*/ 5526287 w 8218654"/>
              <a:gd name="connsiteY15" fmla="*/ 782295 h 13689533"/>
              <a:gd name="connsiteX16" fmla="*/ 5341498 w 8218654"/>
              <a:gd name="connsiteY16" fmla="*/ 781927 h 13689533"/>
              <a:gd name="connsiteX17" fmla="*/ 4936793 w 8218654"/>
              <a:gd name="connsiteY17" fmla="*/ 759710 h 13689533"/>
              <a:gd name="connsiteX18" fmla="*/ 4918713 w 8218654"/>
              <a:gd name="connsiteY18" fmla="*/ 755981 h 13689533"/>
              <a:gd name="connsiteX19" fmla="*/ 4858047 w 8218654"/>
              <a:gd name="connsiteY19" fmla="*/ 755997 h 13689533"/>
              <a:gd name="connsiteX20" fmla="*/ 4576738 w 8218654"/>
              <a:gd name="connsiteY20" fmla="*/ 743286 h 13689533"/>
              <a:gd name="connsiteX21" fmla="*/ 4502228 w 8218654"/>
              <a:gd name="connsiteY21" fmla="*/ 738131 h 13689533"/>
              <a:gd name="connsiteX22" fmla="*/ 4479538 w 8218654"/>
              <a:gd name="connsiteY22" fmla="*/ 738314 h 13689533"/>
              <a:gd name="connsiteX23" fmla="*/ 4280585 w 8218654"/>
              <a:gd name="connsiteY23" fmla="*/ 728772 h 13689533"/>
              <a:gd name="connsiteX24" fmla="*/ 4241740 w 8218654"/>
              <a:gd name="connsiteY24" fmla="*/ 726138 h 13689533"/>
              <a:gd name="connsiteX25" fmla="*/ 4201840 w 8218654"/>
              <a:gd name="connsiteY25" fmla="*/ 725059 h 13689533"/>
              <a:gd name="connsiteX26" fmla="*/ 3851046 w 8218654"/>
              <a:gd name="connsiteY26" fmla="*/ 708628 h 13689533"/>
              <a:gd name="connsiteX27" fmla="*/ 3812963 w 8218654"/>
              <a:gd name="connsiteY27" fmla="*/ 705941 h 13689533"/>
              <a:gd name="connsiteX28" fmla="*/ 3692770 w 8218654"/>
              <a:gd name="connsiteY28" fmla="*/ 702620 h 13689533"/>
              <a:gd name="connsiteX29" fmla="*/ 3552195 w 8218654"/>
              <a:gd name="connsiteY29" fmla="*/ 694431 h 13689533"/>
              <a:gd name="connsiteX30" fmla="*/ 3550040 w 8218654"/>
              <a:gd name="connsiteY30" fmla="*/ 694211 h 13689533"/>
              <a:gd name="connsiteX31" fmla="*/ 3545632 w 8218654"/>
              <a:gd name="connsiteY31" fmla="*/ 694122 h 13689533"/>
              <a:gd name="connsiteX32" fmla="*/ 2817242 w 8218654"/>
              <a:gd name="connsiteY32" fmla="*/ 659781 h 13689533"/>
              <a:gd name="connsiteX33" fmla="*/ 2791293 w 8218654"/>
              <a:gd name="connsiteY33" fmla="*/ 656193 h 13689533"/>
              <a:gd name="connsiteX34" fmla="*/ 2751621 w 8218654"/>
              <a:gd name="connsiteY34" fmla="*/ 656687 h 13689533"/>
              <a:gd name="connsiteX35" fmla="*/ 2217422 w 8218654"/>
              <a:gd name="connsiteY35" fmla="*/ 633909 h 13689533"/>
              <a:gd name="connsiteX36" fmla="*/ 2208392 w 8218654"/>
              <a:gd name="connsiteY36" fmla="*/ 633305 h 13689533"/>
              <a:gd name="connsiteX37" fmla="*/ 2081213 w 8218654"/>
              <a:gd name="connsiteY37" fmla="*/ 638728 h 13689533"/>
              <a:gd name="connsiteX38" fmla="*/ 1577010 w 8218654"/>
              <a:gd name="connsiteY38" fmla="*/ 601308 h 13689533"/>
              <a:gd name="connsiteX39" fmla="*/ 1572087 w 8218654"/>
              <a:gd name="connsiteY39" fmla="*/ 600793 h 13689533"/>
              <a:gd name="connsiteX40" fmla="*/ 1506649 w 8218654"/>
              <a:gd name="connsiteY40" fmla="*/ 596094 h 13689533"/>
              <a:gd name="connsiteX41" fmla="*/ 1498824 w 8218654"/>
              <a:gd name="connsiteY41" fmla="*/ 694985 h 13689533"/>
              <a:gd name="connsiteX42" fmla="*/ 1455732 w 8218654"/>
              <a:gd name="connsiteY42" fmla="*/ 970419 h 13689533"/>
              <a:gd name="connsiteX43" fmla="*/ 1445960 w 8218654"/>
              <a:gd name="connsiteY43" fmla="*/ 1026020 h 13689533"/>
              <a:gd name="connsiteX44" fmla="*/ 1440101 w 8218654"/>
              <a:gd name="connsiteY44" fmla="*/ 1114098 h 13689533"/>
              <a:gd name="connsiteX45" fmla="*/ 1353422 w 8218654"/>
              <a:gd name="connsiteY45" fmla="*/ 1910860 h 13689533"/>
              <a:gd name="connsiteX46" fmla="*/ 1352541 w 8218654"/>
              <a:gd name="connsiteY46" fmla="*/ 1921663 h 13689533"/>
              <a:gd name="connsiteX47" fmla="*/ 1348608 w 8218654"/>
              <a:gd name="connsiteY47" fmla="*/ 2019863 h 13689533"/>
              <a:gd name="connsiteX48" fmla="*/ 1337222 w 8218654"/>
              <a:gd name="connsiteY48" fmla="*/ 2132572 h 13689533"/>
              <a:gd name="connsiteX49" fmla="*/ 1332477 w 8218654"/>
              <a:gd name="connsiteY49" fmla="*/ 2167533 h 13689533"/>
              <a:gd name="connsiteX50" fmla="*/ 1321378 w 8218654"/>
              <a:gd name="connsiteY50" fmla="*/ 2303551 h 13689533"/>
              <a:gd name="connsiteX51" fmla="*/ 1299887 w 8218654"/>
              <a:gd name="connsiteY51" fmla="*/ 2485932 h 13689533"/>
              <a:gd name="connsiteX52" fmla="*/ 1276882 w 8218654"/>
              <a:gd name="connsiteY52" fmla="*/ 2622034 h 13689533"/>
              <a:gd name="connsiteX53" fmla="*/ 1262711 w 8218654"/>
              <a:gd name="connsiteY53" fmla="*/ 2803772 h 13689533"/>
              <a:gd name="connsiteX54" fmla="*/ 1245399 w 8218654"/>
              <a:gd name="connsiteY54" fmla="*/ 2987439 h 13689533"/>
              <a:gd name="connsiteX55" fmla="*/ 1218600 w 8218654"/>
              <a:gd name="connsiteY55" fmla="*/ 3150686 h 13689533"/>
              <a:gd name="connsiteX56" fmla="*/ 1188570 w 8218654"/>
              <a:gd name="connsiteY56" fmla="*/ 3455849 h 13689533"/>
              <a:gd name="connsiteX57" fmla="*/ 1132462 w 8218654"/>
              <a:gd name="connsiteY57" fmla="*/ 3941948 h 13689533"/>
              <a:gd name="connsiteX58" fmla="*/ 1077044 w 8218654"/>
              <a:gd name="connsiteY58" fmla="*/ 4451353 h 13689533"/>
              <a:gd name="connsiteX59" fmla="*/ 1063791 w 8218654"/>
              <a:gd name="connsiteY59" fmla="*/ 4564421 h 13689533"/>
              <a:gd name="connsiteX60" fmla="*/ 1061554 w 8218654"/>
              <a:gd name="connsiteY60" fmla="*/ 4579896 h 13689533"/>
              <a:gd name="connsiteX61" fmla="*/ 1060703 w 8218654"/>
              <a:gd name="connsiteY61" fmla="*/ 4601562 h 13689533"/>
              <a:gd name="connsiteX62" fmla="*/ 1021971 w 8218654"/>
              <a:gd name="connsiteY62" fmla="*/ 4972949 h 13689533"/>
              <a:gd name="connsiteX63" fmla="*/ 1005957 w 8218654"/>
              <a:gd name="connsiteY63" fmla="*/ 5062204 h 13689533"/>
              <a:gd name="connsiteX64" fmla="*/ 998181 w 8218654"/>
              <a:gd name="connsiteY64" fmla="*/ 5176276 h 13689533"/>
              <a:gd name="connsiteX65" fmla="*/ 989429 w 8218654"/>
              <a:gd name="connsiteY65" fmla="*/ 5298800 h 13689533"/>
              <a:gd name="connsiteX66" fmla="*/ 988840 w 8218654"/>
              <a:gd name="connsiteY66" fmla="*/ 5413531 h 13689533"/>
              <a:gd name="connsiteX67" fmla="*/ 952777 w 8218654"/>
              <a:gd name="connsiteY67" fmla="*/ 5722908 h 13689533"/>
              <a:gd name="connsiteX68" fmla="*/ 926883 w 8218654"/>
              <a:gd name="connsiteY68" fmla="*/ 5833913 h 13689533"/>
              <a:gd name="connsiteX69" fmla="*/ 913984 w 8218654"/>
              <a:gd name="connsiteY69" fmla="*/ 6069235 h 13689533"/>
              <a:gd name="connsiteX70" fmla="*/ 879530 w 8218654"/>
              <a:gd name="connsiteY70" fmla="*/ 6266922 h 13689533"/>
              <a:gd name="connsiteX71" fmla="*/ 878901 w 8218654"/>
              <a:gd name="connsiteY71" fmla="*/ 6271753 h 13689533"/>
              <a:gd name="connsiteX72" fmla="*/ 878820 w 8218654"/>
              <a:gd name="connsiteY72" fmla="*/ 6273454 h 13689533"/>
              <a:gd name="connsiteX73" fmla="*/ 847883 w 8218654"/>
              <a:gd name="connsiteY73" fmla="*/ 6547845 h 13689533"/>
              <a:gd name="connsiteX74" fmla="*/ 847203 w 8218654"/>
              <a:gd name="connsiteY74" fmla="*/ 6552970 h 13689533"/>
              <a:gd name="connsiteX75" fmla="*/ 830526 w 8218654"/>
              <a:gd name="connsiteY75" fmla="*/ 6747095 h 13689533"/>
              <a:gd name="connsiteX76" fmla="*/ 807999 w 8218654"/>
              <a:gd name="connsiteY76" fmla="*/ 6985683 h 13689533"/>
              <a:gd name="connsiteX77" fmla="*/ 807914 w 8218654"/>
              <a:gd name="connsiteY77" fmla="*/ 6987144 h 13689533"/>
              <a:gd name="connsiteX78" fmla="*/ 807614 w 8218654"/>
              <a:gd name="connsiteY78" fmla="*/ 6989766 h 13689533"/>
              <a:gd name="connsiteX79" fmla="*/ 795209 w 8218654"/>
              <a:gd name="connsiteY79" fmla="*/ 7121141 h 13689533"/>
              <a:gd name="connsiteX80" fmla="*/ 767124 w 8218654"/>
              <a:gd name="connsiteY80" fmla="*/ 7334817 h 13689533"/>
              <a:gd name="connsiteX81" fmla="*/ 767117 w 8218654"/>
              <a:gd name="connsiteY81" fmla="*/ 7338284 h 13689533"/>
              <a:gd name="connsiteX82" fmla="*/ 769086 w 8218654"/>
              <a:gd name="connsiteY82" fmla="*/ 7499055 h 13689533"/>
              <a:gd name="connsiteX83" fmla="*/ 768807 w 8218654"/>
              <a:gd name="connsiteY83" fmla="*/ 7514389 h 13689533"/>
              <a:gd name="connsiteX84" fmla="*/ 772852 w 8218654"/>
              <a:gd name="connsiteY84" fmla="*/ 7612858 h 13689533"/>
              <a:gd name="connsiteX85" fmla="*/ 775103 w 8218654"/>
              <a:gd name="connsiteY85" fmla="*/ 7746350 h 13689533"/>
              <a:gd name="connsiteX86" fmla="*/ 768885 w 8218654"/>
              <a:gd name="connsiteY86" fmla="*/ 7883860 h 13689533"/>
              <a:gd name="connsiteX87" fmla="*/ 779995 w 8218654"/>
              <a:gd name="connsiteY87" fmla="*/ 8092263 h 13689533"/>
              <a:gd name="connsiteX88" fmla="*/ 767117 w 8218654"/>
              <a:gd name="connsiteY88" fmla="*/ 8435368 h 13689533"/>
              <a:gd name="connsiteX89" fmla="*/ 762189 w 8218654"/>
              <a:gd name="connsiteY89" fmla="*/ 8494174 h 13689533"/>
              <a:gd name="connsiteX90" fmla="*/ 767117 w 8218654"/>
              <a:gd name="connsiteY90" fmla="*/ 8652157 h 13689533"/>
              <a:gd name="connsiteX91" fmla="*/ 770448 w 8218654"/>
              <a:gd name="connsiteY91" fmla="*/ 8998805 h 13689533"/>
              <a:gd name="connsiteX92" fmla="*/ 768430 w 8218654"/>
              <a:gd name="connsiteY92" fmla="*/ 9186778 h 13689533"/>
              <a:gd name="connsiteX93" fmla="*/ 778878 w 8218654"/>
              <a:gd name="connsiteY93" fmla="*/ 9363505 h 13689533"/>
              <a:gd name="connsiteX94" fmla="*/ 776532 w 8218654"/>
              <a:gd name="connsiteY94" fmla="*/ 9516296 h 13689533"/>
              <a:gd name="connsiteX95" fmla="*/ 770243 w 8218654"/>
              <a:gd name="connsiteY95" fmla="*/ 9626030 h 13689533"/>
              <a:gd name="connsiteX96" fmla="*/ 770973 w 8218654"/>
              <a:gd name="connsiteY96" fmla="*/ 9699998 h 13689533"/>
              <a:gd name="connsiteX97" fmla="*/ 768667 w 8218654"/>
              <a:gd name="connsiteY97" fmla="*/ 9945540 h 13689533"/>
              <a:gd name="connsiteX98" fmla="*/ 769628 w 8218654"/>
              <a:gd name="connsiteY98" fmla="*/ 10067267 h 13689533"/>
              <a:gd name="connsiteX99" fmla="*/ 768315 w 8218654"/>
              <a:gd name="connsiteY99" fmla="*/ 10319960 h 13689533"/>
              <a:gd name="connsiteX100" fmla="*/ 772435 w 8218654"/>
              <a:gd name="connsiteY100" fmla="*/ 10407907 h 13689533"/>
              <a:gd name="connsiteX101" fmla="*/ 775701 w 8218654"/>
              <a:gd name="connsiteY101" fmla="*/ 10513828 h 13689533"/>
              <a:gd name="connsiteX102" fmla="*/ 767518 w 8218654"/>
              <a:gd name="connsiteY102" fmla="*/ 10617873 h 13689533"/>
              <a:gd name="connsiteX103" fmla="*/ 769691 w 8218654"/>
              <a:gd name="connsiteY103" fmla="*/ 10982286 h 13689533"/>
              <a:gd name="connsiteX104" fmla="*/ 767117 w 8218654"/>
              <a:gd name="connsiteY104" fmla="*/ 11279902 h 13689533"/>
              <a:gd name="connsiteX105" fmla="*/ 766596 w 8218654"/>
              <a:gd name="connsiteY105" fmla="*/ 11343305 h 13689533"/>
              <a:gd name="connsiteX106" fmla="*/ 767117 w 8218654"/>
              <a:gd name="connsiteY106" fmla="*/ 11352165 h 13689533"/>
              <a:gd name="connsiteX107" fmla="*/ 774852 w 8218654"/>
              <a:gd name="connsiteY107" fmla="*/ 11631470 h 13689533"/>
              <a:gd name="connsiteX108" fmla="*/ 773986 w 8218654"/>
              <a:gd name="connsiteY108" fmla="*/ 11716881 h 13689533"/>
              <a:gd name="connsiteX109" fmla="*/ 774120 w 8218654"/>
              <a:gd name="connsiteY109" fmla="*/ 11723226 h 13689533"/>
              <a:gd name="connsiteX110" fmla="*/ 773871 w 8218654"/>
              <a:gd name="connsiteY110" fmla="*/ 11728247 h 13689533"/>
              <a:gd name="connsiteX111" fmla="*/ 771223 w 8218654"/>
              <a:gd name="connsiteY111" fmla="*/ 11989248 h 13689533"/>
              <a:gd name="connsiteX112" fmla="*/ 765541 w 8218654"/>
              <a:gd name="connsiteY112" fmla="*/ 12356953 h 13689533"/>
              <a:gd name="connsiteX113" fmla="*/ 765306 w 8218654"/>
              <a:gd name="connsiteY113" fmla="*/ 12412666 h 13689533"/>
              <a:gd name="connsiteX114" fmla="*/ 893119 w 8218654"/>
              <a:gd name="connsiteY114" fmla="*/ 12419634 h 13689533"/>
              <a:gd name="connsiteX115" fmla="*/ 929907 w 8218654"/>
              <a:gd name="connsiteY115" fmla="*/ 12420047 h 13689533"/>
              <a:gd name="connsiteX116" fmla="*/ 1031572 w 8218654"/>
              <a:gd name="connsiteY116" fmla="*/ 12420846 h 13689533"/>
              <a:gd name="connsiteX117" fmla="*/ 1085114 w 8218654"/>
              <a:gd name="connsiteY117" fmla="*/ 12425908 h 13689533"/>
              <a:gd name="connsiteX118" fmla="*/ 1108607 w 8218654"/>
              <a:gd name="connsiteY118" fmla="*/ 12426331 h 13689533"/>
              <a:gd name="connsiteX119" fmla="*/ 1215982 w 8218654"/>
              <a:gd name="connsiteY119" fmla="*/ 12428583 h 13689533"/>
              <a:gd name="connsiteX120" fmla="*/ 1327043 w 8218654"/>
              <a:gd name="connsiteY120" fmla="*/ 12438571 h 13689533"/>
              <a:gd name="connsiteX121" fmla="*/ 1503830 w 8218654"/>
              <a:gd name="connsiteY121" fmla="*/ 12440328 h 13689533"/>
              <a:gd name="connsiteX122" fmla="*/ 1845869 w 8218654"/>
              <a:gd name="connsiteY122" fmla="*/ 12454454 h 13689533"/>
              <a:gd name="connsiteX123" fmla="*/ 1919009 w 8218654"/>
              <a:gd name="connsiteY123" fmla="*/ 12466538 h 13689533"/>
              <a:gd name="connsiteX124" fmla="*/ 1994939 w 8218654"/>
              <a:gd name="connsiteY124" fmla="*/ 12470560 h 13689533"/>
              <a:gd name="connsiteX125" fmla="*/ 2289099 w 8218654"/>
              <a:gd name="connsiteY125" fmla="*/ 12486615 h 13689533"/>
              <a:gd name="connsiteX126" fmla="*/ 2362414 w 8218654"/>
              <a:gd name="connsiteY126" fmla="*/ 12487885 h 13689533"/>
              <a:gd name="connsiteX127" fmla="*/ 3090805 w 8218654"/>
              <a:gd name="connsiteY127" fmla="*/ 12522226 h 13689533"/>
              <a:gd name="connsiteX128" fmla="*/ 3142408 w 8218654"/>
              <a:gd name="connsiteY128" fmla="*/ 12529951 h 13689533"/>
              <a:gd name="connsiteX129" fmla="*/ 3154657 w 8218654"/>
              <a:gd name="connsiteY129" fmla="*/ 12531052 h 13689533"/>
              <a:gd name="connsiteX130" fmla="*/ 3530464 w 8218654"/>
              <a:gd name="connsiteY130" fmla="*/ 12542954 h 13689533"/>
              <a:gd name="connsiteX131" fmla="*/ 3658944 w 8218654"/>
              <a:gd name="connsiteY131" fmla="*/ 12549977 h 13689533"/>
              <a:gd name="connsiteX132" fmla="*/ 3674829 w 8218654"/>
              <a:gd name="connsiteY132" fmla="*/ 12549761 h 13689533"/>
              <a:gd name="connsiteX133" fmla="*/ 3767633 w 8218654"/>
              <a:gd name="connsiteY133" fmla="*/ 12552753 h 13689533"/>
              <a:gd name="connsiteX134" fmla="*/ 3859725 w 8218654"/>
              <a:gd name="connsiteY134" fmla="*/ 12554704 h 13689533"/>
              <a:gd name="connsiteX135" fmla="*/ 4186672 w 8218654"/>
              <a:gd name="connsiteY135" fmla="*/ 12573892 h 13689533"/>
              <a:gd name="connsiteX136" fmla="*/ 4265162 w 8218654"/>
              <a:gd name="connsiteY136" fmla="*/ 12584181 h 13689533"/>
              <a:gd name="connsiteX137" fmla="*/ 4475403 w 8218654"/>
              <a:gd name="connsiteY137" fmla="*/ 12587505 h 13689533"/>
              <a:gd name="connsiteX138" fmla="*/ 4932036 w 8218654"/>
              <a:gd name="connsiteY138" fmla="*/ 12610852 h 13689533"/>
              <a:gd name="connsiteX139" fmla="*/ 4975612 w 8218654"/>
              <a:gd name="connsiteY139" fmla="*/ 12612285 h 13689533"/>
              <a:gd name="connsiteX140" fmla="*/ 4987245 w 8218654"/>
              <a:gd name="connsiteY140" fmla="*/ 12611636 h 13689533"/>
              <a:gd name="connsiteX141" fmla="*/ 5499086 w 8218654"/>
              <a:gd name="connsiteY141" fmla="*/ 12635768 h 13689533"/>
              <a:gd name="connsiteX142" fmla="*/ 5547502 w 8218654"/>
              <a:gd name="connsiteY142" fmla="*/ 12639809 h 13689533"/>
              <a:gd name="connsiteX143" fmla="*/ 5571269 w 8218654"/>
              <a:gd name="connsiteY143" fmla="*/ 12639171 h 13689533"/>
              <a:gd name="connsiteX144" fmla="*/ 6371843 w 8218654"/>
              <a:gd name="connsiteY144" fmla="*/ 12676915 h 13689533"/>
              <a:gd name="connsiteX145" fmla="*/ 6372521 w 8218654"/>
              <a:gd name="connsiteY145" fmla="*/ 12677015 h 13689533"/>
              <a:gd name="connsiteX146" fmla="*/ 6450587 w 8218654"/>
              <a:gd name="connsiteY146" fmla="*/ 12680627 h 13689533"/>
              <a:gd name="connsiteX147" fmla="*/ 7021528 w 8218654"/>
              <a:gd name="connsiteY147" fmla="*/ 12706775 h 13689533"/>
              <a:gd name="connsiteX148" fmla="*/ 7068404 w 8218654"/>
              <a:gd name="connsiteY148" fmla="*/ 12708949 h 13689533"/>
              <a:gd name="connsiteX149" fmla="*/ 7070964 w 8218654"/>
              <a:gd name="connsiteY149" fmla="*/ 12675647 h 13689533"/>
              <a:gd name="connsiteX150" fmla="*/ 7077928 w 8218654"/>
              <a:gd name="connsiteY150" fmla="*/ 12439251 h 13689533"/>
              <a:gd name="connsiteX151" fmla="*/ 7089852 w 8218654"/>
              <a:gd name="connsiteY151" fmla="*/ 11907995 h 13689533"/>
              <a:gd name="connsiteX152" fmla="*/ 7100789 w 8218654"/>
              <a:gd name="connsiteY152" fmla="*/ 11768609 h 13689533"/>
              <a:gd name="connsiteX153" fmla="*/ 7101032 w 8218654"/>
              <a:gd name="connsiteY153" fmla="*/ 11751079 h 13689533"/>
              <a:gd name="connsiteX154" fmla="*/ 7135531 w 8218654"/>
              <a:gd name="connsiteY154" fmla="*/ 11217460 h 13689533"/>
              <a:gd name="connsiteX155" fmla="*/ 7161920 w 8218654"/>
              <a:gd name="connsiteY155" fmla="*/ 10787359 h 13689533"/>
              <a:gd name="connsiteX156" fmla="*/ 7169725 w 8218654"/>
              <a:gd name="connsiteY156" fmla="*/ 10658710 h 13689533"/>
              <a:gd name="connsiteX157" fmla="*/ 7167533 w 8218654"/>
              <a:gd name="connsiteY157" fmla="*/ 10538684 h 13689533"/>
              <a:gd name="connsiteX158" fmla="*/ 7174660 w 8218654"/>
              <a:gd name="connsiteY158" fmla="*/ 10233002 h 13689533"/>
              <a:gd name="connsiteX159" fmla="*/ 7181151 w 8218654"/>
              <a:gd name="connsiteY159" fmla="*/ 10180056 h 13689533"/>
              <a:gd name="connsiteX160" fmla="*/ 7182761 w 8218654"/>
              <a:gd name="connsiteY160" fmla="*/ 10008609 h 13689533"/>
              <a:gd name="connsiteX161" fmla="*/ 7195843 w 8218654"/>
              <a:gd name="connsiteY161" fmla="*/ 9792337 h 13689533"/>
              <a:gd name="connsiteX162" fmla="*/ 7197293 w 8218654"/>
              <a:gd name="connsiteY162" fmla="*/ 9774617 h 13689533"/>
              <a:gd name="connsiteX163" fmla="*/ 7199882 w 8218654"/>
              <a:gd name="connsiteY163" fmla="*/ 9637014 h 13689533"/>
              <a:gd name="connsiteX164" fmla="*/ 7221285 w 8218654"/>
              <a:gd name="connsiteY164" fmla="*/ 9365699 h 13689533"/>
              <a:gd name="connsiteX165" fmla="*/ 7221884 w 8218654"/>
              <a:gd name="connsiteY165" fmla="*/ 9345295 h 13689533"/>
              <a:gd name="connsiteX166" fmla="*/ 7231536 w 8218654"/>
              <a:gd name="connsiteY166" fmla="*/ 9181137 h 13689533"/>
              <a:gd name="connsiteX167" fmla="*/ 7250388 w 8218654"/>
              <a:gd name="connsiteY167" fmla="*/ 8787646 h 13689533"/>
              <a:gd name="connsiteX168" fmla="*/ 7261288 w 8218654"/>
              <a:gd name="connsiteY168" fmla="*/ 8595071 h 13689533"/>
              <a:gd name="connsiteX169" fmla="*/ 7263538 w 8218654"/>
              <a:gd name="connsiteY169" fmla="*/ 8502363 h 13689533"/>
              <a:gd name="connsiteX170" fmla="*/ 7268928 w 8218654"/>
              <a:gd name="connsiteY170" fmla="*/ 8293716 h 13689533"/>
              <a:gd name="connsiteX171" fmla="*/ 7271556 w 8218654"/>
              <a:gd name="connsiteY171" fmla="*/ 8266628 h 13689533"/>
              <a:gd name="connsiteX172" fmla="*/ 7275767 w 8218654"/>
              <a:gd name="connsiteY172" fmla="*/ 8006432 h 13689533"/>
              <a:gd name="connsiteX173" fmla="*/ 7289391 w 8218654"/>
              <a:gd name="connsiteY173" fmla="*/ 7740443 h 13689533"/>
              <a:gd name="connsiteX174" fmla="*/ 7309289 w 8218654"/>
              <a:gd name="connsiteY174" fmla="*/ 7486028 h 13689533"/>
              <a:gd name="connsiteX175" fmla="*/ 7312137 w 8218654"/>
              <a:gd name="connsiteY175" fmla="*/ 7287774 h 13689533"/>
              <a:gd name="connsiteX176" fmla="*/ 7333941 w 8218654"/>
              <a:gd name="connsiteY176" fmla="*/ 7009061 h 13689533"/>
              <a:gd name="connsiteX177" fmla="*/ 7340699 w 8218654"/>
              <a:gd name="connsiteY177" fmla="*/ 6962981 h 13689533"/>
              <a:gd name="connsiteX178" fmla="*/ 7340815 w 8218654"/>
              <a:gd name="connsiteY178" fmla="*/ 6961749 h 13689533"/>
              <a:gd name="connsiteX179" fmla="*/ 7346742 w 8218654"/>
              <a:gd name="connsiteY179" fmla="*/ 6737552 h 13689533"/>
              <a:gd name="connsiteX180" fmla="*/ 7344355 w 8218654"/>
              <a:gd name="connsiteY180" fmla="*/ 6541051 h 13689533"/>
              <a:gd name="connsiteX181" fmla="*/ 7349185 w 8218654"/>
              <a:gd name="connsiteY181" fmla="*/ 6493892 h 13689533"/>
              <a:gd name="connsiteX182" fmla="*/ 7348741 w 8218654"/>
              <a:gd name="connsiteY182" fmla="*/ 6481794 h 13689533"/>
              <a:gd name="connsiteX183" fmla="*/ 7362694 w 8218654"/>
              <a:gd name="connsiteY183" fmla="*/ 6030337 h 13689533"/>
              <a:gd name="connsiteX184" fmla="*/ 7386811 w 8218654"/>
              <a:gd name="connsiteY184" fmla="*/ 5827144 h 13689533"/>
              <a:gd name="connsiteX185" fmla="*/ 7388194 w 8218654"/>
              <a:gd name="connsiteY185" fmla="*/ 5747643 h 13689533"/>
              <a:gd name="connsiteX186" fmla="*/ 7418499 w 8218654"/>
              <a:gd name="connsiteY186" fmla="*/ 5222729 h 13689533"/>
              <a:gd name="connsiteX187" fmla="*/ 7423657 w 8218654"/>
              <a:gd name="connsiteY187" fmla="*/ 5110089 h 13689533"/>
              <a:gd name="connsiteX188" fmla="*/ 7423546 w 8218654"/>
              <a:gd name="connsiteY188" fmla="*/ 5108494 h 13689533"/>
              <a:gd name="connsiteX189" fmla="*/ 7432488 w 8218654"/>
              <a:gd name="connsiteY189" fmla="*/ 4865081 h 13689533"/>
              <a:gd name="connsiteX190" fmla="*/ 7434944 w 8218654"/>
              <a:gd name="connsiteY190" fmla="*/ 4839835 h 13689533"/>
              <a:gd name="connsiteX191" fmla="*/ 7446468 w 8218654"/>
              <a:gd name="connsiteY191" fmla="*/ 4533392 h 13689533"/>
              <a:gd name="connsiteX192" fmla="*/ 7451393 w 8218654"/>
              <a:gd name="connsiteY192" fmla="*/ 4444405 h 13689533"/>
              <a:gd name="connsiteX193" fmla="*/ 7452792 w 8218654"/>
              <a:gd name="connsiteY193" fmla="*/ 4369000 h 13689533"/>
              <a:gd name="connsiteX194" fmla="*/ 7467684 w 8218654"/>
              <a:gd name="connsiteY194" fmla="*/ 4147390 h 13689533"/>
              <a:gd name="connsiteX195" fmla="*/ 7468529 w 8218654"/>
              <a:gd name="connsiteY195" fmla="*/ 4134819 h 13689533"/>
              <a:gd name="connsiteX196" fmla="*/ 7474749 w 8218654"/>
              <a:gd name="connsiteY196" fmla="*/ 4022457 h 13689533"/>
              <a:gd name="connsiteX197" fmla="*/ 7491004 w 8218654"/>
              <a:gd name="connsiteY197" fmla="*/ 3635061 h 13689533"/>
              <a:gd name="connsiteX198" fmla="*/ 7494884 w 8218654"/>
              <a:gd name="connsiteY198" fmla="*/ 3517437 h 13689533"/>
              <a:gd name="connsiteX199" fmla="*/ 7495828 w 8218654"/>
              <a:gd name="connsiteY199" fmla="*/ 3418622 h 13689533"/>
              <a:gd name="connsiteX200" fmla="*/ 7506750 w 8218654"/>
              <a:gd name="connsiteY200" fmla="*/ 3343682 h 13689533"/>
              <a:gd name="connsiteX201" fmla="*/ 7525951 w 8218654"/>
              <a:gd name="connsiteY201" fmla="*/ 2936418 h 13689533"/>
              <a:gd name="connsiteX202" fmla="*/ 7534813 w 8218654"/>
              <a:gd name="connsiteY202" fmla="*/ 2833970 h 13689533"/>
              <a:gd name="connsiteX203" fmla="*/ 7532352 w 8218654"/>
              <a:gd name="connsiteY203" fmla="*/ 2800662 h 13689533"/>
              <a:gd name="connsiteX204" fmla="*/ 7564353 w 8218654"/>
              <a:gd name="connsiteY204" fmla="*/ 2121889 h 13689533"/>
              <a:gd name="connsiteX205" fmla="*/ 7577154 w 8218654"/>
              <a:gd name="connsiteY205" fmla="*/ 1850379 h 13689533"/>
              <a:gd name="connsiteX206" fmla="*/ 7599517 w 8218654"/>
              <a:gd name="connsiteY206" fmla="*/ 1562404 h 13689533"/>
              <a:gd name="connsiteX207" fmla="*/ 7874424 w 8218654"/>
              <a:gd name="connsiteY207" fmla="*/ 8000769 h 13689533"/>
              <a:gd name="connsiteX208" fmla="*/ 7861848 w 8218654"/>
              <a:gd name="connsiteY208" fmla="*/ 8149768 h 13689533"/>
              <a:gd name="connsiteX209" fmla="*/ 7836279 w 8218654"/>
              <a:gd name="connsiteY209" fmla="*/ 8334091 h 13689533"/>
              <a:gd name="connsiteX210" fmla="*/ 7837517 w 8218654"/>
              <a:gd name="connsiteY210" fmla="*/ 8388188 h 13689533"/>
              <a:gd name="connsiteX211" fmla="*/ 7815317 w 8218654"/>
              <a:gd name="connsiteY211" fmla="*/ 8664434 h 13689533"/>
              <a:gd name="connsiteX212" fmla="*/ 7776915 w 8218654"/>
              <a:gd name="connsiteY212" fmla="*/ 9478962 h 13689533"/>
              <a:gd name="connsiteX213" fmla="*/ 7764115 w 8218654"/>
              <a:gd name="connsiteY213" fmla="*/ 9750471 h 13689533"/>
              <a:gd name="connsiteX214" fmla="*/ 7751314 w 8218654"/>
              <a:gd name="connsiteY214" fmla="*/ 10021982 h 13689533"/>
              <a:gd name="connsiteX215" fmla="*/ 7750827 w 8218654"/>
              <a:gd name="connsiteY215" fmla="*/ 10077307 h 13689533"/>
              <a:gd name="connsiteX216" fmla="*/ 7745442 w 8218654"/>
              <a:gd name="connsiteY216" fmla="*/ 10143243 h 13689533"/>
              <a:gd name="connsiteX217" fmla="*/ 7744914 w 8218654"/>
              <a:gd name="connsiteY217" fmla="*/ 10157736 h 13689533"/>
              <a:gd name="connsiteX218" fmla="*/ 7737706 w 8218654"/>
              <a:gd name="connsiteY218" fmla="*/ 10363411 h 13689533"/>
              <a:gd name="connsiteX219" fmla="*/ 7736898 w 8218654"/>
              <a:gd name="connsiteY219" fmla="*/ 10372918 h 13689533"/>
              <a:gd name="connsiteX220" fmla="*/ 7736804 w 8218654"/>
              <a:gd name="connsiteY220" fmla="*/ 10377517 h 13689533"/>
              <a:gd name="connsiteX221" fmla="*/ 7719312 w 8218654"/>
              <a:gd name="connsiteY221" fmla="*/ 10700755 h 13689533"/>
              <a:gd name="connsiteX222" fmla="*/ 7693711 w 8218654"/>
              <a:gd name="connsiteY222" fmla="*/ 11243776 h 13689533"/>
              <a:gd name="connsiteX223" fmla="*/ 7688557 w 8218654"/>
              <a:gd name="connsiteY223" fmla="*/ 11403788 h 13689533"/>
              <a:gd name="connsiteX224" fmla="*/ 7688506 w 8218654"/>
              <a:gd name="connsiteY224" fmla="*/ 11412531 h 13689533"/>
              <a:gd name="connsiteX225" fmla="*/ 7690970 w 8218654"/>
              <a:gd name="connsiteY225" fmla="*/ 11480556 h 13689533"/>
              <a:gd name="connsiteX226" fmla="*/ 7688040 w 8218654"/>
              <a:gd name="connsiteY226" fmla="*/ 11576410 h 13689533"/>
              <a:gd name="connsiteX227" fmla="*/ 7686919 w 8218654"/>
              <a:gd name="connsiteY227" fmla="*/ 11588213 h 13689533"/>
              <a:gd name="connsiteX228" fmla="*/ 7681694 w 8218654"/>
              <a:gd name="connsiteY228" fmla="*/ 11740486 h 13689533"/>
              <a:gd name="connsiteX229" fmla="*/ 7661709 w 8218654"/>
              <a:gd name="connsiteY229" fmla="*/ 11922549 h 13689533"/>
              <a:gd name="connsiteX230" fmla="*/ 7652471 w 8218654"/>
              <a:gd name="connsiteY230" fmla="*/ 12004820 h 13689533"/>
              <a:gd name="connsiteX231" fmla="*/ 7655309 w 8218654"/>
              <a:gd name="connsiteY231" fmla="*/ 12058303 h 13689533"/>
              <a:gd name="connsiteX232" fmla="*/ 7631555 w 8218654"/>
              <a:gd name="connsiteY232" fmla="*/ 12549409 h 13689533"/>
              <a:gd name="connsiteX233" fmla="*/ 7630260 w 8218654"/>
              <a:gd name="connsiteY233" fmla="*/ 12578878 h 13689533"/>
              <a:gd name="connsiteX234" fmla="*/ 7629478 w 8218654"/>
              <a:gd name="connsiteY234" fmla="*/ 12650572 h 13689533"/>
              <a:gd name="connsiteX235" fmla="*/ 7626108 w 8218654"/>
              <a:gd name="connsiteY235" fmla="*/ 12832867 h 13689533"/>
              <a:gd name="connsiteX236" fmla="*/ 7620799 w 8218654"/>
              <a:gd name="connsiteY236" fmla="*/ 12892658 h 13689533"/>
              <a:gd name="connsiteX237" fmla="*/ 7615940 w 8218654"/>
              <a:gd name="connsiteY237" fmla="*/ 13194096 h 13689533"/>
              <a:gd name="connsiteX238" fmla="*/ 7578505 w 8218654"/>
              <a:gd name="connsiteY238" fmla="*/ 13687360 h 13689533"/>
              <a:gd name="connsiteX239" fmla="*/ 7437611 w 8218654"/>
              <a:gd name="connsiteY239" fmla="*/ 13687241 h 13689533"/>
              <a:gd name="connsiteX240" fmla="*/ 7020325 w 8218654"/>
              <a:gd name="connsiteY240" fmla="*/ 13661044 h 13689533"/>
              <a:gd name="connsiteX241" fmla="*/ 7027423 w 8218654"/>
              <a:gd name="connsiteY241" fmla="*/ 13529240 h 13689533"/>
              <a:gd name="connsiteX242" fmla="*/ 7032358 w 8218654"/>
              <a:gd name="connsiteY242" fmla="*/ 13475219 h 13689533"/>
              <a:gd name="connsiteX243" fmla="*/ 7033303 w 8218654"/>
              <a:gd name="connsiteY243" fmla="*/ 13460637 h 13689533"/>
              <a:gd name="connsiteX244" fmla="*/ 7033126 w 8218654"/>
              <a:gd name="connsiteY244" fmla="*/ 13389535 h 13689533"/>
              <a:gd name="connsiteX245" fmla="*/ 7032976 w 8218654"/>
              <a:gd name="connsiteY245" fmla="*/ 13333792 h 13689533"/>
              <a:gd name="connsiteX246" fmla="*/ 7036134 w 8218654"/>
              <a:gd name="connsiteY246" fmla="*/ 13267830 h 13689533"/>
              <a:gd name="connsiteX247" fmla="*/ 7005216 w 8218654"/>
              <a:gd name="connsiteY247" fmla="*/ 13266403 h 13689533"/>
              <a:gd name="connsiteX248" fmla="*/ 6941647 w 8218654"/>
              <a:gd name="connsiteY248" fmla="*/ 13260981 h 13689533"/>
              <a:gd name="connsiteX249" fmla="*/ 6819550 w 8218654"/>
              <a:gd name="connsiteY249" fmla="*/ 13261409 h 13689533"/>
              <a:gd name="connsiteX250" fmla="*/ 6489892 w 8218654"/>
              <a:gd name="connsiteY250" fmla="*/ 13241901 h 13689533"/>
              <a:gd name="connsiteX251" fmla="*/ 6460184 w 8218654"/>
              <a:gd name="connsiteY251" fmla="*/ 13237707 h 13689533"/>
              <a:gd name="connsiteX252" fmla="*/ 6417709 w 8218654"/>
              <a:gd name="connsiteY252" fmla="*/ 13238498 h 13689533"/>
              <a:gd name="connsiteX253" fmla="*/ 5905867 w 8218654"/>
              <a:gd name="connsiteY253" fmla="*/ 13214366 h 13689533"/>
              <a:gd name="connsiteX254" fmla="*/ 5851800 w 8218654"/>
              <a:gd name="connsiteY254" fmla="*/ 13209087 h 13689533"/>
              <a:gd name="connsiteX255" fmla="*/ 5744615 w 8218654"/>
              <a:gd name="connsiteY255" fmla="*/ 13202559 h 13689533"/>
              <a:gd name="connsiteX256" fmla="*/ 5394025 w 8218654"/>
              <a:gd name="connsiteY256" fmla="*/ 13190235 h 13689533"/>
              <a:gd name="connsiteX257" fmla="*/ 5254179 w 8218654"/>
              <a:gd name="connsiteY257" fmla="*/ 13191673 h 13689533"/>
              <a:gd name="connsiteX258" fmla="*/ 5166617 w 8218654"/>
              <a:gd name="connsiteY258" fmla="*/ 13185693 h 13689533"/>
              <a:gd name="connsiteX259" fmla="*/ 5045831 w 8218654"/>
              <a:gd name="connsiteY259" fmla="*/ 13183281 h 13689533"/>
              <a:gd name="connsiteX260" fmla="*/ 4842764 w 8218654"/>
              <a:gd name="connsiteY260" fmla="*/ 13172396 h 13689533"/>
              <a:gd name="connsiteX261" fmla="*/ 4682447 w 8218654"/>
              <a:gd name="connsiteY261" fmla="*/ 13159597 h 13689533"/>
              <a:gd name="connsiteX262" fmla="*/ 4498424 w 8218654"/>
              <a:gd name="connsiteY262" fmla="*/ 13150199 h 13689533"/>
              <a:gd name="connsiteX263" fmla="*/ 4287820 w 8218654"/>
              <a:gd name="connsiteY263" fmla="*/ 13138502 h 13689533"/>
              <a:gd name="connsiteX264" fmla="*/ 4285145 w 8218654"/>
              <a:gd name="connsiteY264" fmla="*/ 13138503 h 13689533"/>
              <a:gd name="connsiteX265" fmla="*/ 4081610 w 8218654"/>
              <a:gd name="connsiteY265" fmla="*/ 13128360 h 13689533"/>
              <a:gd name="connsiteX266" fmla="*/ 3281038 w 8218654"/>
              <a:gd name="connsiteY266" fmla="*/ 13090616 h 13689533"/>
              <a:gd name="connsiteX267" fmla="*/ 3064645 w 8218654"/>
              <a:gd name="connsiteY267" fmla="*/ 13073296 h 13689533"/>
              <a:gd name="connsiteX268" fmla="*/ 3002576 w 8218654"/>
              <a:gd name="connsiteY268" fmla="*/ 13072638 h 13689533"/>
              <a:gd name="connsiteX269" fmla="*/ 2913561 w 8218654"/>
              <a:gd name="connsiteY269" fmla="*/ 13073290 h 13689533"/>
              <a:gd name="connsiteX270" fmla="*/ 2401719 w 8218654"/>
              <a:gd name="connsiteY270" fmla="*/ 13049159 h 13689533"/>
              <a:gd name="connsiteX271" fmla="*/ 2316646 w 8218654"/>
              <a:gd name="connsiteY271" fmla="*/ 13042277 h 13689533"/>
              <a:gd name="connsiteX272" fmla="*/ 2259711 w 8218654"/>
              <a:gd name="connsiteY272" fmla="*/ 13042401 h 13689533"/>
              <a:gd name="connsiteX273" fmla="*/ 2139672 w 8218654"/>
              <a:gd name="connsiteY273" fmla="*/ 13042716 h 13689533"/>
              <a:gd name="connsiteX274" fmla="*/ 2083988 w 8218654"/>
              <a:gd name="connsiteY274" fmla="*/ 13038167 h 13689533"/>
              <a:gd name="connsiteX275" fmla="*/ 2060648 w 8218654"/>
              <a:gd name="connsiteY275" fmla="*/ 13038508 h 13689533"/>
              <a:gd name="connsiteX276" fmla="*/ 1962061 w 8218654"/>
              <a:gd name="connsiteY276" fmla="*/ 13028431 h 13689533"/>
              <a:gd name="connsiteX277" fmla="*/ 1571805 w 8218654"/>
              <a:gd name="connsiteY277" fmla="*/ 13017643 h 13689533"/>
              <a:gd name="connsiteX278" fmla="*/ 1453958 w 8218654"/>
              <a:gd name="connsiteY278" fmla="*/ 13004710 h 13689533"/>
              <a:gd name="connsiteX279" fmla="*/ 1322159 w 8218654"/>
              <a:gd name="connsiteY279" fmla="*/ 13009423 h 13689533"/>
              <a:gd name="connsiteX280" fmla="*/ 1182441 w 8218654"/>
              <a:gd name="connsiteY280" fmla="*/ 13006361 h 13689533"/>
              <a:gd name="connsiteX281" fmla="*/ 908681 w 8218654"/>
              <a:gd name="connsiteY281" fmla="*/ 12980472 h 13689533"/>
              <a:gd name="connsiteX282" fmla="*/ 776009 w 8218654"/>
              <a:gd name="connsiteY282" fmla="*/ 12981828 h 13689533"/>
              <a:gd name="connsiteX283" fmla="*/ 0 w 8218654"/>
              <a:gd name="connsiteY283" fmla="*/ 12935927 h 13689533"/>
              <a:gd name="connsiteX284" fmla="*/ 18087 w 8218654"/>
              <a:gd name="connsiteY284" fmla="*/ 12663722 h 13689533"/>
              <a:gd name="connsiteX285" fmla="*/ 19330 w 8218654"/>
              <a:gd name="connsiteY285" fmla="*/ 12642465 h 13689533"/>
              <a:gd name="connsiteX286" fmla="*/ 22377 w 8218654"/>
              <a:gd name="connsiteY286" fmla="*/ 12517247 h 13689533"/>
              <a:gd name="connsiteX287" fmla="*/ 26316 w 8218654"/>
              <a:gd name="connsiteY287" fmla="*/ 12377747 h 13689533"/>
              <a:gd name="connsiteX288" fmla="*/ 171001 w 8218654"/>
              <a:gd name="connsiteY288" fmla="*/ 12378627 h 13689533"/>
              <a:gd name="connsiteX289" fmla="*/ 204973 w 8218654"/>
              <a:gd name="connsiteY289" fmla="*/ 12379670 h 13689533"/>
              <a:gd name="connsiteX290" fmla="*/ 203834 w 8218654"/>
              <a:gd name="connsiteY290" fmla="*/ 12333556 h 13689533"/>
              <a:gd name="connsiteX291" fmla="*/ 208317 w 8218654"/>
              <a:gd name="connsiteY291" fmla="*/ 12225891 h 13689533"/>
              <a:gd name="connsiteX292" fmla="*/ 209038 w 8218654"/>
              <a:gd name="connsiteY292" fmla="*/ 12176803 h 13689533"/>
              <a:gd name="connsiteX293" fmla="*/ 208317 w 8218654"/>
              <a:gd name="connsiteY293" fmla="*/ 12153628 h 13689533"/>
              <a:gd name="connsiteX294" fmla="*/ 208317 w 8218654"/>
              <a:gd name="connsiteY294" fmla="*/ 11352165 h 13689533"/>
              <a:gd name="connsiteX295" fmla="*/ 216342 w 8218654"/>
              <a:gd name="connsiteY295" fmla="*/ 11207940 h 13689533"/>
              <a:gd name="connsiteX296" fmla="*/ 212069 w 8218654"/>
              <a:gd name="connsiteY296" fmla="*/ 11086383 h 13689533"/>
              <a:gd name="connsiteX297" fmla="*/ 208378 w 8218654"/>
              <a:gd name="connsiteY297" fmla="*/ 11023615 h 13689533"/>
              <a:gd name="connsiteX298" fmla="*/ 206034 w 8218654"/>
              <a:gd name="connsiteY298" fmla="*/ 10998595 h 13689533"/>
              <a:gd name="connsiteX299" fmla="*/ 206305 w 8218654"/>
              <a:gd name="connsiteY299" fmla="*/ 10988346 h 13689533"/>
              <a:gd name="connsiteX300" fmla="*/ 205404 w 8218654"/>
              <a:gd name="connsiteY300" fmla="*/ 10973030 h 13689533"/>
              <a:gd name="connsiteX301" fmla="*/ 208317 w 8218654"/>
              <a:gd name="connsiteY301" fmla="*/ 10839755 h 13689533"/>
              <a:gd name="connsiteX302" fmla="*/ 201403 w 8218654"/>
              <a:gd name="connsiteY302" fmla="*/ 10420979 h 13689533"/>
              <a:gd name="connsiteX303" fmla="*/ 197587 w 8218654"/>
              <a:gd name="connsiteY303" fmla="*/ 10259972 h 13689533"/>
              <a:gd name="connsiteX304" fmla="*/ 197140 w 8218654"/>
              <a:gd name="connsiteY304" fmla="*/ 10254157 h 13689533"/>
              <a:gd name="connsiteX305" fmla="*/ 208317 w 8218654"/>
              <a:gd name="connsiteY305" fmla="*/ 9814934 h 13689533"/>
              <a:gd name="connsiteX306" fmla="*/ 216848 w 8218654"/>
              <a:gd name="connsiteY306" fmla="*/ 9751557 h 13689533"/>
              <a:gd name="connsiteX307" fmla="*/ 214917 w 8218654"/>
              <a:gd name="connsiteY307" fmla="*/ 9679117 h 13689533"/>
              <a:gd name="connsiteX308" fmla="*/ 206237 w 8218654"/>
              <a:gd name="connsiteY308" fmla="*/ 9474660 h 13689533"/>
              <a:gd name="connsiteX309" fmla="*/ 207593 w 8218654"/>
              <a:gd name="connsiteY309" fmla="*/ 9366730 h 13689533"/>
              <a:gd name="connsiteX310" fmla="*/ 199807 w 8218654"/>
              <a:gd name="connsiteY310" fmla="*/ 9280101 h 13689533"/>
              <a:gd name="connsiteX311" fmla="*/ 200203 w 8218654"/>
              <a:gd name="connsiteY311" fmla="*/ 9177534 h 13689533"/>
              <a:gd name="connsiteX312" fmla="*/ 206831 w 8218654"/>
              <a:gd name="connsiteY312" fmla="*/ 8979137 h 13689533"/>
              <a:gd name="connsiteX313" fmla="*/ 203369 w 8218654"/>
              <a:gd name="connsiteY313" fmla="*/ 8850322 h 13689533"/>
              <a:gd name="connsiteX314" fmla="*/ 208317 w 8218654"/>
              <a:gd name="connsiteY314" fmla="*/ 8652157 h 13689533"/>
              <a:gd name="connsiteX315" fmla="*/ 209121 w 8218654"/>
              <a:gd name="connsiteY315" fmla="*/ 8606486 h 13689533"/>
              <a:gd name="connsiteX316" fmla="*/ 208317 w 8218654"/>
              <a:gd name="connsiteY316" fmla="*/ 8494492 h 13689533"/>
              <a:gd name="connsiteX317" fmla="*/ 208317 w 8218654"/>
              <a:gd name="connsiteY317" fmla="*/ 7837556 h 13689533"/>
              <a:gd name="connsiteX318" fmla="*/ 210587 w 8218654"/>
              <a:gd name="connsiteY318" fmla="*/ 7571958 h 13689533"/>
              <a:gd name="connsiteX319" fmla="*/ 202552 w 8218654"/>
              <a:gd name="connsiteY319" fmla="*/ 7441941 h 13689533"/>
              <a:gd name="connsiteX320" fmla="*/ 189727 w 8218654"/>
              <a:gd name="connsiteY320" fmla="*/ 7440815 h 13689533"/>
              <a:gd name="connsiteX321" fmla="*/ 201597 w 8218654"/>
              <a:gd name="connsiteY321" fmla="*/ 7352837 h 13689533"/>
              <a:gd name="connsiteX322" fmla="*/ 201326 w 8218654"/>
              <a:gd name="connsiteY322" fmla="*/ 7312418 h 13689533"/>
              <a:gd name="connsiteX323" fmla="*/ 205247 w 8218654"/>
              <a:gd name="connsiteY323" fmla="*/ 7279026 h 13689533"/>
              <a:gd name="connsiteX324" fmla="*/ 204054 w 8218654"/>
              <a:gd name="connsiteY324" fmla="*/ 7227891 h 13689533"/>
              <a:gd name="connsiteX325" fmla="*/ 208317 w 8218654"/>
              <a:gd name="connsiteY325" fmla="*/ 6681348 h 13689533"/>
              <a:gd name="connsiteX326" fmla="*/ 208317 w 8218654"/>
              <a:gd name="connsiteY326" fmla="*/ 6241201 h 13689533"/>
              <a:gd name="connsiteX327" fmla="*/ 208317 w 8218654"/>
              <a:gd name="connsiteY327" fmla="*/ 5439739 h 13689533"/>
              <a:gd name="connsiteX328" fmla="*/ 348060 w 8218654"/>
              <a:gd name="connsiteY328" fmla="*/ 5430552 h 13689533"/>
              <a:gd name="connsiteX329" fmla="*/ 410003 w 8218654"/>
              <a:gd name="connsiteY329" fmla="*/ 5430087 h 13689533"/>
              <a:gd name="connsiteX330" fmla="*/ 418502 w 8218654"/>
              <a:gd name="connsiteY330" fmla="*/ 5337888 h 13689533"/>
              <a:gd name="connsiteX331" fmla="*/ 438557 w 8218654"/>
              <a:gd name="connsiteY331" fmla="*/ 5161281 h 13689533"/>
              <a:gd name="connsiteX332" fmla="*/ 442659 w 8218654"/>
              <a:gd name="connsiteY332" fmla="*/ 5115840 h 13689533"/>
              <a:gd name="connsiteX333" fmla="*/ 461412 w 8218654"/>
              <a:gd name="connsiteY333" fmla="*/ 4863188 h 13689533"/>
              <a:gd name="connsiteX334" fmla="*/ 505239 w 8218654"/>
              <a:gd name="connsiteY334" fmla="*/ 4539413 h 13689533"/>
              <a:gd name="connsiteX335" fmla="*/ 509737 w 8218654"/>
              <a:gd name="connsiteY335" fmla="*/ 4407588 h 13689533"/>
              <a:gd name="connsiteX336" fmla="*/ 550571 w 8218654"/>
              <a:gd name="connsiteY336" fmla="*/ 4113314 h 13689533"/>
              <a:gd name="connsiteX337" fmla="*/ 554646 w 8218654"/>
              <a:gd name="connsiteY337" fmla="*/ 4090029 h 13689533"/>
              <a:gd name="connsiteX338" fmla="*/ 561309 w 8218654"/>
              <a:gd name="connsiteY338" fmla="*/ 4025192 h 13689533"/>
              <a:gd name="connsiteX339" fmla="*/ 590720 w 8218654"/>
              <a:gd name="connsiteY339" fmla="*/ 3788857 h 13689533"/>
              <a:gd name="connsiteX340" fmla="*/ 591860 w 8218654"/>
              <a:gd name="connsiteY340" fmla="*/ 3744366 h 13689533"/>
              <a:gd name="connsiteX341" fmla="*/ 655093 w 8218654"/>
              <a:gd name="connsiteY341" fmla="*/ 3163122 h 13689533"/>
              <a:gd name="connsiteX342" fmla="*/ 681483 w 8218654"/>
              <a:gd name="connsiteY342" fmla="*/ 2956249 h 13689533"/>
              <a:gd name="connsiteX343" fmla="*/ 687775 w 8218654"/>
              <a:gd name="connsiteY343" fmla="*/ 2862704 h 13689533"/>
              <a:gd name="connsiteX344" fmla="*/ 717033 w 8218654"/>
              <a:gd name="connsiteY344" fmla="*/ 2573291 h 13689533"/>
              <a:gd name="connsiteX345" fmla="*/ 727976 w 8218654"/>
              <a:gd name="connsiteY345" fmla="*/ 2500581 h 13689533"/>
              <a:gd name="connsiteX346" fmla="*/ 733957 w 8218654"/>
              <a:gd name="connsiteY346" fmla="*/ 2438199 h 13689533"/>
              <a:gd name="connsiteX347" fmla="*/ 797189 w 8218654"/>
              <a:gd name="connsiteY347" fmla="*/ 1856955 h 13689533"/>
              <a:gd name="connsiteX348" fmla="*/ 804411 w 8218654"/>
              <a:gd name="connsiteY348" fmla="*/ 1813579 h 13689533"/>
              <a:gd name="connsiteX349" fmla="*/ 806426 w 8218654"/>
              <a:gd name="connsiteY349" fmla="*/ 1772055 h 13689533"/>
              <a:gd name="connsiteX350" fmla="*/ 817426 w 8218654"/>
              <a:gd name="connsiteY350" fmla="*/ 1614248 h 13689533"/>
              <a:gd name="connsiteX351" fmla="*/ 830846 w 8218654"/>
              <a:gd name="connsiteY351" fmla="*/ 1529468 h 13689533"/>
              <a:gd name="connsiteX352" fmla="*/ 831613 w 8218654"/>
              <a:gd name="connsiteY352" fmla="*/ 1518192 h 13689533"/>
              <a:gd name="connsiteX353" fmla="*/ 844792 w 8218654"/>
              <a:gd name="connsiteY353" fmla="*/ 1419390 h 13689533"/>
              <a:gd name="connsiteX354" fmla="*/ 872587 w 8218654"/>
              <a:gd name="connsiteY354" fmla="*/ 1229666 h 13689533"/>
              <a:gd name="connsiteX355" fmla="*/ 889015 w 8218654"/>
              <a:gd name="connsiteY355" fmla="*/ 1090688 h 13689533"/>
              <a:gd name="connsiteX356" fmla="*/ 893105 w 8218654"/>
              <a:gd name="connsiteY356" fmla="*/ 975293 h 13689533"/>
              <a:gd name="connsiteX357" fmla="*/ 926345 w 8218654"/>
              <a:gd name="connsiteY357" fmla="*/ 603024 h 13689533"/>
              <a:gd name="connsiteX358" fmla="*/ 933258 w 8218654"/>
              <a:gd name="connsiteY358" fmla="*/ 561150 h 13689533"/>
              <a:gd name="connsiteX359" fmla="*/ 858541 w 8218654"/>
              <a:gd name="connsiteY359" fmla="*/ 558921 h 13689533"/>
              <a:gd name="connsiteX360" fmla="*/ 704254 w 8218654"/>
              <a:gd name="connsiteY360" fmla="*/ 560161 h 13689533"/>
              <a:gd name="connsiteX361" fmla="*/ 715371 w 8218654"/>
              <a:gd name="connsiteY361" fmla="*/ 308151 h 13689533"/>
              <a:gd name="connsiteX362" fmla="*/ 715472 w 8218654"/>
              <a:gd name="connsiteY362" fmla="*/ 303934 h 13689533"/>
              <a:gd name="connsiteX363" fmla="*/ 714783 w 8218654"/>
              <a:gd name="connsiteY363" fmla="*/ 263201 h 13689533"/>
              <a:gd name="connsiteX364" fmla="*/ 730570 w 8218654"/>
              <a:gd name="connsiteY364" fmla="*/ 1981 h 13689533"/>
              <a:gd name="connsiteX365" fmla="*/ 1531143 w 8218654"/>
              <a:gd name="connsiteY365" fmla="*/ 39725 h 13689533"/>
              <a:gd name="connsiteX366" fmla="*/ 1970803 w 8218654"/>
              <a:gd name="connsiteY366" fmla="*/ 60454 h 13689533"/>
              <a:gd name="connsiteX367" fmla="*/ 2554827 w 8218654"/>
              <a:gd name="connsiteY367" fmla="*/ 87988 h 13689533"/>
              <a:gd name="connsiteX368" fmla="*/ 2568380 w 8218654"/>
              <a:gd name="connsiteY368" fmla="*/ 89303 h 13689533"/>
              <a:gd name="connsiteX369" fmla="*/ 2582798 w 8218654"/>
              <a:gd name="connsiteY369" fmla="*/ 90482 h 13689533"/>
              <a:gd name="connsiteX370" fmla="*/ 2699193 w 8218654"/>
              <a:gd name="connsiteY370" fmla="*/ 94794 h 13689533"/>
              <a:gd name="connsiteX371" fmla="*/ 2820100 w 8218654"/>
              <a:gd name="connsiteY371" fmla="*/ 101286 h 13689533"/>
              <a:gd name="connsiteX372" fmla="*/ 2876316 w 8218654"/>
              <a:gd name="connsiteY372" fmla="*/ 100605 h 13689533"/>
              <a:gd name="connsiteX373" fmla="*/ 2994486 w 8218654"/>
              <a:gd name="connsiteY373" fmla="*/ 108716 h 13689533"/>
              <a:gd name="connsiteX374" fmla="*/ 3313009 w 8218654"/>
              <a:gd name="connsiteY374" fmla="*/ 131355 h 13689533"/>
              <a:gd name="connsiteX375" fmla="*/ 3331190 w 8218654"/>
              <a:gd name="connsiteY375" fmla="*/ 131801 h 13689533"/>
              <a:gd name="connsiteX376" fmla="*/ 3499766 w 8218654"/>
              <a:gd name="connsiteY376" fmla="*/ 132538 h 13689533"/>
              <a:gd name="connsiteX377" fmla="*/ 3868619 w 8218654"/>
              <a:gd name="connsiteY377" fmla="*/ 144936 h 13689533"/>
              <a:gd name="connsiteX378" fmla="*/ 3934517 w 8218654"/>
              <a:gd name="connsiteY378" fmla="*/ 152173 h 13689533"/>
              <a:gd name="connsiteX379" fmla="*/ 4070293 w 8218654"/>
              <a:gd name="connsiteY379" fmla="*/ 158162 h 13689533"/>
              <a:gd name="connsiteX380" fmla="*/ 4172751 w 8218654"/>
              <a:gd name="connsiteY380" fmla="*/ 163922 h 13689533"/>
              <a:gd name="connsiteX381" fmla="*/ 4353603 w 8218654"/>
              <a:gd name="connsiteY381" fmla="*/ 168721 h 13689533"/>
              <a:gd name="connsiteX382" fmla="*/ 4535749 w 8218654"/>
              <a:gd name="connsiteY382" fmla="*/ 182610 h 13689533"/>
              <a:gd name="connsiteX383" fmla="*/ 4557251 w 8218654"/>
              <a:gd name="connsiteY383" fmla="*/ 184202 h 13689533"/>
              <a:gd name="connsiteX384" fmla="*/ 4597323 w 8218654"/>
              <a:gd name="connsiteY384" fmla="*/ 186775 h 13689533"/>
              <a:gd name="connsiteX385" fmla="*/ 4629802 w 8218654"/>
              <a:gd name="connsiteY385" fmla="*/ 189573 h 13689533"/>
              <a:gd name="connsiteX386" fmla="*/ 4710105 w 8218654"/>
              <a:gd name="connsiteY386" fmla="*/ 195518 h 13689533"/>
              <a:gd name="connsiteX387" fmla="*/ 4884363 w 8218654"/>
              <a:gd name="connsiteY387" fmla="*/ 197817 h 13689533"/>
              <a:gd name="connsiteX388" fmla="*/ 5054067 w 8218654"/>
              <a:gd name="connsiteY388" fmla="*/ 201992 h 13689533"/>
              <a:gd name="connsiteX389" fmla="*/ 5194406 w 8218654"/>
              <a:gd name="connsiteY389" fmla="*/ 215246 h 13689533"/>
              <a:gd name="connsiteX390" fmla="*/ 5251840 w 8218654"/>
              <a:gd name="connsiteY390" fmla="*/ 215142 h 13689533"/>
              <a:gd name="connsiteX391" fmla="*/ 5837202 w 8218654"/>
              <a:gd name="connsiteY391" fmla="*/ 222529 h 13689533"/>
              <a:gd name="connsiteX392" fmla="*/ 5946657 w 8218654"/>
              <a:gd name="connsiteY392" fmla="*/ 237968 h 13689533"/>
              <a:gd name="connsiteX393" fmla="*/ 5950773 w 8218654"/>
              <a:gd name="connsiteY393" fmla="*/ 238098 h 13689533"/>
              <a:gd name="connsiteX394" fmla="*/ 6485510 w 8218654"/>
              <a:gd name="connsiteY394" fmla="*/ 273305 h 13689533"/>
              <a:gd name="connsiteX395" fmla="*/ 6608443 w 8218654"/>
              <a:gd name="connsiteY395" fmla="*/ 271545 h 13689533"/>
              <a:gd name="connsiteX396" fmla="*/ 6728551 w 8218654"/>
              <a:gd name="connsiteY396" fmla="*/ 280807 h 13689533"/>
              <a:gd name="connsiteX397" fmla="*/ 6952792 w 8218654"/>
              <a:gd name="connsiteY397" fmla="*/ 285979 h 13689533"/>
              <a:gd name="connsiteX398" fmla="*/ 7145860 w 8218654"/>
              <a:gd name="connsiteY398" fmla="*/ 296651 h 13689533"/>
              <a:gd name="connsiteX399" fmla="*/ 7232501 w 8218654"/>
              <a:gd name="connsiteY399" fmla="*/ 305332 h 13689533"/>
              <a:gd name="connsiteX400" fmla="*/ 7283877 w 8218654"/>
              <a:gd name="connsiteY400" fmla="*/ 306748 h 13689533"/>
              <a:gd name="connsiteX401" fmla="*/ 7503858 w 8218654"/>
              <a:gd name="connsiteY401" fmla="*/ 319029 h 13689533"/>
              <a:gd name="connsiteX402" fmla="*/ 7529293 w 8218654"/>
              <a:gd name="connsiteY402" fmla="*/ 320577 h 13689533"/>
              <a:gd name="connsiteX403" fmla="*/ 7559503 w 8218654"/>
              <a:gd name="connsiteY403" fmla="*/ 320688 h 13689533"/>
              <a:gd name="connsiteX404" fmla="*/ 7632017 w 8218654"/>
              <a:gd name="connsiteY404" fmla="*/ 321303 h 13689533"/>
              <a:gd name="connsiteX405" fmla="*/ 7639949 w 8218654"/>
              <a:gd name="connsiteY405" fmla="*/ 244636 h 13689533"/>
              <a:gd name="connsiteX406" fmla="*/ 7660358 w 8218654"/>
              <a:gd name="connsiteY406" fmla="*/ 85567 h 13689533"/>
              <a:gd name="connsiteX407" fmla="*/ 7826217 w 8218654"/>
              <a:gd name="connsiteY407" fmla="*/ 100623 h 13689533"/>
              <a:gd name="connsiteX408" fmla="*/ 7928974 w 8218654"/>
              <a:gd name="connsiteY408" fmla="*/ 103170 h 13689533"/>
              <a:gd name="connsiteX409" fmla="*/ 8218538 w 8218654"/>
              <a:gd name="connsiteY409" fmla="*/ 111883 h 13689533"/>
              <a:gd name="connsiteX410" fmla="*/ 8180136 w 8218654"/>
              <a:gd name="connsiteY410" fmla="*/ 926412 h 13689533"/>
              <a:gd name="connsiteX411" fmla="*/ 8178278 w 8218654"/>
              <a:gd name="connsiteY411" fmla="*/ 943843 h 13689533"/>
              <a:gd name="connsiteX412" fmla="*/ 8173736 w 8218654"/>
              <a:gd name="connsiteY412" fmla="*/ 1062167 h 13689533"/>
              <a:gd name="connsiteX413" fmla="*/ 8147618 w 8218654"/>
              <a:gd name="connsiteY413" fmla="*/ 1477203 h 13689533"/>
              <a:gd name="connsiteX414" fmla="*/ 8144708 w 8218654"/>
              <a:gd name="connsiteY414" fmla="*/ 1520170 h 13689533"/>
              <a:gd name="connsiteX415" fmla="*/ 8141734 w 8218654"/>
              <a:gd name="connsiteY415" fmla="*/ 1740941 h 13689533"/>
              <a:gd name="connsiteX416" fmla="*/ 8141424 w 8218654"/>
              <a:gd name="connsiteY416" fmla="*/ 1899102 h 13689533"/>
              <a:gd name="connsiteX417" fmla="*/ 8136786 w 8218654"/>
              <a:gd name="connsiteY417" fmla="*/ 1959396 h 13689533"/>
              <a:gd name="connsiteX418" fmla="*/ 8131071 w 8218654"/>
              <a:gd name="connsiteY418" fmla="*/ 2211707 h 13689533"/>
              <a:gd name="connsiteX419" fmla="*/ 8103332 w 8218654"/>
              <a:gd name="connsiteY419" fmla="*/ 2555469 h 13689533"/>
              <a:gd name="connsiteX420" fmla="*/ 8099278 w 8218654"/>
              <a:gd name="connsiteY420" fmla="*/ 2587267 h 13689533"/>
              <a:gd name="connsiteX421" fmla="*/ 8096932 w 8218654"/>
              <a:gd name="connsiteY421" fmla="*/ 2691225 h 13689533"/>
              <a:gd name="connsiteX422" fmla="*/ 8093846 w 8218654"/>
              <a:gd name="connsiteY422" fmla="*/ 3018056 h 13689533"/>
              <a:gd name="connsiteX423" fmla="*/ 8080027 w 8218654"/>
              <a:gd name="connsiteY423" fmla="*/ 3150738 h 13689533"/>
              <a:gd name="connsiteX424" fmla="*/ 8083036 w 8218654"/>
              <a:gd name="connsiteY424" fmla="*/ 3219195 h 13689533"/>
              <a:gd name="connsiteX425" fmla="*/ 8052130 w 8218654"/>
              <a:gd name="connsiteY425" fmla="*/ 3641508 h 13689533"/>
              <a:gd name="connsiteX426" fmla="*/ 8039329 w 8218654"/>
              <a:gd name="connsiteY426" fmla="*/ 3913017 h 13689533"/>
              <a:gd name="connsiteX427" fmla="*/ 8032063 w 8218654"/>
              <a:gd name="connsiteY427" fmla="*/ 4052994 h 13689533"/>
              <a:gd name="connsiteX428" fmla="*/ 8029431 w 8218654"/>
              <a:gd name="connsiteY428" fmla="*/ 4085585 h 13689533"/>
              <a:gd name="connsiteX429" fmla="*/ 8026528 w 8218654"/>
              <a:gd name="connsiteY429" fmla="*/ 4184527 h 13689533"/>
              <a:gd name="connsiteX430" fmla="*/ 8013728 w 8218654"/>
              <a:gd name="connsiteY430" fmla="*/ 4456036 h 13689533"/>
              <a:gd name="connsiteX431" fmla="*/ 8002683 w 8218654"/>
              <a:gd name="connsiteY431" fmla="*/ 4846645 h 13689533"/>
              <a:gd name="connsiteX432" fmla="*/ 8002656 w 8218654"/>
              <a:gd name="connsiteY432" fmla="*/ 4846925 h 13689533"/>
              <a:gd name="connsiteX433" fmla="*/ 8003183 w 8218654"/>
              <a:gd name="connsiteY433" fmla="*/ 4883288 h 13689533"/>
              <a:gd name="connsiteX434" fmla="*/ 7981726 w 8218654"/>
              <a:gd name="connsiteY434" fmla="*/ 5134810 h 13689533"/>
              <a:gd name="connsiteX435" fmla="*/ 7936924 w 8218654"/>
              <a:gd name="connsiteY435" fmla="*/ 6085093 h 13689533"/>
              <a:gd name="connsiteX436" fmla="*/ 7912284 w 8218654"/>
              <a:gd name="connsiteY436" fmla="*/ 6383687 h 13689533"/>
              <a:gd name="connsiteX437" fmla="*/ 7917723 w 8218654"/>
              <a:gd name="connsiteY437" fmla="*/ 6492358 h 13689533"/>
              <a:gd name="connsiteX438" fmla="*/ 7919551 w 8218654"/>
              <a:gd name="connsiteY438" fmla="*/ 6711786 h 13689533"/>
              <a:gd name="connsiteX439" fmla="*/ 7906986 w 8218654"/>
              <a:gd name="connsiteY439" fmla="*/ 6845714 h 13689533"/>
              <a:gd name="connsiteX440" fmla="*/ 7907143 w 8218654"/>
              <a:gd name="connsiteY440" fmla="*/ 6851964 h 13689533"/>
              <a:gd name="connsiteX441" fmla="*/ 7882554 w 8218654"/>
              <a:gd name="connsiteY441" fmla="*/ 7165023 h 13689533"/>
              <a:gd name="connsiteX442" fmla="*/ 7873262 w 8218654"/>
              <a:gd name="connsiteY442" fmla="*/ 7274902 h 13689533"/>
              <a:gd name="connsiteX443" fmla="*/ 7873080 w 8218654"/>
              <a:gd name="connsiteY443" fmla="*/ 7278994 h 13689533"/>
              <a:gd name="connsiteX444" fmla="*/ 7872920 w 8218654"/>
              <a:gd name="connsiteY444" fmla="*/ 7442641 h 13689533"/>
              <a:gd name="connsiteX445" fmla="*/ 7874424 w 8218654"/>
              <a:gd name="connsiteY445" fmla="*/ 8000769 h 1368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</a:cxnLst>
            <a:rect l="l" t="t" r="r" b="b"/>
            <a:pathLst>
              <a:path w="8218654" h="13689533">
                <a:moveTo>
                  <a:pt x="7599517" y="1562404"/>
                </a:moveTo>
                <a:lnTo>
                  <a:pt x="7605770" y="1423042"/>
                </a:lnTo>
                <a:lnTo>
                  <a:pt x="7602755" y="1307360"/>
                </a:lnTo>
                <a:cubicBezTo>
                  <a:pt x="7598488" y="1223839"/>
                  <a:pt x="7595490" y="1096705"/>
                  <a:pt x="7597170" y="945828"/>
                </a:cubicBezTo>
                <a:lnTo>
                  <a:pt x="7598412" y="899361"/>
                </a:lnTo>
                <a:lnTo>
                  <a:pt x="7587399" y="898879"/>
                </a:lnTo>
                <a:cubicBezTo>
                  <a:pt x="7475379" y="890945"/>
                  <a:pt x="7365702" y="878388"/>
                  <a:pt x="7266329" y="869539"/>
                </a:cubicBezTo>
                <a:lnTo>
                  <a:pt x="7220436" y="865794"/>
                </a:lnTo>
                <a:lnTo>
                  <a:pt x="7194146" y="866135"/>
                </a:lnTo>
                <a:cubicBezTo>
                  <a:pt x="7019137" y="877948"/>
                  <a:pt x="6876340" y="859719"/>
                  <a:pt x="6650864" y="843185"/>
                </a:cubicBezTo>
                <a:lnTo>
                  <a:pt x="6453754" y="831852"/>
                </a:lnTo>
                <a:lnTo>
                  <a:pt x="6208529" y="833020"/>
                </a:lnTo>
                <a:cubicBezTo>
                  <a:pt x="5985474" y="832511"/>
                  <a:pt x="5855801" y="825265"/>
                  <a:pt x="5737365" y="797454"/>
                </a:cubicBezTo>
                <a:lnTo>
                  <a:pt x="5724298" y="795590"/>
                </a:lnTo>
                <a:lnTo>
                  <a:pt x="5580376" y="785355"/>
                </a:lnTo>
                <a:lnTo>
                  <a:pt x="5526287" y="782295"/>
                </a:lnTo>
                <a:lnTo>
                  <a:pt x="5341498" y="781927"/>
                </a:lnTo>
                <a:cubicBezTo>
                  <a:pt x="5182307" y="782876"/>
                  <a:pt x="5021642" y="782710"/>
                  <a:pt x="4936793" y="759710"/>
                </a:cubicBezTo>
                <a:lnTo>
                  <a:pt x="4918713" y="755981"/>
                </a:lnTo>
                <a:lnTo>
                  <a:pt x="4858047" y="755997"/>
                </a:lnTo>
                <a:cubicBezTo>
                  <a:pt x="4808646" y="761311"/>
                  <a:pt x="4700491" y="752758"/>
                  <a:pt x="4576738" y="743286"/>
                </a:cubicBezTo>
                <a:lnTo>
                  <a:pt x="4502228" y="738131"/>
                </a:lnTo>
                <a:lnTo>
                  <a:pt x="4479538" y="738314"/>
                </a:lnTo>
                <a:cubicBezTo>
                  <a:pt x="4417911" y="737765"/>
                  <a:pt x="4351865" y="735395"/>
                  <a:pt x="4280585" y="728772"/>
                </a:cubicBezTo>
                <a:lnTo>
                  <a:pt x="4241740" y="726138"/>
                </a:lnTo>
                <a:lnTo>
                  <a:pt x="4201840" y="725059"/>
                </a:lnTo>
                <a:cubicBezTo>
                  <a:pt x="4090047" y="726696"/>
                  <a:pt x="3966765" y="717501"/>
                  <a:pt x="3851046" y="708628"/>
                </a:cubicBezTo>
                <a:lnTo>
                  <a:pt x="3812963" y="705941"/>
                </a:lnTo>
                <a:lnTo>
                  <a:pt x="3692770" y="702620"/>
                </a:lnTo>
                <a:cubicBezTo>
                  <a:pt x="3639329" y="700742"/>
                  <a:pt x="3591815" y="698312"/>
                  <a:pt x="3552195" y="694431"/>
                </a:cubicBezTo>
                <a:lnTo>
                  <a:pt x="3550040" y="694211"/>
                </a:lnTo>
                <a:lnTo>
                  <a:pt x="3545632" y="694122"/>
                </a:lnTo>
                <a:cubicBezTo>
                  <a:pt x="3382551" y="699962"/>
                  <a:pt x="3133557" y="709254"/>
                  <a:pt x="2817242" y="659781"/>
                </a:cubicBezTo>
                <a:lnTo>
                  <a:pt x="2791293" y="656193"/>
                </a:lnTo>
                <a:lnTo>
                  <a:pt x="2751621" y="656687"/>
                </a:lnTo>
                <a:cubicBezTo>
                  <a:pt x="2495425" y="668754"/>
                  <a:pt x="2344423" y="646735"/>
                  <a:pt x="2217422" y="633909"/>
                </a:cubicBezTo>
                <a:lnTo>
                  <a:pt x="2208392" y="633305"/>
                </a:lnTo>
                <a:lnTo>
                  <a:pt x="2081213" y="638728"/>
                </a:lnTo>
                <a:cubicBezTo>
                  <a:pt x="1909858" y="638546"/>
                  <a:pt x="1695785" y="620297"/>
                  <a:pt x="1577010" y="601308"/>
                </a:cubicBezTo>
                <a:lnTo>
                  <a:pt x="1572087" y="600793"/>
                </a:lnTo>
                <a:lnTo>
                  <a:pt x="1506649" y="596094"/>
                </a:lnTo>
                <a:lnTo>
                  <a:pt x="1498824" y="694985"/>
                </a:lnTo>
                <a:cubicBezTo>
                  <a:pt x="1488616" y="804967"/>
                  <a:pt x="1475887" y="897912"/>
                  <a:pt x="1455732" y="970419"/>
                </a:cubicBezTo>
                <a:lnTo>
                  <a:pt x="1445960" y="1026020"/>
                </a:lnTo>
                <a:lnTo>
                  <a:pt x="1440101" y="1114098"/>
                </a:lnTo>
                <a:cubicBezTo>
                  <a:pt x="1423833" y="1499974"/>
                  <a:pt x="1370113" y="1659874"/>
                  <a:pt x="1353422" y="1910860"/>
                </a:cubicBezTo>
                <a:lnTo>
                  <a:pt x="1352541" y="1921663"/>
                </a:lnTo>
                <a:lnTo>
                  <a:pt x="1348608" y="2019863"/>
                </a:lnTo>
                <a:cubicBezTo>
                  <a:pt x="1345961" y="2055198"/>
                  <a:pt x="1342101" y="2092238"/>
                  <a:pt x="1337222" y="2132572"/>
                </a:cubicBezTo>
                <a:lnTo>
                  <a:pt x="1332477" y="2167533"/>
                </a:lnTo>
                <a:lnTo>
                  <a:pt x="1321378" y="2303551"/>
                </a:lnTo>
                <a:cubicBezTo>
                  <a:pt x="1314838" y="2367831"/>
                  <a:pt x="1307682" y="2429593"/>
                  <a:pt x="1299887" y="2485932"/>
                </a:cubicBezTo>
                <a:lnTo>
                  <a:pt x="1276882" y="2622034"/>
                </a:lnTo>
                <a:lnTo>
                  <a:pt x="1262711" y="2803772"/>
                </a:lnTo>
                <a:cubicBezTo>
                  <a:pt x="1257747" y="2866878"/>
                  <a:pt x="1252378" y="2928775"/>
                  <a:pt x="1245399" y="2987439"/>
                </a:cubicBezTo>
                <a:lnTo>
                  <a:pt x="1218600" y="3150686"/>
                </a:lnTo>
                <a:lnTo>
                  <a:pt x="1188570" y="3455849"/>
                </a:lnTo>
                <a:cubicBezTo>
                  <a:pt x="1173962" y="3599023"/>
                  <a:pt x="1155098" y="3771436"/>
                  <a:pt x="1132462" y="3941948"/>
                </a:cubicBezTo>
                <a:cubicBezTo>
                  <a:pt x="1087190" y="4282971"/>
                  <a:pt x="1082776" y="4344227"/>
                  <a:pt x="1077044" y="4451353"/>
                </a:cubicBezTo>
                <a:cubicBezTo>
                  <a:pt x="1075612" y="4478134"/>
                  <a:pt x="1070627" y="4516656"/>
                  <a:pt x="1063791" y="4564421"/>
                </a:cubicBezTo>
                <a:lnTo>
                  <a:pt x="1061554" y="4579896"/>
                </a:lnTo>
                <a:lnTo>
                  <a:pt x="1060703" y="4601562"/>
                </a:lnTo>
                <a:cubicBezTo>
                  <a:pt x="1061190" y="4761962"/>
                  <a:pt x="1041046" y="4874929"/>
                  <a:pt x="1021971" y="4972949"/>
                </a:cubicBezTo>
                <a:lnTo>
                  <a:pt x="1005957" y="5062204"/>
                </a:lnTo>
                <a:lnTo>
                  <a:pt x="998181" y="5176276"/>
                </a:lnTo>
                <a:lnTo>
                  <a:pt x="989429" y="5298800"/>
                </a:lnTo>
                <a:lnTo>
                  <a:pt x="988840" y="5413531"/>
                </a:lnTo>
                <a:cubicBezTo>
                  <a:pt x="983483" y="5522690"/>
                  <a:pt x="969485" y="5634152"/>
                  <a:pt x="952777" y="5722908"/>
                </a:cubicBezTo>
                <a:lnTo>
                  <a:pt x="926883" y="5833913"/>
                </a:lnTo>
                <a:lnTo>
                  <a:pt x="913984" y="6069235"/>
                </a:lnTo>
                <a:cubicBezTo>
                  <a:pt x="906155" y="6142146"/>
                  <a:pt x="894775" y="6208023"/>
                  <a:pt x="879530" y="6266922"/>
                </a:cubicBezTo>
                <a:lnTo>
                  <a:pt x="878901" y="6271753"/>
                </a:lnTo>
                <a:lnTo>
                  <a:pt x="878820" y="6273454"/>
                </a:lnTo>
                <a:cubicBezTo>
                  <a:pt x="878493" y="6337308"/>
                  <a:pt x="863301" y="6439872"/>
                  <a:pt x="847883" y="6547845"/>
                </a:cubicBezTo>
                <a:lnTo>
                  <a:pt x="847203" y="6552970"/>
                </a:lnTo>
                <a:lnTo>
                  <a:pt x="830526" y="6747095"/>
                </a:lnTo>
                <a:lnTo>
                  <a:pt x="807999" y="6985683"/>
                </a:lnTo>
                <a:lnTo>
                  <a:pt x="807914" y="6987144"/>
                </a:lnTo>
                <a:lnTo>
                  <a:pt x="807614" y="6989766"/>
                </a:lnTo>
                <a:lnTo>
                  <a:pt x="795209" y="7121141"/>
                </a:lnTo>
                <a:lnTo>
                  <a:pt x="767124" y="7334817"/>
                </a:lnTo>
                <a:lnTo>
                  <a:pt x="767117" y="7338284"/>
                </a:lnTo>
                <a:cubicBezTo>
                  <a:pt x="769058" y="7395362"/>
                  <a:pt x="769448" y="7448988"/>
                  <a:pt x="769086" y="7499055"/>
                </a:cubicBezTo>
                <a:lnTo>
                  <a:pt x="768807" y="7514389"/>
                </a:lnTo>
                <a:lnTo>
                  <a:pt x="772852" y="7612858"/>
                </a:lnTo>
                <a:cubicBezTo>
                  <a:pt x="774490" y="7653974"/>
                  <a:pt x="775650" y="7696569"/>
                  <a:pt x="775103" y="7746350"/>
                </a:cubicBezTo>
                <a:lnTo>
                  <a:pt x="768885" y="7883860"/>
                </a:lnTo>
                <a:lnTo>
                  <a:pt x="779995" y="8092263"/>
                </a:lnTo>
                <a:cubicBezTo>
                  <a:pt x="781966" y="8193754"/>
                  <a:pt x="779645" y="8312167"/>
                  <a:pt x="767117" y="8435368"/>
                </a:cubicBezTo>
                <a:lnTo>
                  <a:pt x="762189" y="8494174"/>
                </a:lnTo>
                <a:lnTo>
                  <a:pt x="767117" y="8652157"/>
                </a:lnTo>
                <a:cubicBezTo>
                  <a:pt x="772075" y="8797272"/>
                  <a:pt x="771817" y="8901068"/>
                  <a:pt x="770448" y="8998805"/>
                </a:cubicBezTo>
                <a:lnTo>
                  <a:pt x="768430" y="9186778"/>
                </a:lnTo>
                <a:lnTo>
                  <a:pt x="778878" y="9363505"/>
                </a:lnTo>
                <a:cubicBezTo>
                  <a:pt x="779925" y="9421212"/>
                  <a:pt x="778621" y="9471229"/>
                  <a:pt x="776532" y="9516296"/>
                </a:cubicBezTo>
                <a:lnTo>
                  <a:pt x="770243" y="9626030"/>
                </a:lnTo>
                <a:lnTo>
                  <a:pt x="770973" y="9699998"/>
                </a:lnTo>
                <a:lnTo>
                  <a:pt x="768667" y="9945540"/>
                </a:lnTo>
                <a:lnTo>
                  <a:pt x="769628" y="10067267"/>
                </a:lnTo>
                <a:lnTo>
                  <a:pt x="768315" y="10319960"/>
                </a:lnTo>
                <a:lnTo>
                  <a:pt x="772435" y="10407907"/>
                </a:lnTo>
                <a:cubicBezTo>
                  <a:pt x="774478" y="10445321"/>
                  <a:pt x="776077" y="10479307"/>
                  <a:pt x="775701" y="10513828"/>
                </a:cubicBezTo>
                <a:lnTo>
                  <a:pt x="767518" y="10617873"/>
                </a:lnTo>
                <a:lnTo>
                  <a:pt x="769691" y="10982286"/>
                </a:lnTo>
                <a:cubicBezTo>
                  <a:pt x="771183" y="11095540"/>
                  <a:pt x="771817" y="11186466"/>
                  <a:pt x="767117" y="11279902"/>
                </a:cubicBezTo>
                <a:lnTo>
                  <a:pt x="766596" y="11343305"/>
                </a:lnTo>
                <a:lnTo>
                  <a:pt x="767117" y="11352165"/>
                </a:lnTo>
                <a:cubicBezTo>
                  <a:pt x="772624" y="11424572"/>
                  <a:pt x="774686" y="11521482"/>
                  <a:pt x="774852" y="11631470"/>
                </a:cubicBezTo>
                <a:lnTo>
                  <a:pt x="773986" y="11716881"/>
                </a:lnTo>
                <a:lnTo>
                  <a:pt x="774120" y="11723226"/>
                </a:lnTo>
                <a:lnTo>
                  <a:pt x="773871" y="11728247"/>
                </a:lnTo>
                <a:lnTo>
                  <a:pt x="771223" y="11989248"/>
                </a:lnTo>
                <a:cubicBezTo>
                  <a:pt x="769154" y="12113970"/>
                  <a:pt x="766743" y="12240346"/>
                  <a:pt x="765541" y="12356953"/>
                </a:cubicBezTo>
                <a:lnTo>
                  <a:pt x="765306" y="12412666"/>
                </a:lnTo>
                <a:lnTo>
                  <a:pt x="893119" y="12419634"/>
                </a:lnTo>
                <a:lnTo>
                  <a:pt x="929907" y="12420047"/>
                </a:lnTo>
                <a:cubicBezTo>
                  <a:pt x="965940" y="12419937"/>
                  <a:pt x="999677" y="12419745"/>
                  <a:pt x="1031572" y="12420846"/>
                </a:cubicBezTo>
                <a:lnTo>
                  <a:pt x="1085114" y="12425908"/>
                </a:lnTo>
                <a:lnTo>
                  <a:pt x="1108607" y="12426331"/>
                </a:lnTo>
                <a:cubicBezTo>
                  <a:pt x="1146983" y="12426620"/>
                  <a:pt x="1180201" y="12426869"/>
                  <a:pt x="1215982" y="12428583"/>
                </a:cubicBezTo>
                <a:lnTo>
                  <a:pt x="1327043" y="12438571"/>
                </a:lnTo>
                <a:lnTo>
                  <a:pt x="1503830" y="12440328"/>
                </a:lnTo>
                <a:cubicBezTo>
                  <a:pt x="1627780" y="12441615"/>
                  <a:pt x="1755224" y="12444393"/>
                  <a:pt x="1845869" y="12454454"/>
                </a:cubicBezTo>
                <a:lnTo>
                  <a:pt x="1919009" y="12466538"/>
                </a:lnTo>
                <a:lnTo>
                  <a:pt x="1994939" y="12470560"/>
                </a:lnTo>
                <a:lnTo>
                  <a:pt x="2289099" y="12486615"/>
                </a:lnTo>
                <a:lnTo>
                  <a:pt x="2362414" y="12487885"/>
                </a:lnTo>
                <a:cubicBezTo>
                  <a:pt x="2572331" y="12499546"/>
                  <a:pt x="2867805" y="12480232"/>
                  <a:pt x="3090805" y="12522226"/>
                </a:cubicBezTo>
                <a:lnTo>
                  <a:pt x="3142408" y="12529951"/>
                </a:lnTo>
                <a:lnTo>
                  <a:pt x="3154657" y="12531052"/>
                </a:lnTo>
                <a:cubicBezTo>
                  <a:pt x="3290838" y="12537752"/>
                  <a:pt x="3424620" y="12531332"/>
                  <a:pt x="3530464" y="12542954"/>
                </a:cubicBezTo>
                <a:lnTo>
                  <a:pt x="3658944" y="12549977"/>
                </a:lnTo>
                <a:lnTo>
                  <a:pt x="3674829" y="12549761"/>
                </a:lnTo>
                <a:lnTo>
                  <a:pt x="3767633" y="12552753"/>
                </a:lnTo>
                <a:lnTo>
                  <a:pt x="3859725" y="12554704"/>
                </a:lnTo>
                <a:cubicBezTo>
                  <a:pt x="3988881" y="12557324"/>
                  <a:pt x="4117652" y="12561185"/>
                  <a:pt x="4186672" y="12573892"/>
                </a:cubicBezTo>
                <a:lnTo>
                  <a:pt x="4265162" y="12584181"/>
                </a:lnTo>
                <a:lnTo>
                  <a:pt x="4475403" y="12587505"/>
                </a:lnTo>
                <a:cubicBezTo>
                  <a:pt x="4739988" y="12583267"/>
                  <a:pt x="4821880" y="12602088"/>
                  <a:pt x="4932036" y="12610852"/>
                </a:cubicBezTo>
                <a:lnTo>
                  <a:pt x="4975612" y="12612285"/>
                </a:lnTo>
                <a:lnTo>
                  <a:pt x="4987245" y="12611636"/>
                </a:lnTo>
                <a:cubicBezTo>
                  <a:pt x="5165055" y="12582247"/>
                  <a:pt x="5342739" y="12611547"/>
                  <a:pt x="5499086" y="12635768"/>
                </a:cubicBezTo>
                <a:lnTo>
                  <a:pt x="5547502" y="12639809"/>
                </a:lnTo>
                <a:lnTo>
                  <a:pt x="5571269" y="12639171"/>
                </a:lnTo>
                <a:cubicBezTo>
                  <a:pt x="5680004" y="12623324"/>
                  <a:pt x="6164188" y="12634250"/>
                  <a:pt x="6371843" y="12676915"/>
                </a:cubicBezTo>
                <a:lnTo>
                  <a:pt x="6372521" y="12677015"/>
                </a:lnTo>
                <a:lnTo>
                  <a:pt x="6450587" y="12680627"/>
                </a:lnTo>
                <a:cubicBezTo>
                  <a:pt x="6635934" y="12693863"/>
                  <a:pt x="6811547" y="12697742"/>
                  <a:pt x="7021528" y="12706775"/>
                </a:cubicBezTo>
                <a:lnTo>
                  <a:pt x="7068404" y="12708949"/>
                </a:lnTo>
                <a:lnTo>
                  <a:pt x="7070964" y="12675647"/>
                </a:lnTo>
                <a:lnTo>
                  <a:pt x="7077928" y="12439251"/>
                </a:lnTo>
                <a:cubicBezTo>
                  <a:pt x="7079260" y="12231106"/>
                  <a:pt x="7082810" y="12060198"/>
                  <a:pt x="7089852" y="11907995"/>
                </a:cubicBezTo>
                <a:lnTo>
                  <a:pt x="7100789" y="11768609"/>
                </a:lnTo>
                <a:lnTo>
                  <a:pt x="7101032" y="11751079"/>
                </a:lnTo>
                <a:cubicBezTo>
                  <a:pt x="7110599" y="11518897"/>
                  <a:pt x="7133391" y="11409924"/>
                  <a:pt x="7135531" y="11217460"/>
                </a:cubicBezTo>
                <a:cubicBezTo>
                  <a:pt x="7136958" y="11089148"/>
                  <a:pt x="7150104" y="10945761"/>
                  <a:pt x="7161920" y="10787359"/>
                </a:cubicBezTo>
                <a:lnTo>
                  <a:pt x="7169725" y="10658710"/>
                </a:lnTo>
                <a:lnTo>
                  <a:pt x="7167533" y="10538684"/>
                </a:lnTo>
                <a:cubicBezTo>
                  <a:pt x="7159130" y="10385116"/>
                  <a:pt x="7165950" y="10303364"/>
                  <a:pt x="7174660" y="10233002"/>
                </a:cubicBezTo>
                <a:lnTo>
                  <a:pt x="7181151" y="10180056"/>
                </a:lnTo>
                <a:lnTo>
                  <a:pt x="7182761" y="10008609"/>
                </a:lnTo>
                <a:cubicBezTo>
                  <a:pt x="7185836" y="9929941"/>
                  <a:pt x="7190686" y="9858323"/>
                  <a:pt x="7195843" y="9792337"/>
                </a:cubicBezTo>
                <a:lnTo>
                  <a:pt x="7197293" y="9774617"/>
                </a:lnTo>
                <a:lnTo>
                  <a:pt x="7199882" y="9637014"/>
                </a:lnTo>
                <a:lnTo>
                  <a:pt x="7221285" y="9365699"/>
                </a:lnTo>
                <a:lnTo>
                  <a:pt x="7221884" y="9345295"/>
                </a:lnTo>
                <a:cubicBezTo>
                  <a:pt x="7226238" y="9271270"/>
                  <a:pt x="7233021" y="9277057"/>
                  <a:pt x="7231536" y="9181137"/>
                </a:cubicBezTo>
                <a:cubicBezTo>
                  <a:pt x="7230546" y="9117190"/>
                  <a:pt x="7240409" y="8954714"/>
                  <a:pt x="7250388" y="8787646"/>
                </a:cubicBezTo>
                <a:lnTo>
                  <a:pt x="7261288" y="8595071"/>
                </a:lnTo>
                <a:lnTo>
                  <a:pt x="7263538" y="8502363"/>
                </a:lnTo>
                <a:cubicBezTo>
                  <a:pt x="7264530" y="8401284"/>
                  <a:pt x="7266544" y="8336650"/>
                  <a:pt x="7268928" y="8293716"/>
                </a:cubicBezTo>
                <a:lnTo>
                  <a:pt x="7271556" y="8266628"/>
                </a:lnTo>
                <a:lnTo>
                  <a:pt x="7275767" y="8006432"/>
                </a:lnTo>
                <a:cubicBezTo>
                  <a:pt x="7278736" y="7927385"/>
                  <a:pt x="7283087" y="7838758"/>
                  <a:pt x="7289391" y="7740443"/>
                </a:cubicBezTo>
                <a:lnTo>
                  <a:pt x="7309289" y="7486028"/>
                </a:lnTo>
                <a:lnTo>
                  <a:pt x="7312137" y="7287774"/>
                </a:lnTo>
                <a:cubicBezTo>
                  <a:pt x="7314835" y="7180918"/>
                  <a:pt x="7320535" y="7071662"/>
                  <a:pt x="7333941" y="7009061"/>
                </a:cubicBezTo>
                <a:lnTo>
                  <a:pt x="7340699" y="6962981"/>
                </a:lnTo>
                <a:lnTo>
                  <a:pt x="7340815" y="6961749"/>
                </a:lnTo>
                <a:cubicBezTo>
                  <a:pt x="7348139" y="6881456"/>
                  <a:pt x="7354238" y="6794308"/>
                  <a:pt x="7346742" y="6737552"/>
                </a:cubicBezTo>
                <a:cubicBezTo>
                  <a:pt x="7339246" y="6680796"/>
                  <a:pt x="7339802" y="6612111"/>
                  <a:pt x="7344355" y="6541051"/>
                </a:cubicBezTo>
                <a:lnTo>
                  <a:pt x="7349185" y="6493892"/>
                </a:lnTo>
                <a:lnTo>
                  <a:pt x="7348741" y="6481794"/>
                </a:lnTo>
                <a:cubicBezTo>
                  <a:pt x="7347169" y="6368477"/>
                  <a:pt x="7349488" y="6198351"/>
                  <a:pt x="7362694" y="6030337"/>
                </a:cubicBezTo>
                <a:lnTo>
                  <a:pt x="7386811" y="5827144"/>
                </a:lnTo>
                <a:lnTo>
                  <a:pt x="7388194" y="5747643"/>
                </a:lnTo>
                <a:cubicBezTo>
                  <a:pt x="7394673" y="5600312"/>
                  <a:pt x="7408288" y="5403219"/>
                  <a:pt x="7418499" y="5222729"/>
                </a:cubicBezTo>
                <a:lnTo>
                  <a:pt x="7423657" y="5110089"/>
                </a:lnTo>
                <a:lnTo>
                  <a:pt x="7423546" y="5108494"/>
                </a:lnTo>
                <a:cubicBezTo>
                  <a:pt x="7415013" y="5022597"/>
                  <a:pt x="7423107" y="4948522"/>
                  <a:pt x="7432488" y="4865081"/>
                </a:cubicBezTo>
                <a:lnTo>
                  <a:pt x="7434944" y="4839835"/>
                </a:lnTo>
                <a:lnTo>
                  <a:pt x="7446468" y="4533392"/>
                </a:lnTo>
                <a:lnTo>
                  <a:pt x="7451393" y="4444405"/>
                </a:lnTo>
                <a:lnTo>
                  <a:pt x="7452792" y="4369000"/>
                </a:lnTo>
                <a:cubicBezTo>
                  <a:pt x="7456399" y="4299508"/>
                  <a:pt x="7461880" y="4225826"/>
                  <a:pt x="7467684" y="4147390"/>
                </a:cubicBezTo>
                <a:lnTo>
                  <a:pt x="7468529" y="4134819"/>
                </a:lnTo>
                <a:lnTo>
                  <a:pt x="7474749" y="4022457"/>
                </a:lnTo>
                <a:cubicBezTo>
                  <a:pt x="7486761" y="3827436"/>
                  <a:pt x="7488925" y="3723247"/>
                  <a:pt x="7491004" y="3635061"/>
                </a:cubicBezTo>
                <a:lnTo>
                  <a:pt x="7494884" y="3517437"/>
                </a:lnTo>
                <a:lnTo>
                  <a:pt x="7495828" y="3418622"/>
                </a:lnTo>
                <a:cubicBezTo>
                  <a:pt x="7497240" y="3309715"/>
                  <a:pt x="7498160" y="3419030"/>
                  <a:pt x="7506750" y="3343682"/>
                </a:cubicBezTo>
                <a:cubicBezTo>
                  <a:pt x="7518204" y="3243220"/>
                  <a:pt x="7516336" y="3055065"/>
                  <a:pt x="7525951" y="2936418"/>
                </a:cubicBezTo>
                <a:lnTo>
                  <a:pt x="7534813" y="2833970"/>
                </a:lnTo>
                <a:lnTo>
                  <a:pt x="7532352" y="2800662"/>
                </a:lnTo>
                <a:cubicBezTo>
                  <a:pt x="7514081" y="2690206"/>
                  <a:pt x="7523290" y="2446875"/>
                  <a:pt x="7564353" y="2121889"/>
                </a:cubicBezTo>
                <a:cubicBezTo>
                  <a:pt x="7547341" y="1884377"/>
                  <a:pt x="7568318" y="1912421"/>
                  <a:pt x="7577154" y="1850379"/>
                </a:cubicBezTo>
                <a:cubicBezTo>
                  <a:pt x="7581572" y="1819359"/>
                  <a:pt x="7591071" y="1710763"/>
                  <a:pt x="7599517" y="1562404"/>
                </a:cubicBezTo>
                <a:close/>
                <a:moveTo>
                  <a:pt x="7874424" y="8000769"/>
                </a:moveTo>
                <a:cubicBezTo>
                  <a:pt x="7871731" y="8049105"/>
                  <a:pt x="7867675" y="8097299"/>
                  <a:pt x="7861848" y="8149768"/>
                </a:cubicBezTo>
                <a:lnTo>
                  <a:pt x="7836279" y="8334091"/>
                </a:lnTo>
                <a:lnTo>
                  <a:pt x="7837517" y="8388188"/>
                </a:lnTo>
                <a:cubicBezTo>
                  <a:pt x="7833709" y="8498858"/>
                  <a:pt x="7813687" y="8559099"/>
                  <a:pt x="7815317" y="8664434"/>
                </a:cubicBezTo>
                <a:cubicBezTo>
                  <a:pt x="7817490" y="8804881"/>
                  <a:pt x="7792433" y="9248932"/>
                  <a:pt x="7776915" y="9478962"/>
                </a:cubicBezTo>
                <a:cubicBezTo>
                  <a:pt x="7761398" y="9708991"/>
                  <a:pt x="7767167" y="9670771"/>
                  <a:pt x="7764115" y="9750471"/>
                </a:cubicBezTo>
                <a:cubicBezTo>
                  <a:pt x="7761062" y="9830172"/>
                  <a:pt x="7745949" y="9965210"/>
                  <a:pt x="7751314" y="10021982"/>
                </a:cubicBezTo>
                <a:cubicBezTo>
                  <a:pt x="7752655" y="10036175"/>
                  <a:pt x="7752193" y="10055330"/>
                  <a:pt x="7750827" y="10077307"/>
                </a:cubicBezTo>
                <a:lnTo>
                  <a:pt x="7745442" y="10143243"/>
                </a:lnTo>
                <a:lnTo>
                  <a:pt x="7744914" y="10157736"/>
                </a:lnTo>
                <a:cubicBezTo>
                  <a:pt x="7738672" y="10309525"/>
                  <a:pt x="7738054" y="10348121"/>
                  <a:pt x="7737706" y="10363411"/>
                </a:cubicBezTo>
                <a:lnTo>
                  <a:pt x="7736898" y="10372918"/>
                </a:lnTo>
                <a:lnTo>
                  <a:pt x="7736804" y="10377517"/>
                </a:lnTo>
                <a:cubicBezTo>
                  <a:pt x="7730556" y="10481851"/>
                  <a:pt x="7714200" y="10632731"/>
                  <a:pt x="7719312" y="10700755"/>
                </a:cubicBezTo>
                <a:cubicBezTo>
                  <a:pt x="7726130" y="10791454"/>
                  <a:pt x="7707440" y="11032336"/>
                  <a:pt x="7693711" y="11243776"/>
                </a:cubicBezTo>
                <a:cubicBezTo>
                  <a:pt x="7690279" y="11296635"/>
                  <a:pt x="7689069" y="11349823"/>
                  <a:pt x="7688557" y="11403788"/>
                </a:cubicBezTo>
                <a:lnTo>
                  <a:pt x="7688506" y="11412531"/>
                </a:lnTo>
                <a:lnTo>
                  <a:pt x="7690970" y="11480556"/>
                </a:lnTo>
                <a:cubicBezTo>
                  <a:pt x="7690970" y="11513355"/>
                  <a:pt x="7689870" y="11545290"/>
                  <a:pt x="7688040" y="11576410"/>
                </a:cubicBezTo>
                <a:lnTo>
                  <a:pt x="7686919" y="11588213"/>
                </a:lnTo>
                <a:lnTo>
                  <a:pt x="7681694" y="11740486"/>
                </a:lnTo>
                <a:cubicBezTo>
                  <a:pt x="7677887" y="11799351"/>
                  <a:pt x="7671733" y="11859889"/>
                  <a:pt x="7661709" y="11922549"/>
                </a:cubicBezTo>
                <a:lnTo>
                  <a:pt x="7652471" y="12004820"/>
                </a:lnTo>
                <a:lnTo>
                  <a:pt x="7655309" y="12058303"/>
                </a:lnTo>
                <a:cubicBezTo>
                  <a:pt x="7670885" y="12196150"/>
                  <a:pt x="7645531" y="12365764"/>
                  <a:pt x="7631555" y="12549409"/>
                </a:cubicBezTo>
                <a:lnTo>
                  <a:pt x="7630260" y="12578878"/>
                </a:lnTo>
                <a:lnTo>
                  <a:pt x="7629478" y="12650572"/>
                </a:lnTo>
                <a:cubicBezTo>
                  <a:pt x="7629200" y="12710667"/>
                  <a:pt x="7628673" y="12772315"/>
                  <a:pt x="7626108" y="12832867"/>
                </a:cubicBezTo>
                <a:lnTo>
                  <a:pt x="7620799" y="12892658"/>
                </a:lnTo>
                <a:lnTo>
                  <a:pt x="7615940" y="13194096"/>
                </a:lnTo>
                <a:cubicBezTo>
                  <a:pt x="7609944" y="13361949"/>
                  <a:pt x="7598937" y="13535842"/>
                  <a:pt x="7578505" y="13687360"/>
                </a:cubicBezTo>
                <a:cubicBezTo>
                  <a:pt x="7529857" y="13690606"/>
                  <a:pt x="7483275" y="13689924"/>
                  <a:pt x="7437611" y="13687241"/>
                </a:cubicBezTo>
                <a:cubicBezTo>
                  <a:pt x="7300618" y="13679194"/>
                  <a:pt x="7171877" y="13653136"/>
                  <a:pt x="7020325" y="13661044"/>
                </a:cubicBezTo>
                <a:cubicBezTo>
                  <a:pt x="7017831" y="13610610"/>
                  <a:pt x="7022743" y="13570583"/>
                  <a:pt x="7027423" y="13529240"/>
                </a:cubicBezTo>
                <a:lnTo>
                  <a:pt x="7032358" y="13475219"/>
                </a:lnTo>
                <a:lnTo>
                  <a:pt x="7033303" y="13460637"/>
                </a:lnTo>
                <a:lnTo>
                  <a:pt x="7033126" y="13389535"/>
                </a:lnTo>
                <a:cubicBezTo>
                  <a:pt x="7032270" y="13375610"/>
                  <a:pt x="7032286" y="13356822"/>
                  <a:pt x="7032976" y="13333792"/>
                </a:cubicBezTo>
                <a:lnTo>
                  <a:pt x="7036134" y="13267830"/>
                </a:lnTo>
                <a:lnTo>
                  <a:pt x="7005216" y="13266403"/>
                </a:lnTo>
                <a:lnTo>
                  <a:pt x="6941647" y="13260981"/>
                </a:lnTo>
                <a:lnTo>
                  <a:pt x="6819550" y="13261409"/>
                </a:lnTo>
                <a:cubicBezTo>
                  <a:pt x="6710156" y="13263348"/>
                  <a:pt x="6612274" y="13264509"/>
                  <a:pt x="6489892" y="13241901"/>
                </a:cubicBezTo>
                <a:lnTo>
                  <a:pt x="6460184" y="13237707"/>
                </a:lnTo>
                <a:lnTo>
                  <a:pt x="6417709" y="13238498"/>
                </a:lnTo>
                <a:cubicBezTo>
                  <a:pt x="6192283" y="13259673"/>
                  <a:pt x="6030620" y="13229976"/>
                  <a:pt x="5905867" y="13214366"/>
                </a:cubicBezTo>
                <a:lnTo>
                  <a:pt x="5851800" y="13209087"/>
                </a:lnTo>
                <a:lnTo>
                  <a:pt x="5744615" y="13202559"/>
                </a:lnTo>
                <a:cubicBezTo>
                  <a:pt x="5631395" y="13196407"/>
                  <a:pt x="5510681" y="13191301"/>
                  <a:pt x="5394025" y="13190235"/>
                </a:cubicBezTo>
                <a:cubicBezTo>
                  <a:pt x="5347941" y="13193492"/>
                  <a:pt x="5300862" y="13193484"/>
                  <a:pt x="5254179" y="13191673"/>
                </a:cubicBezTo>
                <a:lnTo>
                  <a:pt x="5166617" y="13185693"/>
                </a:lnTo>
                <a:lnTo>
                  <a:pt x="5045831" y="13183281"/>
                </a:lnTo>
                <a:cubicBezTo>
                  <a:pt x="4983605" y="13180816"/>
                  <a:pt x="4917038" y="13177359"/>
                  <a:pt x="4842764" y="13172396"/>
                </a:cubicBezTo>
                <a:lnTo>
                  <a:pt x="4682447" y="13159597"/>
                </a:lnTo>
                <a:lnTo>
                  <a:pt x="4498424" y="13150199"/>
                </a:lnTo>
                <a:lnTo>
                  <a:pt x="4287820" y="13138502"/>
                </a:lnTo>
                <a:lnTo>
                  <a:pt x="4285145" y="13138503"/>
                </a:lnTo>
                <a:cubicBezTo>
                  <a:pt x="4232777" y="13140309"/>
                  <a:pt x="4197872" y="13142754"/>
                  <a:pt x="4081610" y="13128360"/>
                </a:cubicBezTo>
                <a:cubicBezTo>
                  <a:pt x="3910273" y="13122502"/>
                  <a:pt x="3619999" y="13130558"/>
                  <a:pt x="3281038" y="13090616"/>
                </a:cubicBezTo>
                <a:cubicBezTo>
                  <a:pt x="3196297" y="13080630"/>
                  <a:pt x="3126366" y="13075667"/>
                  <a:pt x="3064645" y="13073296"/>
                </a:cubicBezTo>
                <a:lnTo>
                  <a:pt x="3002576" y="13072638"/>
                </a:lnTo>
                <a:lnTo>
                  <a:pt x="2913561" y="13073290"/>
                </a:lnTo>
                <a:cubicBezTo>
                  <a:pt x="2814437" y="13076581"/>
                  <a:pt x="2652982" y="13079597"/>
                  <a:pt x="2401719" y="13049159"/>
                </a:cubicBezTo>
                <a:lnTo>
                  <a:pt x="2316646" y="13042277"/>
                </a:lnTo>
                <a:lnTo>
                  <a:pt x="2259711" y="13042401"/>
                </a:lnTo>
                <a:cubicBezTo>
                  <a:pt x="2222480" y="13043293"/>
                  <a:pt x="2185327" y="13044196"/>
                  <a:pt x="2139672" y="13042716"/>
                </a:cubicBezTo>
                <a:lnTo>
                  <a:pt x="2083988" y="13038167"/>
                </a:lnTo>
                <a:lnTo>
                  <a:pt x="2060648" y="13038508"/>
                </a:lnTo>
                <a:cubicBezTo>
                  <a:pt x="2031813" y="13037707"/>
                  <a:pt x="2000712" y="13035019"/>
                  <a:pt x="1962061" y="13028431"/>
                </a:cubicBezTo>
                <a:cubicBezTo>
                  <a:pt x="1846106" y="13008665"/>
                  <a:pt x="1700642" y="13022680"/>
                  <a:pt x="1571805" y="13017643"/>
                </a:cubicBezTo>
                <a:lnTo>
                  <a:pt x="1453958" y="13004710"/>
                </a:lnTo>
                <a:lnTo>
                  <a:pt x="1322159" y="13009423"/>
                </a:lnTo>
                <a:cubicBezTo>
                  <a:pt x="1276644" y="13009708"/>
                  <a:pt x="1230279" y="13008681"/>
                  <a:pt x="1182441" y="13006361"/>
                </a:cubicBezTo>
                <a:lnTo>
                  <a:pt x="908681" y="12980472"/>
                </a:lnTo>
                <a:lnTo>
                  <a:pt x="776009" y="12981828"/>
                </a:lnTo>
                <a:cubicBezTo>
                  <a:pt x="581065" y="12975762"/>
                  <a:pt x="296896" y="12950003"/>
                  <a:pt x="0" y="12935927"/>
                </a:cubicBezTo>
                <a:cubicBezTo>
                  <a:pt x="1428" y="12865635"/>
                  <a:pt x="10579" y="12765825"/>
                  <a:pt x="18087" y="12663722"/>
                </a:cubicBezTo>
                <a:lnTo>
                  <a:pt x="19330" y="12642465"/>
                </a:lnTo>
                <a:lnTo>
                  <a:pt x="22377" y="12517247"/>
                </a:lnTo>
                <a:cubicBezTo>
                  <a:pt x="23508" y="12466631"/>
                  <a:pt x="24662" y="12418760"/>
                  <a:pt x="26316" y="12377747"/>
                </a:cubicBezTo>
                <a:cubicBezTo>
                  <a:pt x="66973" y="12377315"/>
                  <a:pt x="116556" y="12377599"/>
                  <a:pt x="171001" y="12378627"/>
                </a:cubicBezTo>
                <a:lnTo>
                  <a:pt x="204973" y="12379670"/>
                </a:lnTo>
                <a:lnTo>
                  <a:pt x="203834" y="12333556"/>
                </a:lnTo>
                <a:cubicBezTo>
                  <a:pt x="203815" y="12298702"/>
                  <a:pt x="204970" y="12263246"/>
                  <a:pt x="208317" y="12225891"/>
                </a:cubicBezTo>
                <a:lnTo>
                  <a:pt x="209038" y="12176803"/>
                </a:lnTo>
                <a:lnTo>
                  <a:pt x="208317" y="12153628"/>
                </a:lnTo>
                <a:cubicBezTo>
                  <a:pt x="201932" y="12033663"/>
                  <a:pt x="180721" y="11644054"/>
                  <a:pt x="208317" y="11352165"/>
                </a:cubicBezTo>
                <a:lnTo>
                  <a:pt x="216342" y="11207940"/>
                </a:lnTo>
                <a:lnTo>
                  <a:pt x="212069" y="11086383"/>
                </a:lnTo>
                <a:lnTo>
                  <a:pt x="208378" y="11023615"/>
                </a:lnTo>
                <a:lnTo>
                  <a:pt x="206034" y="10998595"/>
                </a:lnTo>
                <a:lnTo>
                  <a:pt x="206305" y="10988346"/>
                </a:lnTo>
                <a:lnTo>
                  <a:pt x="205404" y="10973030"/>
                </a:lnTo>
                <a:cubicBezTo>
                  <a:pt x="204143" y="10934302"/>
                  <a:pt x="204477" y="10892254"/>
                  <a:pt x="208317" y="10839755"/>
                </a:cubicBezTo>
                <a:cubicBezTo>
                  <a:pt x="215997" y="10734758"/>
                  <a:pt x="207548" y="10574861"/>
                  <a:pt x="201403" y="10420979"/>
                </a:cubicBezTo>
                <a:lnTo>
                  <a:pt x="197587" y="10259972"/>
                </a:lnTo>
                <a:lnTo>
                  <a:pt x="197140" y="10254157"/>
                </a:lnTo>
                <a:cubicBezTo>
                  <a:pt x="188417" y="10094934"/>
                  <a:pt x="188326" y="9907925"/>
                  <a:pt x="208317" y="9814934"/>
                </a:cubicBezTo>
                <a:lnTo>
                  <a:pt x="216848" y="9751557"/>
                </a:lnTo>
                <a:lnTo>
                  <a:pt x="214917" y="9679117"/>
                </a:lnTo>
                <a:cubicBezTo>
                  <a:pt x="211792" y="9609105"/>
                  <a:pt x="208118" y="9538642"/>
                  <a:pt x="206237" y="9474660"/>
                </a:cubicBezTo>
                <a:lnTo>
                  <a:pt x="207593" y="9366730"/>
                </a:lnTo>
                <a:lnTo>
                  <a:pt x="199807" y="9280101"/>
                </a:lnTo>
                <a:cubicBezTo>
                  <a:pt x="198723" y="9247422"/>
                  <a:pt x="199125" y="9213429"/>
                  <a:pt x="200203" y="9177534"/>
                </a:cubicBezTo>
                <a:lnTo>
                  <a:pt x="206831" y="8979137"/>
                </a:lnTo>
                <a:lnTo>
                  <a:pt x="203369" y="8850322"/>
                </a:lnTo>
                <a:cubicBezTo>
                  <a:pt x="202906" y="8789143"/>
                  <a:pt x="204035" y="8723456"/>
                  <a:pt x="208317" y="8652157"/>
                </a:cubicBezTo>
                <a:lnTo>
                  <a:pt x="209121" y="8606486"/>
                </a:lnTo>
                <a:lnTo>
                  <a:pt x="208317" y="8494492"/>
                </a:lnTo>
                <a:cubicBezTo>
                  <a:pt x="206618" y="8355158"/>
                  <a:pt x="180864" y="8017716"/>
                  <a:pt x="208317" y="7837556"/>
                </a:cubicBezTo>
                <a:cubicBezTo>
                  <a:pt x="220328" y="7758736"/>
                  <a:pt x="216418" y="7664842"/>
                  <a:pt x="210587" y="7571958"/>
                </a:cubicBezTo>
                <a:lnTo>
                  <a:pt x="202552" y="7441941"/>
                </a:lnTo>
                <a:lnTo>
                  <a:pt x="189727" y="7440815"/>
                </a:lnTo>
                <a:lnTo>
                  <a:pt x="201597" y="7352837"/>
                </a:lnTo>
                <a:lnTo>
                  <a:pt x="201326" y="7312418"/>
                </a:lnTo>
                <a:lnTo>
                  <a:pt x="205247" y="7279026"/>
                </a:lnTo>
                <a:lnTo>
                  <a:pt x="204054" y="7227891"/>
                </a:lnTo>
                <a:cubicBezTo>
                  <a:pt x="204987" y="7065810"/>
                  <a:pt x="217735" y="6944996"/>
                  <a:pt x="208317" y="6681348"/>
                </a:cubicBezTo>
                <a:cubicBezTo>
                  <a:pt x="195760" y="6329818"/>
                  <a:pt x="222927" y="6367695"/>
                  <a:pt x="208317" y="6241201"/>
                </a:cubicBezTo>
                <a:cubicBezTo>
                  <a:pt x="193707" y="6114706"/>
                  <a:pt x="187025" y="5706486"/>
                  <a:pt x="208317" y="5439739"/>
                </a:cubicBezTo>
                <a:cubicBezTo>
                  <a:pt x="256139" y="5434975"/>
                  <a:pt x="302411" y="5432083"/>
                  <a:pt x="348060" y="5430552"/>
                </a:cubicBezTo>
                <a:lnTo>
                  <a:pt x="410003" y="5430087"/>
                </a:lnTo>
                <a:lnTo>
                  <a:pt x="418502" y="5337888"/>
                </a:lnTo>
                <a:lnTo>
                  <a:pt x="438557" y="5161281"/>
                </a:lnTo>
                <a:lnTo>
                  <a:pt x="442659" y="5115840"/>
                </a:lnTo>
                <a:cubicBezTo>
                  <a:pt x="447368" y="5025113"/>
                  <a:pt x="452246" y="4950479"/>
                  <a:pt x="461412" y="4863188"/>
                </a:cubicBezTo>
                <a:lnTo>
                  <a:pt x="505239" y="4539413"/>
                </a:lnTo>
                <a:lnTo>
                  <a:pt x="509737" y="4407588"/>
                </a:lnTo>
                <a:cubicBezTo>
                  <a:pt x="517582" y="4285920"/>
                  <a:pt x="534269" y="4196858"/>
                  <a:pt x="550571" y="4113314"/>
                </a:cubicBezTo>
                <a:lnTo>
                  <a:pt x="554646" y="4090029"/>
                </a:lnTo>
                <a:lnTo>
                  <a:pt x="561309" y="4025192"/>
                </a:lnTo>
                <a:lnTo>
                  <a:pt x="590720" y="3788857"/>
                </a:lnTo>
                <a:lnTo>
                  <a:pt x="591860" y="3744366"/>
                </a:lnTo>
                <a:cubicBezTo>
                  <a:pt x="588858" y="3432412"/>
                  <a:pt x="633937" y="3301064"/>
                  <a:pt x="655093" y="3163122"/>
                </a:cubicBezTo>
                <a:lnTo>
                  <a:pt x="681483" y="2956249"/>
                </a:lnTo>
                <a:lnTo>
                  <a:pt x="687775" y="2862704"/>
                </a:lnTo>
                <a:cubicBezTo>
                  <a:pt x="690044" y="2755928"/>
                  <a:pt x="703797" y="2658825"/>
                  <a:pt x="717033" y="2573291"/>
                </a:cubicBezTo>
                <a:lnTo>
                  <a:pt x="727976" y="2500581"/>
                </a:lnTo>
                <a:lnTo>
                  <a:pt x="733957" y="2438199"/>
                </a:lnTo>
                <a:cubicBezTo>
                  <a:pt x="759758" y="2121566"/>
                  <a:pt x="766127" y="1976766"/>
                  <a:pt x="797189" y="1856955"/>
                </a:cubicBezTo>
                <a:lnTo>
                  <a:pt x="804411" y="1813579"/>
                </a:lnTo>
                <a:lnTo>
                  <a:pt x="806426" y="1772055"/>
                </a:lnTo>
                <a:cubicBezTo>
                  <a:pt x="805010" y="1725010"/>
                  <a:pt x="809651" y="1672168"/>
                  <a:pt x="817426" y="1614248"/>
                </a:cubicBezTo>
                <a:lnTo>
                  <a:pt x="830846" y="1529468"/>
                </a:lnTo>
                <a:lnTo>
                  <a:pt x="831613" y="1518192"/>
                </a:lnTo>
                <a:cubicBezTo>
                  <a:pt x="834772" y="1481277"/>
                  <a:pt x="838801" y="1447408"/>
                  <a:pt x="844792" y="1419390"/>
                </a:cubicBezTo>
                <a:cubicBezTo>
                  <a:pt x="850782" y="1391372"/>
                  <a:pt x="860760" y="1322128"/>
                  <a:pt x="872587" y="1229666"/>
                </a:cubicBezTo>
                <a:lnTo>
                  <a:pt x="889015" y="1090688"/>
                </a:lnTo>
                <a:lnTo>
                  <a:pt x="893105" y="975293"/>
                </a:lnTo>
                <a:cubicBezTo>
                  <a:pt x="893656" y="811471"/>
                  <a:pt x="909028" y="705068"/>
                  <a:pt x="926345" y="603024"/>
                </a:cubicBezTo>
                <a:lnTo>
                  <a:pt x="933258" y="561150"/>
                </a:lnTo>
                <a:lnTo>
                  <a:pt x="858541" y="558921"/>
                </a:lnTo>
                <a:cubicBezTo>
                  <a:pt x="799538" y="557728"/>
                  <a:pt x="746549" y="557931"/>
                  <a:pt x="704254" y="560161"/>
                </a:cubicBezTo>
                <a:cubicBezTo>
                  <a:pt x="712602" y="466890"/>
                  <a:pt x="713647" y="392034"/>
                  <a:pt x="715371" y="308151"/>
                </a:cubicBezTo>
                <a:lnTo>
                  <a:pt x="715472" y="303934"/>
                </a:lnTo>
                <a:lnTo>
                  <a:pt x="714783" y="263201"/>
                </a:lnTo>
                <a:cubicBezTo>
                  <a:pt x="714277" y="188214"/>
                  <a:pt x="716788" y="102164"/>
                  <a:pt x="730570" y="1981"/>
                </a:cubicBezTo>
                <a:cubicBezTo>
                  <a:pt x="896527" y="-4507"/>
                  <a:pt x="1354565" y="4144"/>
                  <a:pt x="1531143" y="39725"/>
                </a:cubicBezTo>
                <a:cubicBezTo>
                  <a:pt x="1873491" y="81537"/>
                  <a:pt x="1862079" y="39877"/>
                  <a:pt x="1970803" y="60454"/>
                </a:cubicBezTo>
                <a:cubicBezTo>
                  <a:pt x="2079526" y="81031"/>
                  <a:pt x="2333063" y="57284"/>
                  <a:pt x="2554827" y="87988"/>
                </a:cubicBezTo>
                <a:lnTo>
                  <a:pt x="2568380" y="89303"/>
                </a:lnTo>
                <a:lnTo>
                  <a:pt x="2582798" y="90482"/>
                </a:lnTo>
                <a:cubicBezTo>
                  <a:pt x="2620158" y="93025"/>
                  <a:pt x="2658717" y="94800"/>
                  <a:pt x="2699193" y="94794"/>
                </a:cubicBezTo>
                <a:lnTo>
                  <a:pt x="2820100" y="101286"/>
                </a:lnTo>
                <a:lnTo>
                  <a:pt x="2876316" y="100605"/>
                </a:lnTo>
                <a:cubicBezTo>
                  <a:pt x="2909170" y="101171"/>
                  <a:pt x="2946688" y="103270"/>
                  <a:pt x="2994486" y="108716"/>
                </a:cubicBezTo>
                <a:cubicBezTo>
                  <a:pt x="3090082" y="119609"/>
                  <a:pt x="3199948" y="126676"/>
                  <a:pt x="3313009" y="131355"/>
                </a:cubicBezTo>
                <a:lnTo>
                  <a:pt x="3331190" y="131801"/>
                </a:lnTo>
                <a:lnTo>
                  <a:pt x="3499766" y="132538"/>
                </a:lnTo>
                <a:cubicBezTo>
                  <a:pt x="3692722" y="126919"/>
                  <a:pt x="3787462" y="135416"/>
                  <a:pt x="3868619" y="144936"/>
                </a:cubicBezTo>
                <a:lnTo>
                  <a:pt x="3934517" y="152173"/>
                </a:lnTo>
                <a:lnTo>
                  <a:pt x="4070293" y="158162"/>
                </a:lnTo>
                <a:lnTo>
                  <a:pt x="4172751" y="163922"/>
                </a:lnTo>
                <a:lnTo>
                  <a:pt x="4353603" y="168721"/>
                </a:lnTo>
                <a:cubicBezTo>
                  <a:pt x="4416472" y="172445"/>
                  <a:pt x="4476759" y="177609"/>
                  <a:pt x="4535749" y="182610"/>
                </a:cubicBezTo>
                <a:lnTo>
                  <a:pt x="4557251" y="184202"/>
                </a:lnTo>
                <a:lnTo>
                  <a:pt x="4597323" y="186775"/>
                </a:lnTo>
                <a:lnTo>
                  <a:pt x="4629802" y="189573"/>
                </a:lnTo>
                <a:lnTo>
                  <a:pt x="4710105" y="195518"/>
                </a:lnTo>
                <a:cubicBezTo>
                  <a:pt x="4767779" y="198587"/>
                  <a:pt x="4825438" y="199888"/>
                  <a:pt x="4884363" y="197817"/>
                </a:cubicBezTo>
                <a:cubicBezTo>
                  <a:pt x="4943288" y="195746"/>
                  <a:pt x="4998421" y="197857"/>
                  <a:pt x="5054067" y="201992"/>
                </a:cubicBezTo>
                <a:lnTo>
                  <a:pt x="5194406" y="215246"/>
                </a:lnTo>
                <a:lnTo>
                  <a:pt x="5251840" y="215142"/>
                </a:lnTo>
                <a:cubicBezTo>
                  <a:pt x="5511808" y="204773"/>
                  <a:pt x="5646993" y="201168"/>
                  <a:pt x="5837202" y="222529"/>
                </a:cubicBezTo>
                <a:lnTo>
                  <a:pt x="5946657" y="237968"/>
                </a:lnTo>
                <a:lnTo>
                  <a:pt x="5950773" y="238098"/>
                </a:lnTo>
                <a:cubicBezTo>
                  <a:pt x="6191225" y="250202"/>
                  <a:pt x="6359012" y="283742"/>
                  <a:pt x="6485510" y="273305"/>
                </a:cubicBezTo>
                <a:cubicBezTo>
                  <a:pt x="6527675" y="269826"/>
                  <a:pt x="6567715" y="269723"/>
                  <a:pt x="6608443" y="271545"/>
                </a:cubicBezTo>
                <a:lnTo>
                  <a:pt x="6728551" y="280807"/>
                </a:lnTo>
                <a:lnTo>
                  <a:pt x="6952792" y="285979"/>
                </a:lnTo>
                <a:cubicBezTo>
                  <a:pt x="7021071" y="288856"/>
                  <a:pt x="7087323" y="292417"/>
                  <a:pt x="7145860" y="296651"/>
                </a:cubicBezTo>
                <a:lnTo>
                  <a:pt x="7232501" y="305332"/>
                </a:lnTo>
                <a:lnTo>
                  <a:pt x="7283877" y="306748"/>
                </a:lnTo>
                <a:cubicBezTo>
                  <a:pt x="7356429" y="310063"/>
                  <a:pt x="7429921" y="314440"/>
                  <a:pt x="7503858" y="319029"/>
                </a:cubicBezTo>
                <a:lnTo>
                  <a:pt x="7529293" y="320577"/>
                </a:lnTo>
                <a:lnTo>
                  <a:pt x="7559503" y="320688"/>
                </a:lnTo>
                <a:lnTo>
                  <a:pt x="7632017" y="321303"/>
                </a:lnTo>
                <a:lnTo>
                  <a:pt x="7639949" y="244636"/>
                </a:lnTo>
                <a:cubicBezTo>
                  <a:pt x="7645569" y="196440"/>
                  <a:pt x="7652304" y="143833"/>
                  <a:pt x="7660358" y="85567"/>
                </a:cubicBezTo>
                <a:lnTo>
                  <a:pt x="7826217" y="100623"/>
                </a:lnTo>
                <a:lnTo>
                  <a:pt x="7928974" y="103170"/>
                </a:lnTo>
                <a:cubicBezTo>
                  <a:pt x="8015404" y="103574"/>
                  <a:pt x="8105327" y="102496"/>
                  <a:pt x="8218538" y="111883"/>
                </a:cubicBezTo>
                <a:cubicBezTo>
                  <a:pt x="8218989" y="431453"/>
                  <a:pt x="8220053" y="621197"/>
                  <a:pt x="8180136" y="926412"/>
                </a:cubicBezTo>
                <a:lnTo>
                  <a:pt x="8178278" y="943843"/>
                </a:lnTo>
                <a:lnTo>
                  <a:pt x="8173736" y="1062167"/>
                </a:lnTo>
                <a:cubicBezTo>
                  <a:pt x="8169456" y="1235006"/>
                  <a:pt x="8156851" y="1368713"/>
                  <a:pt x="8147618" y="1477203"/>
                </a:cubicBezTo>
                <a:lnTo>
                  <a:pt x="8144708" y="1520170"/>
                </a:lnTo>
                <a:lnTo>
                  <a:pt x="8141734" y="1740941"/>
                </a:lnTo>
                <a:cubicBezTo>
                  <a:pt x="8146339" y="1776928"/>
                  <a:pt x="8145361" y="1831626"/>
                  <a:pt x="8141424" y="1899102"/>
                </a:cubicBezTo>
                <a:lnTo>
                  <a:pt x="8136786" y="1959396"/>
                </a:lnTo>
                <a:lnTo>
                  <a:pt x="8131071" y="2211707"/>
                </a:lnTo>
                <a:cubicBezTo>
                  <a:pt x="8125243" y="2353474"/>
                  <a:pt x="8116570" y="2474072"/>
                  <a:pt x="8103332" y="2555469"/>
                </a:cubicBezTo>
                <a:lnTo>
                  <a:pt x="8099278" y="2587267"/>
                </a:lnTo>
                <a:lnTo>
                  <a:pt x="8096932" y="2691225"/>
                </a:lnTo>
                <a:cubicBezTo>
                  <a:pt x="8100773" y="2872731"/>
                  <a:pt x="8098928" y="2954614"/>
                  <a:pt x="8093846" y="3018056"/>
                </a:cubicBezTo>
                <a:lnTo>
                  <a:pt x="8080027" y="3150738"/>
                </a:lnTo>
                <a:lnTo>
                  <a:pt x="8083036" y="3219195"/>
                </a:lnTo>
                <a:cubicBezTo>
                  <a:pt x="8086040" y="3335058"/>
                  <a:pt x="8080539" y="3446250"/>
                  <a:pt x="8052130" y="3641508"/>
                </a:cubicBezTo>
                <a:cubicBezTo>
                  <a:pt x="8059120" y="3781225"/>
                  <a:pt x="8037394" y="3801762"/>
                  <a:pt x="8039329" y="3913017"/>
                </a:cubicBezTo>
                <a:cubicBezTo>
                  <a:pt x="8040296" y="3968645"/>
                  <a:pt x="8036035" y="4011524"/>
                  <a:pt x="8032063" y="4052994"/>
                </a:cubicBezTo>
                <a:lnTo>
                  <a:pt x="8029431" y="4085585"/>
                </a:lnTo>
                <a:lnTo>
                  <a:pt x="8026528" y="4184527"/>
                </a:lnTo>
                <a:cubicBezTo>
                  <a:pt x="8030772" y="4284525"/>
                  <a:pt x="8009404" y="4375527"/>
                  <a:pt x="8013728" y="4456036"/>
                </a:cubicBezTo>
                <a:cubicBezTo>
                  <a:pt x="8016970" y="4516418"/>
                  <a:pt x="8014212" y="4686496"/>
                  <a:pt x="8002683" y="4846645"/>
                </a:cubicBezTo>
                <a:lnTo>
                  <a:pt x="8002656" y="4846925"/>
                </a:lnTo>
                <a:lnTo>
                  <a:pt x="8003183" y="4883288"/>
                </a:lnTo>
                <a:cubicBezTo>
                  <a:pt x="7999644" y="5005226"/>
                  <a:pt x="7982164" y="5041576"/>
                  <a:pt x="7981726" y="5134810"/>
                </a:cubicBezTo>
                <a:cubicBezTo>
                  <a:pt x="7981142" y="5259121"/>
                  <a:pt x="7955897" y="5816941"/>
                  <a:pt x="7936924" y="6085093"/>
                </a:cubicBezTo>
                <a:lnTo>
                  <a:pt x="7912284" y="6383687"/>
                </a:lnTo>
                <a:lnTo>
                  <a:pt x="7917723" y="6492358"/>
                </a:lnTo>
                <a:cubicBezTo>
                  <a:pt x="7923754" y="6573932"/>
                  <a:pt x="7923370" y="6644463"/>
                  <a:pt x="7919551" y="6711786"/>
                </a:cubicBezTo>
                <a:lnTo>
                  <a:pt x="7906986" y="6845714"/>
                </a:lnTo>
                <a:lnTo>
                  <a:pt x="7907143" y="6851964"/>
                </a:lnTo>
                <a:cubicBezTo>
                  <a:pt x="7905559" y="6945703"/>
                  <a:pt x="7893759" y="7054790"/>
                  <a:pt x="7882554" y="7165023"/>
                </a:cubicBezTo>
                <a:lnTo>
                  <a:pt x="7873262" y="7274902"/>
                </a:lnTo>
                <a:lnTo>
                  <a:pt x="7873080" y="7278994"/>
                </a:lnTo>
                <a:cubicBezTo>
                  <a:pt x="7871898" y="7329121"/>
                  <a:pt x="7871721" y="7383344"/>
                  <a:pt x="7872920" y="7442641"/>
                </a:cubicBezTo>
                <a:cubicBezTo>
                  <a:pt x="7878318" y="7709478"/>
                  <a:pt x="7882503" y="7855761"/>
                  <a:pt x="7874424" y="800076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867525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5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7F8FCF17-37C4-47A4-B9AC-8B9953D32929}"/>
              </a:ext>
            </a:extLst>
          </p:cNvPr>
          <p:cNvSpPr/>
          <p:nvPr/>
        </p:nvSpPr>
        <p:spPr>
          <a:xfrm flipV="1">
            <a:off x="-118981" y="-535837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6" name="Forma libre: forma 35">
            <a:extLst>
              <a:ext uri="{FF2B5EF4-FFF2-40B4-BE49-F238E27FC236}">
                <a16:creationId xmlns:a16="http://schemas.microsoft.com/office/drawing/2014/main" id="{187B4400-5E22-4575-8874-EF26CA468502}"/>
              </a:ext>
            </a:extLst>
          </p:cNvPr>
          <p:cNvSpPr/>
          <p:nvPr/>
        </p:nvSpPr>
        <p:spPr>
          <a:xfrm flipH="1" flipV="1">
            <a:off x="3984641" y="-575341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40DD996B-EB26-4D90-8C61-0FC3E74A9D1D}"/>
              </a:ext>
            </a:extLst>
          </p:cNvPr>
          <p:cNvGrpSpPr/>
          <p:nvPr/>
        </p:nvGrpSpPr>
        <p:grpSpPr>
          <a:xfrm>
            <a:off x="8060015" y="-57454"/>
            <a:ext cx="3893623" cy="7252005"/>
            <a:chOff x="8060015" y="-57454"/>
            <a:chExt cx="3893623" cy="7252005"/>
          </a:xfrm>
        </p:grpSpPr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DE8C6651-18D3-4C1F-A2F1-6F409DA8643C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880CA0B4-CCAB-4573-8FF3-A2A3EA534F33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30567E61-6D96-4DC7-9CBF-309326B5AEF4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55" name="Forma libre: forma 54">
            <a:extLst>
              <a:ext uri="{FF2B5EF4-FFF2-40B4-BE49-F238E27FC236}">
                <a16:creationId xmlns:a16="http://schemas.microsoft.com/office/drawing/2014/main" id="{E769E46A-7DCE-4B5C-94B3-F470259E8EE2}"/>
              </a:ext>
            </a:extLst>
          </p:cNvPr>
          <p:cNvSpPr/>
          <p:nvPr/>
        </p:nvSpPr>
        <p:spPr>
          <a:xfrm rot="16200000">
            <a:off x="603806" y="402016"/>
            <a:ext cx="4059371" cy="4059371"/>
          </a:xfrm>
          <a:custGeom>
            <a:avLst/>
            <a:gdLst>
              <a:gd name="connsiteX0" fmla="*/ 2508925 w 8343900"/>
              <a:gd name="connsiteY0" fmla="*/ 5552743 h 8343899"/>
              <a:gd name="connsiteX1" fmla="*/ 2272572 w 8343900"/>
              <a:gd name="connsiteY1" fmla="*/ 5765038 h 8343899"/>
              <a:gd name="connsiteX2" fmla="*/ 2267402 w 8343900"/>
              <a:gd name="connsiteY2" fmla="*/ 5759350 h 8343899"/>
              <a:gd name="connsiteX3" fmla="*/ 1936535 w 8343900"/>
              <a:gd name="connsiteY3" fmla="*/ 5234434 h 8343899"/>
              <a:gd name="connsiteX4" fmla="*/ 1936318 w 8343900"/>
              <a:gd name="connsiteY4" fmla="*/ 5233951 h 8343899"/>
              <a:gd name="connsiteX5" fmla="*/ 1916330 w 8343900"/>
              <a:gd name="connsiteY5" fmla="*/ 5202203 h 8343899"/>
              <a:gd name="connsiteX6" fmla="*/ 1723581 w 8343900"/>
              <a:gd name="connsiteY6" fmla="*/ 4758953 h 8343899"/>
              <a:gd name="connsiteX7" fmla="*/ 1700160 w 8343900"/>
              <a:gd name="connsiteY7" fmla="*/ 4639307 h 8343899"/>
              <a:gd name="connsiteX8" fmla="*/ 1681217 w 8343900"/>
              <a:gd name="connsiteY8" fmla="*/ 4636614 h 8343899"/>
              <a:gd name="connsiteX9" fmla="*/ 1408176 w 8343900"/>
              <a:gd name="connsiteY9" fmla="*/ 4565141 h 8343899"/>
              <a:gd name="connsiteX10" fmla="*/ 1405685 w 8343900"/>
              <a:gd name="connsiteY10" fmla="*/ 4563829 h 8343899"/>
              <a:gd name="connsiteX11" fmla="*/ 1388618 w 8343900"/>
              <a:gd name="connsiteY11" fmla="*/ 4559680 h 8343899"/>
              <a:gd name="connsiteX12" fmla="*/ 958342 w 8343900"/>
              <a:gd name="connsiteY12" fmla="*/ 4439538 h 8343899"/>
              <a:gd name="connsiteX13" fmla="*/ 956990 w 8343900"/>
              <a:gd name="connsiteY13" fmla="*/ 4438865 h 8343899"/>
              <a:gd name="connsiteX14" fmla="*/ 938784 w 8343900"/>
              <a:gd name="connsiteY14" fmla="*/ 4434077 h 8343899"/>
              <a:gd name="connsiteX15" fmla="*/ 574054 w 8343900"/>
              <a:gd name="connsiteY15" fmla="*/ 4338287 h 8343899"/>
              <a:gd name="connsiteX16" fmla="*/ 569594 w 8343900"/>
              <a:gd name="connsiteY16" fmla="*/ 4336630 h 8343899"/>
              <a:gd name="connsiteX17" fmla="*/ 559976 w 8343900"/>
              <a:gd name="connsiteY17" fmla="*/ 4335108 h 8343899"/>
              <a:gd name="connsiteX18" fmla="*/ 430276 w 8343900"/>
              <a:gd name="connsiteY18" fmla="*/ 4292091 h 8343899"/>
              <a:gd name="connsiteX19" fmla="*/ 399198 w 8343900"/>
              <a:gd name="connsiteY19" fmla="*/ 4278986 h 8343899"/>
              <a:gd name="connsiteX20" fmla="*/ 379284 w 8343900"/>
              <a:gd name="connsiteY20" fmla="*/ 4273593 h 8343899"/>
              <a:gd name="connsiteX21" fmla="*/ 0 w 8343900"/>
              <a:gd name="connsiteY21" fmla="*/ 4171949 h 8343899"/>
              <a:gd name="connsiteX22" fmla="*/ 445899 w 8343900"/>
              <a:gd name="connsiteY22" fmla="*/ 4038469 h 8343899"/>
              <a:gd name="connsiteX23" fmla="*/ 451472 w 8343900"/>
              <a:gd name="connsiteY23" fmla="*/ 4037521 h 8343899"/>
              <a:gd name="connsiteX24" fmla="*/ 487456 w 8343900"/>
              <a:gd name="connsiteY24" fmla="*/ 4027058 h 8343899"/>
              <a:gd name="connsiteX25" fmla="*/ 547624 w 8343900"/>
              <a:gd name="connsiteY25" fmla="*/ 4019041 h 8343899"/>
              <a:gd name="connsiteX26" fmla="*/ 578247 w 8343900"/>
              <a:gd name="connsiteY26" fmla="*/ 4014912 h 8343899"/>
              <a:gd name="connsiteX27" fmla="*/ 613424 w 8343900"/>
              <a:gd name="connsiteY27" fmla="*/ 4008189 h 8343899"/>
              <a:gd name="connsiteX28" fmla="*/ 678814 w 8343900"/>
              <a:gd name="connsiteY28" fmla="*/ 3989844 h 8343899"/>
              <a:gd name="connsiteX29" fmla="*/ 786325 w 8343900"/>
              <a:gd name="connsiteY29" fmla="*/ 3946056 h 8343899"/>
              <a:gd name="connsiteX30" fmla="*/ 958697 w 8343900"/>
              <a:gd name="connsiteY30" fmla="*/ 3889792 h 8343899"/>
              <a:gd name="connsiteX31" fmla="*/ 968208 w 8343900"/>
              <a:gd name="connsiteY31" fmla="*/ 3889496 h 8343899"/>
              <a:gd name="connsiteX32" fmla="*/ 975763 w 8343900"/>
              <a:gd name="connsiteY32" fmla="*/ 3887856 h 8343899"/>
              <a:gd name="connsiteX33" fmla="*/ 1017016 w 8343900"/>
              <a:gd name="connsiteY33" fmla="*/ 3887977 h 8343899"/>
              <a:gd name="connsiteX34" fmla="*/ 1060711 w 8343900"/>
              <a:gd name="connsiteY34" fmla="*/ 3887394 h 8343899"/>
              <a:gd name="connsiteX35" fmla="*/ 1096790 w 8343900"/>
              <a:gd name="connsiteY35" fmla="*/ 3879287 h 8343899"/>
              <a:gd name="connsiteX36" fmla="*/ 1368555 w 8343900"/>
              <a:gd name="connsiteY36" fmla="*/ 3780472 h 8343899"/>
              <a:gd name="connsiteX37" fmla="*/ 1436702 w 8343900"/>
              <a:gd name="connsiteY37" fmla="*/ 3769535 h 8343899"/>
              <a:gd name="connsiteX38" fmla="*/ 1486408 w 8343900"/>
              <a:gd name="connsiteY38" fmla="*/ 3756913 h 8343899"/>
              <a:gd name="connsiteX39" fmla="*/ 1635389 w 8343900"/>
              <a:gd name="connsiteY39" fmla="*/ 3724422 h 8343899"/>
              <a:gd name="connsiteX40" fmla="*/ 1717550 w 8343900"/>
              <a:gd name="connsiteY40" fmla="*/ 3697995 h 8343899"/>
              <a:gd name="connsiteX41" fmla="*/ 1726913 w 8343900"/>
              <a:gd name="connsiteY41" fmla="*/ 3627373 h 8343899"/>
              <a:gd name="connsiteX42" fmla="*/ 2123741 w 8343900"/>
              <a:gd name="connsiteY42" fmla="*/ 2776664 h 8343899"/>
              <a:gd name="connsiteX43" fmla="*/ 2144315 w 8343900"/>
              <a:gd name="connsiteY43" fmla="*/ 2747424 h 8343899"/>
              <a:gd name="connsiteX44" fmla="*/ 2152613 w 8343900"/>
              <a:gd name="connsiteY44" fmla="*/ 2738869 h 8343899"/>
              <a:gd name="connsiteX45" fmla="*/ 2171563 w 8343900"/>
              <a:gd name="connsiteY45" fmla="*/ 2712711 h 8343899"/>
              <a:gd name="connsiteX46" fmla="*/ 2387669 w 8343900"/>
              <a:gd name="connsiteY46" fmla="*/ 2953307 h 8343899"/>
              <a:gd name="connsiteX47" fmla="*/ 2387016 w 8343900"/>
              <a:gd name="connsiteY47" fmla="*/ 2954181 h 8343899"/>
              <a:gd name="connsiteX48" fmla="*/ 2019573 w 8343900"/>
              <a:gd name="connsiteY48" fmla="*/ 3874432 h 8343899"/>
              <a:gd name="connsiteX49" fmla="*/ 2009289 w 8343900"/>
              <a:gd name="connsiteY49" fmla="*/ 3999744 h 8343899"/>
              <a:gd name="connsiteX50" fmla="*/ 2015040 w 8343900"/>
              <a:gd name="connsiteY50" fmla="*/ 4171949 h 8343899"/>
              <a:gd name="connsiteX51" fmla="*/ 2079216 w 8343900"/>
              <a:gd name="connsiteY51" fmla="*/ 4694456 h 8343899"/>
              <a:gd name="connsiteX52" fmla="*/ 2113405 w 8343900"/>
              <a:gd name="connsiteY52" fmla="*/ 4824773 h 8343899"/>
              <a:gd name="connsiteX53" fmla="*/ 2164255 w 8343900"/>
              <a:gd name="connsiteY53" fmla="*/ 4969557 h 8343899"/>
              <a:gd name="connsiteX54" fmla="*/ 2387016 w 8343900"/>
              <a:gd name="connsiteY54" fmla="*/ 5389718 h 8343899"/>
              <a:gd name="connsiteX55" fmla="*/ 2458218 w 8343900"/>
              <a:gd name="connsiteY55" fmla="*/ 5486855 h 8343899"/>
              <a:gd name="connsiteX56" fmla="*/ 2476572 w 8343900"/>
              <a:gd name="connsiteY56" fmla="*/ 5515960 h 8343899"/>
              <a:gd name="connsiteX57" fmla="*/ 5428320 w 8343900"/>
              <a:gd name="connsiteY57" fmla="*/ 6338534 h 8343899"/>
              <a:gd name="connsiteX58" fmla="*/ 5407306 w 8343900"/>
              <a:gd name="connsiteY58" fmla="*/ 6352132 h 8343899"/>
              <a:gd name="connsiteX59" fmla="*/ 5405314 w 8343900"/>
              <a:gd name="connsiteY59" fmla="*/ 6353276 h 8343899"/>
              <a:gd name="connsiteX60" fmla="*/ 5403585 w 8343900"/>
              <a:gd name="connsiteY60" fmla="*/ 6354383 h 8343899"/>
              <a:gd name="connsiteX61" fmla="*/ 5382617 w 8343900"/>
              <a:gd name="connsiteY61" fmla="*/ 6366300 h 8343899"/>
              <a:gd name="connsiteX62" fmla="*/ 5119392 w 8343900"/>
              <a:gd name="connsiteY62" fmla="*/ 6497275 h 8343899"/>
              <a:gd name="connsiteX63" fmla="*/ 5077545 w 8343900"/>
              <a:gd name="connsiteY63" fmla="*/ 6510439 h 8343899"/>
              <a:gd name="connsiteX64" fmla="*/ 4974576 w 8343900"/>
              <a:gd name="connsiteY64" fmla="*/ 6550659 h 8343899"/>
              <a:gd name="connsiteX65" fmla="*/ 4790460 w 8343900"/>
              <a:gd name="connsiteY65" fmla="*/ 6607703 h 8343899"/>
              <a:gd name="connsiteX66" fmla="*/ 4656817 w 8343900"/>
              <a:gd name="connsiteY66" fmla="*/ 6636019 h 8343899"/>
              <a:gd name="connsiteX67" fmla="*/ 4647619 w 8343900"/>
              <a:gd name="connsiteY67" fmla="*/ 6659962 h 8343899"/>
              <a:gd name="connsiteX68" fmla="*/ 4611480 w 8343900"/>
              <a:gd name="connsiteY68" fmla="*/ 6744255 h 8343899"/>
              <a:gd name="connsiteX69" fmla="*/ 4586986 w 8343900"/>
              <a:gd name="connsiteY69" fmla="*/ 6857491 h 8343899"/>
              <a:gd name="connsiteX70" fmla="*/ 4466844 w 8343900"/>
              <a:gd name="connsiteY70" fmla="*/ 7287767 h 8343899"/>
              <a:gd name="connsiteX71" fmla="*/ 4438300 w 8343900"/>
              <a:gd name="connsiteY71" fmla="*/ 7403764 h 8343899"/>
              <a:gd name="connsiteX72" fmla="*/ 4434109 w 8343900"/>
              <a:gd name="connsiteY72" fmla="*/ 7465387 h 8343899"/>
              <a:gd name="connsiteX73" fmla="*/ 4380545 w 8343900"/>
              <a:gd name="connsiteY73" fmla="*/ 7617112 h 8343899"/>
              <a:gd name="connsiteX74" fmla="*/ 4366681 w 8343900"/>
              <a:gd name="connsiteY74" fmla="*/ 7645751 h 8343899"/>
              <a:gd name="connsiteX75" fmla="*/ 4359613 w 8343900"/>
              <a:gd name="connsiteY75" fmla="*/ 7668581 h 8343899"/>
              <a:gd name="connsiteX76" fmla="*/ 4335780 w 8343900"/>
              <a:gd name="connsiteY76" fmla="*/ 7757159 h 8343899"/>
              <a:gd name="connsiteX77" fmla="*/ 4323364 w 8343900"/>
              <a:gd name="connsiteY77" fmla="*/ 7798395 h 8343899"/>
              <a:gd name="connsiteX78" fmla="*/ 4316180 w 8343900"/>
              <a:gd name="connsiteY78" fmla="*/ 7816433 h 8343899"/>
              <a:gd name="connsiteX79" fmla="*/ 4313936 w 8343900"/>
              <a:gd name="connsiteY79" fmla="*/ 7835391 h 8343899"/>
              <a:gd name="connsiteX80" fmla="*/ 4171950 w 8343900"/>
              <a:gd name="connsiteY80" fmla="*/ 8343899 h 8343899"/>
              <a:gd name="connsiteX81" fmla="*/ 4116729 w 8343900"/>
              <a:gd name="connsiteY81" fmla="*/ 8137901 h 8343899"/>
              <a:gd name="connsiteX82" fmla="*/ 4097180 w 8343900"/>
              <a:gd name="connsiteY82" fmla="*/ 8033229 h 8343899"/>
              <a:gd name="connsiteX83" fmla="*/ 4093643 w 8343900"/>
              <a:gd name="connsiteY83" fmla="*/ 8019015 h 8343899"/>
              <a:gd name="connsiteX84" fmla="*/ 4076217 w 8343900"/>
              <a:gd name="connsiteY84" fmla="*/ 7963233 h 8343899"/>
              <a:gd name="connsiteX85" fmla="*/ 4046347 w 8343900"/>
              <a:gd name="connsiteY85" fmla="*/ 7894065 h 8343899"/>
              <a:gd name="connsiteX86" fmla="*/ 3928625 w 8343900"/>
              <a:gd name="connsiteY86" fmla="*/ 7463792 h 8343899"/>
              <a:gd name="connsiteX87" fmla="*/ 3913593 w 8343900"/>
              <a:gd name="connsiteY87" fmla="*/ 7415325 h 8343899"/>
              <a:gd name="connsiteX88" fmla="*/ 3909822 w 8343900"/>
              <a:gd name="connsiteY88" fmla="*/ 7405115 h 8343899"/>
              <a:gd name="connsiteX89" fmla="*/ 3784219 w 8343900"/>
              <a:gd name="connsiteY89" fmla="*/ 6955281 h 8343899"/>
              <a:gd name="connsiteX90" fmla="*/ 3772927 w 8343900"/>
              <a:gd name="connsiteY90" fmla="*/ 6915381 h 8343899"/>
              <a:gd name="connsiteX91" fmla="*/ 3724695 w 8343900"/>
              <a:gd name="connsiteY91" fmla="*/ 6813267 h 8343899"/>
              <a:gd name="connsiteX92" fmla="*/ 3698209 w 8343900"/>
              <a:gd name="connsiteY92" fmla="*/ 6714540 h 8343899"/>
              <a:gd name="connsiteX93" fmla="*/ 3679421 w 8343900"/>
              <a:gd name="connsiteY93" fmla="*/ 6623862 h 8343899"/>
              <a:gd name="connsiteX94" fmla="*/ 3509568 w 8343900"/>
              <a:gd name="connsiteY94" fmla="*/ 6588944 h 8343899"/>
              <a:gd name="connsiteX95" fmla="*/ 2605688 w 8343900"/>
              <a:gd name="connsiteY95" fmla="*/ 6097637 h 8343899"/>
              <a:gd name="connsiteX96" fmla="*/ 2567800 w 8343900"/>
              <a:gd name="connsiteY96" fmla="*/ 6063201 h 8343899"/>
              <a:gd name="connsiteX97" fmla="*/ 2804952 w 8343900"/>
              <a:gd name="connsiteY97" fmla="*/ 5850188 h 8343899"/>
              <a:gd name="connsiteX98" fmla="*/ 2807648 w 8343900"/>
              <a:gd name="connsiteY98" fmla="*/ 5852638 h 8343899"/>
              <a:gd name="connsiteX99" fmla="*/ 4193090 w 8343900"/>
              <a:gd name="connsiteY99" fmla="*/ 6349999 h 8343899"/>
              <a:gd name="connsiteX100" fmla="*/ 4432426 w 8343900"/>
              <a:gd name="connsiteY100" fmla="*/ 6326107 h 8343899"/>
              <a:gd name="connsiteX101" fmla="*/ 4555818 w 8343900"/>
              <a:gd name="connsiteY101" fmla="*/ 6311703 h 8343899"/>
              <a:gd name="connsiteX102" fmla="*/ 4666440 w 8343900"/>
              <a:gd name="connsiteY102" fmla="*/ 6295516 h 8343899"/>
              <a:gd name="connsiteX103" fmla="*/ 5040885 w 8343900"/>
              <a:gd name="connsiteY103" fmla="*/ 6178837 h 8343899"/>
              <a:gd name="connsiteX104" fmla="*/ 5088910 w 8343900"/>
              <a:gd name="connsiteY104" fmla="*/ 6154465 h 8343899"/>
              <a:gd name="connsiteX105" fmla="*/ 5117464 w 8343900"/>
              <a:gd name="connsiteY105" fmla="*/ 6144139 h 8343899"/>
              <a:gd name="connsiteX106" fmla="*/ 5136394 w 8343900"/>
              <a:gd name="connsiteY106" fmla="*/ 6137029 h 8343899"/>
              <a:gd name="connsiteX107" fmla="*/ 5156919 w 8343900"/>
              <a:gd name="connsiteY107" fmla="*/ 6128760 h 8343899"/>
              <a:gd name="connsiteX108" fmla="*/ 5169818 w 8343900"/>
              <a:gd name="connsiteY108" fmla="*/ 6123384 h 8343899"/>
              <a:gd name="connsiteX109" fmla="*/ 5211189 w 8343900"/>
              <a:gd name="connsiteY109" fmla="*/ 6096797 h 8343899"/>
              <a:gd name="connsiteX110" fmla="*/ 5327107 w 8343900"/>
              <a:gd name="connsiteY110" fmla="*/ 6232305 h 8343899"/>
              <a:gd name="connsiteX111" fmla="*/ 5332670 w 8343900"/>
              <a:gd name="connsiteY111" fmla="*/ 6239472 h 8343899"/>
              <a:gd name="connsiteX112" fmla="*/ 5377121 w 8343900"/>
              <a:gd name="connsiteY112" fmla="*/ 6292920 h 8343899"/>
              <a:gd name="connsiteX113" fmla="*/ 5428320 w 8343900"/>
              <a:gd name="connsiteY113" fmla="*/ 6338534 h 8343899"/>
              <a:gd name="connsiteX114" fmla="*/ 5981566 w 8343900"/>
              <a:gd name="connsiteY114" fmla="*/ 2433577 h 8343899"/>
              <a:gd name="connsiteX115" fmla="*/ 5745625 w 8343900"/>
              <a:gd name="connsiteY115" fmla="*/ 2645502 h 8343899"/>
              <a:gd name="connsiteX116" fmla="*/ 5733204 w 8343900"/>
              <a:gd name="connsiteY116" fmla="*/ 2631835 h 8343899"/>
              <a:gd name="connsiteX117" fmla="*/ 4854552 w 8343900"/>
              <a:gd name="connsiteY117" fmla="*/ 2120330 h 8343899"/>
              <a:gd name="connsiteX118" fmla="*/ 4701462 w 8343900"/>
              <a:gd name="connsiteY118" fmla="*/ 2072196 h 8343899"/>
              <a:gd name="connsiteX119" fmla="*/ 4671369 w 8343900"/>
              <a:gd name="connsiteY119" fmla="*/ 2064494 h 8343899"/>
              <a:gd name="connsiteX120" fmla="*/ 4193090 w 8343900"/>
              <a:gd name="connsiteY120" fmla="*/ 1993900 h 8343899"/>
              <a:gd name="connsiteX121" fmla="*/ 3480529 w 8343900"/>
              <a:gd name="connsiteY121" fmla="*/ 2125211 h 8343899"/>
              <a:gd name="connsiteX122" fmla="*/ 3323124 w 8343900"/>
              <a:gd name="connsiteY122" fmla="*/ 2175377 h 8343899"/>
              <a:gd name="connsiteX123" fmla="*/ 3169267 w 8343900"/>
              <a:gd name="connsiteY123" fmla="*/ 2253258 h 8343899"/>
              <a:gd name="connsiteX124" fmla="*/ 2807648 w 8343900"/>
              <a:gd name="connsiteY124" fmla="*/ 2491260 h 8343899"/>
              <a:gd name="connsiteX125" fmla="*/ 2658087 w 8343900"/>
              <a:gd name="connsiteY125" fmla="*/ 2627190 h 8343899"/>
              <a:gd name="connsiteX126" fmla="*/ 2598337 w 8343900"/>
              <a:gd name="connsiteY126" fmla="*/ 2567361 h 8343899"/>
              <a:gd name="connsiteX127" fmla="*/ 2580219 w 8343900"/>
              <a:gd name="connsiteY127" fmla="*/ 2540834 h 8343899"/>
              <a:gd name="connsiteX128" fmla="*/ 2534335 w 8343900"/>
              <a:gd name="connsiteY128" fmla="*/ 2489658 h 8343899"/>
              <a:gd name="connsiteX129" fmla="*/ 2446162 w 8343900"/>
              <a:gd name="connsiteY129" fmla="*/ 2391249 h 8343899"/>
              <a:gd name="connsiteX130" fmla="*/ 2527329 w 8343900"/>
              <a:gd name="connsiteY130" fmla="*/ 2314144 h 8343899"/>
              <a:gd name="connsiteX131" fmla="*/ 2556975 w 8343900"/>
              <a:gd name="connsiteY131" fmla="*/ 2293161 h 8343899"/>
              <a:gd name="connsiteX132" fmla="*/ 2564239 w 8343900"/>
              <a:gd name="connsiteY132" fmla="*/ 2286993 h 8343899"/>
              <a:gd name="connsiteX133" fmla="*/ 2605688 w 8343900"/>
              <a:gd name="connsiteY133" fmla="*/ 2246262 h 8343899"/>
              <a:gd name="connsiteX134" fmla="*/ 3509491 w 8343900"/>
              <a:gd name="connsiteY134" fmla="*/ 1711056 h 8343899"/>
              <a:gd name="connsiteX135" fmla="*/ 3680797 w 8343900"/>
              <a:gd name="connsiteY135" fmla="*/ 1688855 h 8343899"/>
              <a:gd name="connsiteX136" fmla="*/ 3720628 w 8343900"/>
              <a:gd name="connsiteY136" fmla="*/ 1588237 h 8343899"/>
              <a:gd name="connsiteX137" fmla="*/ 3772562 w 8343900"/>
              <a:gd name="connsiteY137" fmla="*/ 1429972 h 8343899"/>
              <a:gd name="connsiteX138" fmla="*/ 3789304 w 8343900"/>
              <a:gd name="connsiteY138" fmla="*/ 1368625 h 8343899"/>
              <a:gd name="connsiteX139" fmla="*/ 3812099 w 8343900"/>
              <a:gd name="connsiteY139" fmla="*/ 1284448 h 8343899"/>
              <a:gd name="connsiteX140" fmla="*/ 3866366 w 8343900"/>
              <a:gd name="connsiteY140" fmla="*/ 1096750 h 8343899"/>
              <a:gd name="connsiteX141" fmla="*/ 3887792 w 8343900"/>
              <a:gd name="connsiteY141" fmla="*/ 1018169 h 8343899"/>
              <a:gd name="connsiteX142" fmla="*/ 3887978 w 8343900"/>
              <a:gd name="connsiteY142" fmla="*/ 1017016 h 8343899"/>
              <a:gd name="connsiteX143" fmla="*/ 4019042 w 8343900"/>
              <a:gd name="connsiteY143" fmla="*/ 547623 h 8343899"/>
              <a:gd name="connsiteX144" fmla="*/ 4027067 w 8343900"/>
              <a:gd name="connsiteY144" fmla="*/ 512261 h 8343899"/>
              <a:gd name="connsiteX145" fmla="*/ 4034169 w 8343900"/>
              <a:gd name="connsiteY145" fmla="*/ 468481 h 8343899"/>
              <a:gd name="connsiteX146" fmla="*/ 4171950 w 8343900"/>
              <a:gd name="connsiteY146" fmla="*/ 0 h 8343899"/>
              <a:gd name="connsiteX147" fmla="*/ 4313936 w 8343900"/>
              <a:gd name="connsiteY147" fmla="*/ 508508 h 8343899"/>
              <a:gd name="connsiteX148" fmla="*/ 4319816 w 8343900"/>
              <a:gd name="connsiteY148" fmla="*/ 528921 h 8343899"/>
              <a:gd name="connsiteX149" fmla="*/ 4348204 w 8343900"/>
              <a:gd name="connsiteY149" fmla="*/ 586816 h 8343899"/>
              <a:gd name="connsiteX150" fmla="*/ 4387925 w 8343900"/>
              <a:gd name="connsiteY150" fmla="*/ 787266 h 8343899"/>
              <a:gd name="connsiteX151" fmla="*/ 4400935 w 8343900"/>
              <a:gd name="connsiteY151" fmla="*/ 865567 h 8343899"/>
              <a:gd name="connsiteX152" fmla="*/ 4410526 w 8343900"/>
              <a:gd name="connsiteY152" fmla="*/ 891030 h 8343899"/>
              <a:gd name="connsiteX153" fmla="*/ 4434078 w 8343900"/>
              <a:gd name="connsiteY153" fmla="*/ 938783 h 8343899"/>
              <a:gd name="connsiteX154" fmla="*/ 4473233 w 8343900"/>
              <a:gd name="connsiteY154" fmla="*/ 1050442 h 8343899"/>
              <a:gd name="connsiteX155" fmla="*/ 4475441 w 8343900"/>
              <a:gd name="connsiteY155" fmla="*/ 1063864 h 8343899"/>
              <a:gd name="connsiteX156" fmla="*/ 4493127 w 8343900"/>
              <a:gd name="connsiteY156" fmla="*/ 1098197 h 8343899"/>
              <a:gd name="connsiteX157" fmla="*/ 4516297 w 8343900"/>
              <a:gd name="connsiteY157" fmla="*/ 1180377 h 8343899"/>
              <a:gd name="connsiteX158" fmla="*/ 4554145 w 8343900"/>
              <a:gd name="connsiteY158" fmla="*/ 1395110 h 8343899"/>
              <a:gd name="connsiteX159" fmla="*/ 4570603 w 8343900"/>
              <a:gd name="connsiteY159" fmla="*/ 1427734 h 8343899"/>
              <a:gd name="connsiteX160" fmla="*/ 4631091 w 8343900"/>
              <a:gd name="connsiteY160" fmla="*/ 1617935 h 8343899"/>
              <a:gd name="connsiteX161" fmla="*/ 4641404 w 8343900"/>
              <a:gd name="connsiteY161" fmla="*/ 1700341 h 8343899"/>
              <a:gd name="connsiteX162" fmla="*/ 4697906 w 8343900"/>
              <a:gd name="connsiteY162" fmla="*/ 1707982 h 8343899"/>
              <a:gd name="connsiteX163" fmla="*/ 5157418 w 8343900"/>
              <a:gd name="connsiteY163" fmla="*/ 1862946 h 8343899"/>
              <a:gd name="connsiteX164" fmla="*/ 5231870 w 8343900"/>
              <a:gd name="connsiteY164" fmla="*/ 1902292 h 8343899"/>
              <a:gd name="connsiteX165" fmla="*/ 5393582 w 8343900"/>
              <a:gd name="connsiteY165" fmla="*/ 1961815 h 8343899"/>
              <a:gd name="connsiteX166" fmla="*/ 5957710 w 8343900"/>
              <a:gd name="connsiteY166" fmla="*/ 2407329 h 8343899"/>
              <a:gd name="connsiteX167" fmla="*/ 5981566 w 8343900"/>
              <a:gd name="connsiteY167" fmla="*/ 2433577 h 8343899"/>
              <a:gd name="connsiteX168" fmla="*/ 8343900 w 8343900"/>
              <a:gd name="connsiteY168" fmla="*/ 4171949 h 8343899"/>
              <a:gd name="connsiteX169" fmla="*/ 8126963 w 8343900"/>
              <a:gd name="connsiteY169" fmla="*/ 4238810 h 8343899"/>
              <a:gd name="connsiteX170" fmla="*/ 8103601 w 8343900"/>
              <a:gd name="connsiteY170" fmla="*/ 4242158 h 8343899"/>
              <a:gd name="connsiteX171" fmla="*/ 8003131 w 8343900"/>
              <a:gd name="connsiteY171" fmla="*/ 4263512 h 8343899"/>
              <a:gd name="connsiteX172" fmla="*/ 7913624 w 8343900"/>
              <a:gd name="connsiteY172" fmla="*/ 4292091 h 8343899"/>
              <a:gd name="connsiteX173" fmla="*/ 7774874 w 8343900"/>
              <a:gd name="connsiteY173" fmla="*/ 4335725 h 8343899"/>
              <a:gd name="connsiteX174" fmla="*/ 7753851 w 8343900"/>
              <a:gd name="connsiteY174" fmla="*/ 4339113 h 8343899"/>
              <a:gd name="connsiteX175" fmla="*/ 7723335 w 8343900"/>
              <a:gd name="connsiteY175" fmla="*/ 4346366 h 8343899"/>
              <a:gd name="connsiteX176" fmla="*/ 7444232 w 8343900"/>
              <a:gd name="connsiteY176" fmla="*/ 4423155 h 8343899"/>
              <a:gd name="connsiteX177" fmla="*/ 7423270 w 8343900"/>
              <a:gd name="connsiteY177" fmla="*/ 4429544 h 8343899"/>
              <a:gd name="connsiteX178" fmla="*/ 7383432 w 8343900"/>
              <a:gd name="connsiteY178" fmla="*/ 4455880 h 8343899"/>
              <a:gd name="connsiteX179" fmla="*/ 7239790 w 8343900"/>
              <a:gd name="connsiteY179" fmla="*/ 4486028 h 8343899"/>
              <a:gd name="connsiteX180" fmla="*/ 7210756 w 8343900"/>
              <a:gd name="connsiteY180" fmla="*/ 4488978 h 8343899"/>
              <a:gd name="connsiteX181" fmla="*/ 7154619 w 8343900"/>
              <a:gd name="connsiteY181" fmla="*/ 4502496 h 8343899"/>
              <a:gd name="connsiteX182" fmla="*/ 7033128 w 8343900"/>
              <a:gd name="connsiteY182" fmla="*/ 4531833 h 8343899"/>
              <a:gd name="connsiteX183" fmla="*/ 6994398 w 8343900"/>
              <a:gd name="connsiteY183" fmla="*/ 4548758 h 8343899"/>
              <a:gd name="connsiteX184" fmla="*/ 6682085 w 8343900"/>
              <a:gd name="connsiteY184" fmla="*/ 4644917 h 8343899"/>
              <a:gd name="connsiteX185" fmla="*/ 6630532 w 8343900"/>
              <a:gd name="connsiteY185" fmla="*/ 4655547 h 8343899"/>
              <a:gd name="connsiteX186" fmla="*/ 6594044 w 8343900"/>
              <a:gd name="connsiteY186" fmla="*/ 4795756 h 8343899"/>
              <a:gd name="connsiteX187" fmla="*/ 6526035 w 8343900"/>
              <a:gd name="connsiteY187" fmla="*/ 4982261 h 8343899"/>
              <a:gd name="connsiteX188" fmla="*/ 6523940 w 8343900"/>
              <a:gd name="connsiteY188" fmla="*/ 4986615 h 8343899"/>
              <a:gd name="connsiteX189" fmla="*/ 6493463 w 8343900"/>
              <a:gd name="connsiteY189" fmla="*/ 5094093 h 8343899"/>
              <a:gd name="connsiteX190" fmla="*/ 5780491 w 8343900"/>
              <a:gd name="connsiteY190" fmla="*/ 6097637 h 8343899"/>
              <a:gd name="connsiteX191" fmla="*/ 5777375 w 8343900"/>
              <a:gd name="connsiteY191" fmla="*/ 6099966 h 8343899"/>
              <a:gd name="connsiteX192" fmla="*/ 5633955 w 8343900"/>
              <a:gd name="connsiteY192" fmla="*/ 5927401 h 8343899"/>
              <a:gd name="connsiteX193" fmla="*/ 5604490 w 8343900"/>
              <a:gd name="connsiteY193" fmla="*/ 5896320 h 8343899"/>
              <a:gd name="connsiteX194" fmla="*/ 5564588 w 8343900"/>
              <a:gd name="connsiteY194" fmla="*/ 5863065 h 8343899"/>
              <a:gd name="connsiteX195" fmla="*/ 5578532 w 8343900"/>
              <a:gd name="connsiteY195" fmla="*/ 5852638 h 8343899"/>
              <a:gd name="connsiteX196" fmla="*/ 6281845 w 8343900"/>
              <a:gd name="connsiteY196" fmla="*/ 4712303 h 8343899"/>
              <a:gd name="connsiteX197" fmla="*/ 6322582 w 8343900"/>
              <a:gd name="connsiteY197" fmla="*/ 4530162 h 8343899"/>
              <a:gd name="connsiteX198" fmla="*/ 6347086 w 8343900"/>
              <a:gd name="connsiteY198" fmla="*/ 4396020 h 8343899"/>
              <a:gd name="connsiteX199" fmla="*/ 6371140 w 8343900"/>
              <a:gd name="connsiteY199" fmla="*/ 4171949 h 8343899"/>
              <a:gd name="connsiteX200" fmla="*/ 6244762 w 8343900"/>
              <a:gd name="connsiteY200" fmla="*/ 3464109 h 8343899"/>
              <a:gd name="connsiteX201" fmla="*/ 6211873 w 8343900"/>
              <a:gd name="connsiteY201" fmla="*/ 3350837 h 8343899"/>
              <a:gd name="connsiteX202" fmla="*/ 6168434 w 8343900"/>
              <a:gd name="connsiteY202" fmla="*/ 3251005 h 8343899"/>
              <a:gd name="connsiteX203" fmla="*/ 6108261 w 8343900"/>
              <a:gd name="connsiteY203" fmla="*/ 3133761 h 8343899"/>
              <a:gd name="connsiteX204" fmla="*/ 6009748 w 8343900"/>
              <a:gd name="connsiteY204" fmla="*/ 2971604 h 8343899"/>
              <a:gd name="connsiteX205" fmla="*/ 6248111 w 8343900"/>
              <a:gd name="connsiteY205" fmla="*/ 2757503 h 8343899"/>
              <a:gd name="connsiteX206" fmla="*/ 6262439 w 8343900"/>
              <a:gd name="connsiteY206" fmla="*/ 2776664 h 8343899"/>
              <a:gd name="connsiteX207" fmla="*/ 6658752 w 8343900"/>
              <a:gd name="connsiteY207" fmla="*/ 3593042 h 8343899"/>
              <a:gd name="connsiteX208" fmla="*/ 6678545 w 8343900"/>
              <a:gd name="connsiteY208" fmla="*/ 3707443 h 8343899"/>
              <a:gd name="connsiteX209" fmla="*/ 6702225 w 8343900"/>
              <a:gd name="connsiteY209" fmla="*/ 3715341 h 8343899"/>
              <a:gd name="connsiteX210" fmla="*/ 6797905 w 8343900"/>
              <a:gd name="connsiteY210" fmla="*/ 3743204 h 8343899"/>
              <a:gd name="connsiteX211" fmla="*/ 6850687 w 8343900"/>
              <a:gd name="connsiteY211" fmla="*/ 3755989 h 8343899"/>
              <a:gd name="connsiteX212" fmla="*/ 6857492 w 8343900"/>
              <a:gd name="connsiteY212" fmla="*/ 3756913 h 8343899"/>
              <a:gd name="connsiteX213" fmla="*/ 7124976 w 8343900"/>
              <a:gd name="connsiteY213" fmla="*/ 3825498 h 8343899"/>
              <a:gd name="connsiteX214" fmla="*/ 7161717 w 8343900"/>
              <a:gd name="connsiteY214" fmla="*/ 3839630 h 8343899"/>
              <a:gd name="connsiteX215" fmla="*/ 7237365 w 8343900"/>
              <a:gd name="connsiteY215" fmla="*/ 3863253 h 8343899"/>
              <a:gd name="connsiteX216" fmla="*/ 7346442 w 8343900"/>
              <a:gd name="connsiteY216" fmla="*/ 3893438 h 8343899"/>
              <a:gd name="connsiteX217" fmla="*/ 7356648 w 8343900"/>
              <a:gd name="connsiteY217" fmla="*/ 3896701 h 8343899"/>
              <a:gd name="connsiteX218" fmla="*/ 7366000 w 8343900"/>
              <a:gd name="connsiteY218" fmla="*/ 3898899 h 8343899"/>
              <a:gd name="connsiteX219" fmla="*/ 7776761 w 8343900"/>
              <a:gd name="connsiteY219" fmla="*/ 4015372 h 8343899"/>
              <a:gd name="connsiteX220" fmla="*/ 7789230 w 8343900"/>
              <a:gd name="connsiteY220" fmla="*/ 4019086 h 8343899"/>
              <a:gd name="connsiteX221" fmla="*/ 7796276 w 8343900"/>
              <a:gd name="connsiteY221" fmla="*/ 4019041 h 8343899"/>
              <a:gd name="connsiteX222" fmla="*/ 8343900 w 8343900"/>
              <a:gd name="connsiteY222" fmla="*/ 4171949 h 834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</a:cxnLst>
            <a:rect l="l" t="t" r="r" b="b"/>
            <a:pathLst>
              <a:path w="8343900" h="8343899">
                <a:moveTo>
                  <a:pt x="2508925" y="5552743"/>
                </a:moveTo>
                <a:cubicBezTo>
                  <a:pt x="2475440" y="5622842"/>
                  <a:pt x="2333644" y="5697008"/>
                  <a:pt x="2272572" y="5765038"/>
                </a:cubicBezTo>
                <a:cubicBezTo>
                  <a:pt x="2270451" y="5763646"/>
                  <a:pt x="2269973" y="5761807"/>
                  <a:pt x="2267402" y="5759350"/>
                </a:cubicBezTo>
                <a:cubicBezTo>
                  <a:pt x="2152221" y="5614218"/>
                  <a:pt x="2034979" y="5433333"/>
                  <a:pt x="1936535" y="5234434"/>
                </a:cubicBezTo>
                <a:lnTo>
                  <a:pt x="1936318" y="5233951"/>
                </a:lnTo>
                <a:lnTo>
                  <a:pt x="1916330" y="5202203"/>
                </a:lnTo>
                <a:cubicBezTo>
                  <a:pt x="1832209" y="5061445"/>
                  <a:pt x="1764003" y="4922179"/>
                  <a:pt x="1723581" y="4758953"/>
                </a:cubicBezTo>
                <a:lnTo>
                  <a:pt x="1700160" y="4639307"/>
                </a:lnTo>
                <a:lnTo>
                  <a:pt x="1681217" y="4636614"/>
                </a:lnTo>
                <a:cubicBezTo>
                  <a:pt x="1585694" y="4624303"/>
                  <a:pt x="1490428" y="4613652"/>
                  <a:pt x="1408176" y="4565141"/>
                </a:cubicBezTo>
                <a:lnTo>
                  <a:pt x="1405685" y="4563829"/>
                </a:lnTo>
                <a:lnTo>
                  <a:pt x="1388618" y="4559680"/>
                </a:lnTo>
                <a:cubicBezTo>
                  <a:pt x="1180012" y="4496663"/>
                  <a:pt x="1150878" y="4552276"/>
                  <a:pt x="958342" y="4439538"/>
                </a:cubicBezTo>
                <a:lnTo>
                  <a:pt x="956990" y="4438865"/>
                </a:lnTo>
                <a:lnTo>
                  <a:pt x="938784" y="4434077"/>
                </a:lnTo>
                <a:cubicBezTo>
                  <a:pt x="753834" y="4379716"/>
                  <a:pt x="711721" y="4386469"/>
                  <a:pt x="574054" y="4338287"/>
                </a:cubicBezTo>
                <a:lnTo>
                  <a:pt x="569594" y="4336630"/>
                </a:lnTo>
                <a:lnTo>
                  <a:pt x="559976" y="4335108"/>
                </a:lnTo>
                <a:cubicBezTo>
                  <a:pt x="517260" y="4326111"/>
                  <a:pt x="474285" y="4313325"/>
                  <a:pt x="430276" y="4292091"/>
                </a:cubicBezTo>
                <a:lnTo>
                  <a:pt x="399198" y="4278986"/>
                </a:lnTo>
                <a:lnTo>
                  <a:pt x="379284" y="4273593"/>
                </a:lnTo>
                <a:cubicBezTo>
                  <a:pt x="262495" y="4245985"/>
                  <a:pt x="171277" y="4245461"/>
                  <a:pt x="0" y="4171949"/>
                </a:cubicBezTo>
                <a:cubicBezTo>
                  <a:pt x="195496" y="4125856"/>
                  <a:pt x="270131" y="4073647"/>
                  <a:pt x="445899" y="4038469"/>
                </a:cubicBezTo>
                <a:lnTo>
                  <a:pt x="451472" y="4037521"/>
                </a:lnTo>
                <a:lnTo>
                  <a:pt x="487456" y="4027058"/>
                </a:lnTo>
                <a:cubicBezTo>
                  <a:pt x="506792" y="4022821"/>
                  <a:pt x="526689" y="4020001"/>
                  <a:pt x="547624" y="4019041"/>
                </a:cubicBezTo>
                <a:lnTo>
                  <a:pt x="578247" y="4014912"/>
                </a:lnTo>
                <a:lnTo>
                  <a:pt x="613424" y="4008189"/>
                </a:lnTo>
                <a:lnTo>
                  <a:pt x="678814" y="3989844"/>
                </a:lnTo>
                <a:lnTo>
                  <a:pt x="786325" y="3946056"/>
                </a:lnTo>
                <a:cubicBezTo>
                  <a:pt x="843935" y="3921057"/>
                  <a:pt x="900793" y="3897457"/>
                  <a:pt x="958697" y="3889792"/>
                </a:cubicBezTo>
                <a:lnTo>
                  <a:pt x="968208" y="3889496"/>
                </a:lnTo>
                <a:lnTo>
                  <a:pt x="975763" y="3887856"/>
                </a:lnTo>
                <a:cubicBezTo>
                  <a:pt x="990217" y="3886082"/>
                  <a:pt x="1003933" y="3885980"/>
                  <a:pt x="1017016" y="3887977"/>
                </a:cubicBezTo>
                <a:lnTo>
                  <a:pt x="1060711" y="3887394"/>
                </a:lnTo>
                <a:lnTo>
                  <a:pt x="1096790" y="3879287"/>
                </a:lnTo>
                <a:cubicBezTo>
                  <a:pt x="1165995" y="3857640"/>
                  <a:pt x="1246180" y="3807044"/>
                  <a:pt x="1368555" y="3780472"/>
                </a:cubicBezTo>
                <a:lnTo>
                  <a:pt x="1436702" y="3769535"/>
                </a:lnTo>
                <a:lnTo>
                  <a:pt x="1486408" y="3756913"/>
                </a:lnTo>
                <a:cubicBezTo>
                  <a:pt x="1540906" y="3748509"/>
                  <a:pt x="1590236" y="3737080"/>
                  <a:pt x="1635389" y="3724422"/>
                </a:cubicBezTo>
                <a:lnTo>
                  <a:pt x="1717550" y="3697995"/>
                </a:lnTo>
                <a:lnTo>
                  <a:pt x="1726913" y="3627373"/>
                </a:lnTo>
                <a:cubicBezTo>
                  <a:pt x="1783722" y="3280158"/>
                  <a:pt x="1914226" y="2953984"/>
                  <a:pt x="2123741" y="2776664"/>
                </a:cubicBezTo>
                <a:cubicBezTo>
                  <a:pt x="2127494" y="2763686"/>
                  <a:pt x="2135348" y="2756011"/>
                  <a:pt x="2144315" y="2747424"/>
                </a:cubicBezTo>
                <a:lnTo>
                  <a:pt x="2152613" y="2738869"/>
                </a:lnTo>
                <a:lnTo>
                  <a:pt x="2171563" y="2712711"/>
                </a:lnTo>
                <a:cubicBezTo>
                  <a:pt x="2261285" y="2787449"/>
                  <a:pt x="2286571" y="2850048"/>
                  <a:pt x="2387669" y="2953307"/>
                </a:cubicBezTo>
                <a:cubicBezTo>
                  <a:pt x="2387535" y="2953497"/>
                  <a:pt x="2387219" y="2953755"/>
                  <a:pt x="2387016" y="2954181"/>
                </a:cubicBezTo>
                <a:cubicBezTo>
                  <a:pt x="2217325" y="3202575"/>
                  <a:pt x="2063905" y="3558287"/>
                  <a:pt x="2019573" y="3874432"/>
                </a:cubicBezTo>
                <a:lnTo>
                  <a:pt x="2009289" y="3999744"/>
                </a:lnTo>
                <a:lnTo>
                  <a:pt x="2015040" y="4171949"/>
                </a:lnTo>
                <a:cubicBezTo>
                  <a:pt x="2022135" y="4359981"/>
                  <a:pt x="2043240" y="4533889"/>
                  <a:pt x="2079216" y="4694456"/>
                </a:cubicBezTo>
                <a:lnTo>
                  <a:pt x="2113405" y="4824773"/>
                </a:lnTo>
                <a:lnTo>
                  <a:pt x="2164255" y="4969557"/>
                </a:lnTo>
                <a:cubicBezTo>
                  <a:pt x="2226184" y="5127747"/>
                  <a:pt x="2303035" y="5274302"/>
                  <a:pt x="2387016" y="5389718"/>
                </a:cubicBezTo>
                <a:cubicBezTo>
                  <a:pt x="2419238" y="5422165"/>
                  <a:pt x="2440435" y="5457114"/>
                  <a:pt x="2458218" y="5486855"/>
                </a:cubicBezTo>
                <a:lnTo>
                  <a:pt x="2476572" y="5515960"/>
                </a:lnTo>
                <a:close/>
                <a:moveTo>
                  <a:pt x="5428320" y="6338534"/>
                </a:moveTo>
                <a:cubicBezTo>
                  <a:pt x="5421356" y="6345054"/>
                  <a:pt x="5414638" y="6348546"/>
                  <a:pt x="5407306" y="6352132"/>
                </a:cubicBezTo>
                <a:lnTo>
                  <a:pt x="5405314" y="6353276"/>
                </a:lnTo>
                <a:lnTo>
                  <a:pt x="5403585" y="6354383"/>
                </a:lnTo>
                <a:cubicBezTo>
                  <a:pt x="5396168" y="6357705"/>
                  <a:pt x="5389378" y="6360372"/>
                  <a:pt x="5382617" y="6366300"/>
                </a:cubicBezTo>
                <a:cubicBezTo>
                  <a:pt x="5305316" y="6419376"/>
                  <a:pt x="5215913" y="6462227"/>
                  <a:pt x="5119392" y="6497275"/>
                </a:cubicBezTo>
                <a:lnTo>
                  <a:pt x="5077545" y="6510439"/>
                </a:lnTo>
                <a:lnTo>
                  <a:pt x="4974576" y="6550659"/>
                </a:lnTo>
                <a:cubicBezTo>
                  <a:pt x="4914537" y="6572045"/>
                  <a:pt x="4853144" y="6591240"/>
                  <a:pt x="4790460" y="6607703"/>
                </a:cubicBezTo>
                <a:lnTo>
                  <a:pt x="4656817" y="6636019"/>
                </a:lnTo>
                <a:lnTo>
                  <a:pt x="4647619" y="6659962"/>
                </a:lnTo>
                <a:lnTo>
                  <a:pt x="4611480" y="6744255"/>
                </a:lnTo>
                <a:lnTo>
                  <a:pt x="4586986" y="6857491"/>
                </a:lnTo>
                <a:cubicBezTo>
                  <a:pt x="4598229" y="6974129"/>
                  <a:pt x="4507071" y="7096517"/>
                  <a:pt x="4466844" y="7287767"/>
                </a:cubicBezTo>
                <a:lnTo>
                  <a:pt x="4438300" y="7403764"/>
                </a:lnTo>
                <a:lnTo>
                  <a:pt x="4434109" y="7465387"/>
                </a:lnTo>
                <a:cubicBezTo>
                  <a:pt x="4424344" y="7534947"/>
                  <a:pt x="4402801" y="7576652"/>
                  <a:pt x="4380545" y="7617112"/>
                </a:cubicBezTo>
                <a:lnTo>
                  <a:pt x="4366681" y="7645751"/>
                </a:lnTo>
                <a:lnTo>
                  <a:pt x="4359613" y="7668581"/>
                </a:lnTo>
                <a:cubicBezTo>
                  <a:pt x="4349468" y="7702327"/>
                  <a:pt x="4341120" y="7732193"/>
                  <a:pt x="4335780" y="7757159"/>
                </a:cubicBezTo>
                <a:cubicBezTo>
                  <a:pt x="4333110" y="7769641"/>
                  <a:pt x="4328835" y="7783353"/>
                  <a:pt x="4323364" y="7798395"/>
                </a:cubicBezTo>
                <a:lnTo>
                  <a:pt x="4316180" y="7816433"/>
                </a:lnTo>
                <a:lnTo>
                  <a:pt x="4313936" y="7835391"/>
                </a:lnTo>
                <a:cubicBezTo>
                  <a:pt x="4301958" y="8060586"/>
                  <a:pt x="4231838" y="8104996"/>
                  <a:pt x="4171950" y="8343899"/>
                </a:cubicBezTo>
                <a:cubicBezTo>
                  <a:pt x="4134018" y="8272067"/>
                  <a:pt x="4126637" y="8208137"/>
                  <a:pt x="4116729" y="8137901"/>
                </a:cubicBezTo>
                <a:lnTo>
                  <a:pt x="4097180" y="8033229"/>
                </a:lnTo>
                <a:lnTo>
                  <a:pt x="4093643" y="8019015"/>
                </a:lnTo>
                <a:lnTo>
                  <a:pt x="4076217" y="7963233"/>
                </a:lnTo>
                <a:cubicBezTo>
                  <a:pt x="4068141" y="7941311"/>
                  <a:pt x="4058357" y="7918329"/>
                  <a:pt x="4046347" y="7894065"/>
                </a:cubicBezTo>
                <a:cubicBezTo>
                  <a:pt x="3962278" y="7724216"/>
                  <a:pt x="3975565" y="7633867"/>
                  <a:pt x="3928625" y="7463792"/>
                </a:cubicBezTo>
                <a:lnTo>
                  <a:pt x="3913593" y="7415325"/>
                </a:lnTo>
                <a:lnTo>
                  <a:pt x="3909822" y="7405115"/>
                </a:lnTo>
                <a:cubicBezTo>
                  <a:pt x="3841924" y="7246602"/>
                  <a:pt x="3845035" y="7137968"/>
                  <a:pt x="3784219" y="6955281"/>
                </a:cubicBezTo>
                <a:lnTo>
                  <a:pt x="3772927" y="6915381"/>
                </a:lnTo>
                <a:lnTo>
                  <a:pt x="3724695" y="6813267"/>
                </a:lnTo>
                <a:cubicBezTo>
                  <a:pt x="3714749" y="6782877"/>
                  <a:pt x="3706150" y="6749549"/>
                  <a:pt x="3698209" y="6714540"/>
                </a:cubicBezTo>
                <a:lnTo>
                  <a:pt x="3679421" y="6623862"/>
                </a:lnTo>
                <a:lnTo>
                  <a:pt x="3509568" y="6588944"/>
                </a:lnTo>
                <a:cubicBezTo>
                  <a:pt x="3153938" y="6498713"/>
                  <a:pt x="2843793" y="6332373"/>
                  <a:pt x="2605688" y="6097637"/>
                </a:cubicBezTo>
                <a:cubicBezTo>
                  <a:pt x="2590723" y="6090696"/>
                  <a:pt x="2584642" y="6074180"/>
                  <a:pt x="2567800" y="6063201"/>
                </a:cubicBezTo>
                <a:cubicBezTo>
                  <a:pt x="2612770" y="5978727"/>
                  <a:pt x="2744116" y="5913395"/>
                  <a:pt x="2804952" y="5850188"/>
                </a:cubicBezTo>
                <a:cubicBezTo>
                  <a:pt x="2806148" y="5850869"/>
                  <a:pt x="2807014" y="5852169"/>
                  <a:pt x="2807648" y="5852638"/>
                </a:cubicBezTo>
                <a:cubicBezTo>
                  <a:pt x="3156481" y="6101176"/>
                  <a:pt x="3761041" y="6309437"/>
                  <a:pt x="4193090" y="6349999"/>
                </a:cubicBezTo>
                <a:cubicBezTo>
                  <a:pt x="4273750" y="6340826"/>
                  <a:pt x="4354069" y="6333689"/>
                  <a:pt x="4432426" y="6326107"/>
                </a:cubicBezTo>
                <a:lnTo>
                  <a:pt x="4555818" y="6311703"/>
                </a:lnTo>
                <a:lnTo>
                  <a:pt x="4666440" y="6295516"/>
                </a:lnTo>
                <a:cubicBezTo>
                  <a:pt x="4817139" y="6267563"/>
                  <a:pt x="4951355" y="6229243"/>
                  <a:pt x="5040885" y="6178837"/>
                </a:cubicBezTo>
                <a:cubicBezTo>
                  <a:pt x="5058609" y="6167968"/>
                  <a:pt x="5074340" y="6160423"/>
                  <a:pt x="5088910" y="6154465"/>
                </a:cubicBezTo>
                <a:lnTo>
                  <a:pt x="5117464" y="6144139"/>
                </a:lnTo>
                <a:lnTo>
                  <a:pt x="5136394" y="6137029"/>
                </a:lnTo>
                <a:lnTo>
                  <a:pt x="5156919" y="6128760"/>
                </a:lnTo>
                <a:lnTo>
                  <a:pt x="5169818" y="6123384"/>
                </a:lnTo>
                <a:lnTo>
                  <a:pt x="5211189" y="6096797"/>
                </a:lnTo>
                <a:cubicBezTo>
                  <a:pt x="5269263" y="6149529"/>
                  <a:pt x="5299410" y="6193357"/>
                  <a:pt x="5327107" y="6232305"/>
                </a:cubicBezTo>
                <a:lnTo>
                  <a:pt x="5332670" y="6239472"/>
                </a:lnTo>
                <a:lnTo>
                  <a:pt x="5377121" y="6292920"/>
                </a:lnTo>
                <a:cubicBezTo>
                  <a:pt x="5392487" y="6309450"/>
                  <a:pt x="5408872" y="6324547"/>
                  <a:pt x="5428320" y="6338534"/>
                </a:cubicBezTo>
                <a:close/>
                <a:moveTo>
                  <a:pt x="5981566" y="2433577"/>
                </a:moveTo>
                <a:cubicBezTo>
                  <a:pt x="5897686" y="2551636"/>
                  <a:pt x="5804562" y="2561805"/>
                  <a:pt x="5745625" y="2645502"/>
                </a:cubicBezTo>
                <a:cubicBezTo>
                  <a:pt x="5738694" y="2639499"/>
                  <a:pt x="5737627" y="2636283"/>
                  <a:pt x="5733204" y="2631835"/>
                </a:cubicBezTo>
                <a:cubicBezTo>
                  <a:pt x="5503717" y="2451858"/>
                  <a:pt x="5200349" y="2248114"/>
                  <a:pt x="4854552" y="2120330"/>
                </a:cubicBezTo>
                <a:lnTo>
                  <a:pt x="4701462" y="2072196"/>
                </a:lnTo>
                <a:lnTo>
                  <a:pt x="4671369" y="2064494"/>
                </a:lnTo>
                <a:cubicBezTo>
                  <a:pt x="4526096" y="2033276"/>
                  <a:pt x="4367934" y="2010474"/>
                  <a:pt x="4193090" y="1993900"/>
                </a:cubicBezTo>
                <a:cubicBezTo>
                  <a:pt x="3983487" y="2029376"/>
                  <a:pt x="3728701" y="2057732"/>
                  <a:pt x="3480529" y="2125211"/>
                </a:cubicBezTo>
                <a:lnTo>
                  <a:pt x="3323124" y="2175377"/>
                </a:lnTo>
                <a:lnTo>
                  <a:pt x="3169267" y="2253258"/>
                </a:lnTo>
                <a:cubicBezTo>
                  <a:pt x="3051025" y="2319129"/>
                  <a:pt x="2930686" y="2398186"/>
                  <a:pt x="2807648" y="2491260"/>
                </a:cubicBezTo>
                <a:cubicBezTo>
                  <a:pt x="2770564" y="2554941"/>
                  <a:pt x="2701450" y="2577416"/>
                  <a:pt x="2658087" y="2627190"/>
                </a:cubicBezTo>
                <a:cubicBezTo>
                  <a:pt x="2632905" y="2607746"/>
                  <a:pt x="2614117" y="2587655"/>
                  <a:pt x="2598337" y="2567361"/>
                </a:cubicBezTo>
                <a:lnTo>
                  <a:pt x="2580219" y="2540834"/>
                </a:lnTo>
                <a:lnTo>
                  <a:pt x="2534335" y="2489658"/>
                </a:lnTo>
                <a:cubicBezTo>
                  <a:pt x="2501929" y="2453429"/>
                  <a:pt x="2475453" y="2423721"/>
                  <a:pt x="2446162" y="2391249"/>
                </a:cubicBezTo>
                <a:cubicBezTo>
                  <a:pt x="2478821" y="2347728"/>
                  <a:pt x="2503309" y="2330168"/>
                  <a:pt x="2527329" y="2314144"/>
                </a:cubicBezTo>
                <a:lnTo>
                  <a:pt x="2556975" y="2293161"/>
                </a:lnTo>
                <a:lnTo>
                  <a:pt x="2564239" y="2286993"/>
                </a:lnTo>
                <a:cubicBezTo>
                  <a:pt x="2577059" y="2275471"/>
                  <a:pt x="2590601" y="2262413"/>
                  <a:pt x="2605688" y="2246262"/>
                </a:cubicBezTo>
                <a:cubicBezTo>
                  <a:pt x="2863254" y="1926482"/>
                  <a:pt x="3161168" y="1774274"/>
                  <a:pt x="3509491" y="1711056"/>
                </a:cubicBezTo>
                <a:lnTo>
                  <a:pt x="3680797" y="1688855"/>
                </a:lnTo>
                <a:lnTo>
                  <a:pt x="3720628" y="1588237"/>
                </a:lnTo>
                <a:lnTo>
                  <a:pt x="3772562" y="1429972"/>
                </a:lnTo>
                <a:lnTo>
                  <a:pt x="3789304" y="1368625"/>
                </a:lnTo>
                <a:lnTo>
                  <a:pt x="3812099" y="1284448"/>
                </a:lnTo>
                <a:cubicBezTo>
                  <a:pt x="3834084" y="1206008"/>
                  <a:pt x="3849594" y="1155638"/>
                  <a:pt x="3866366" y="1096750"/>
                </a:cubicBezTo>
                <a:lnTo>
                  <a:pt x="3887792" y="1018169"/>
                </a:lnTo>
                <a:lnTo>
                  <a:pt x="3887978" y="1017016"/>
                </a:lnTo>
                <a:cubicBezTo>
                  <a:pt x="3894129" y="900716"/>
                  <a:pt x="3999929" y="686402"/>
                  <a:pt x="4019042" y="547623"/>
                </a:cubicBezTo>
                <a:lnTo>
                  <a:pt x="4027067" y="512261"/>
                </a:lnTo>
                <a:lnTo>
                  <a:pt x="4034169" y="468481"/>
                </a:lnTo>
                <a:cubicBezTo>
                  <a:pt x="4065956" y="324599"/>
                  <a:pt x="4156053" y="149463"/>
                  <a:pt x="4171950" y="0"/>
                </a:cubicBezTo>
                <a:cubicBezTo>
                  <a:pt x="4204517" y="116157"/>
                  <a:pt x="4237658" y="263293"/>
                  <a:pt x="4313936" y="508508"/>
                </a:cubicBezTo>
                <a:lnTo>
                  <a:pt x="4319816" y="528921"/>
                </a:lnTo>
                <a:lnTo>
                  <a:pt x="4348204" y="586816"/>
                </a:lnTo>
                <a:cubicBezTo>
                  <a:pt x="4371386" y="648580"/>
                  <a:pt x="4379425" y="718387"/>
                  <a:pt x="4387925" y="787266"/>
                </a:cubicBezTo>
                <a:lnTo>
                  <a:pt x="4400935" y="865567"/>
                </a:lnTo>
                <a:lnTo>
                  <a:pt x="4410526" y="891030"/>
                </a:lnTo>
                <a:cubicBezTo>
                  <a:pt x="4416998" y="905932"/>
                  <a:pt x="4424710" y="921663"/>
                  <a:pt x="4434078" y="938783"/>
                </a:cubicBezTo>
                <a:cubicBezTo>
                  <a:pt x="4452815" y="973024"/>
                  <a:pt x="4464585" y="1010695"/>
                  <a:pt x="4473233" y="1050442"/>
                </a:cubicBezTo>
                <a:lnTo>
                  <a:pt x="4475441" y="1063864"/>
                </a:lnTo>
                <a:lnTo>
                  <a:pt x="4493127" y="1098197"/>
                </a:lnTo>
                <a:cubicBezTo>
                  <a:pt x="4502038" y="1122313"/>
                  <a:pt x="4509520" y="1149854"/>
                  <a:pt x="4516297" y="1180377"/>
                </a:cubicBezTo>
                <a:lnTo>
                  <a:pt x="4554145" y="1395110"/>
                </a:lnTo>
                <a:lnTo>
                  <a:pt x="4570603" y="1427734"/>
                </a:lnTo>
                <a:cubicBezTo>
                  <a:pt x="4607393" y="1487788"/>
                  <a:pt x="4621710" y="1551856"/>
                  <a:pt x="4631091" y="1617935"/>
                </a:cubicBezTo>
                <a:lnTo>
                  <a:pt x="4641404" y="1700341"/>
                </a:lnTo>
                <a:lnTo>
                  <a:pt x="4697906" y="1707982"/>
                </a:lnTo>
                <a:cubicBezTo>
                  <a:pt x="4858389" y="1740958"/>
                  <a:pt x="5011320" y="1794497"/>
                  <a:pt x="5157418" y="1862946"/>
                </a:cubicBezTo>
                <a:lnTo>
                  <a:pt x="5231870" y="1902292"/>
                </a:lnTo>
                <a:lnTo>
                  <a:pt x="5393582" y="1961815"/>
                </a:lnTo>
                <a:cubicBezTo>
                  <a:pt x="5623979" y="2061943"/>
                  <a:pt x="5825721" y="2201992"/>
                  <a:pt x="5957710" y="2407329"/>
                </a:cubicBezTo>
                <a:cubicBezTo>
                  <a:pt x="5968423" y="2413890"/>
                  <a:pt x="5969678" y="2426106"/>
                  <a:pt x="5981566" y="2433577"/>
                </a:cubicBezTo>
                <a:close/>
                <a:moveTo>
                  <a:pt x="8343900" y="4171949"/>
                </a:moveTo>
                <a:cubicBezTo>
                  <a:pt x="8249953" y="4222598"/>
                  <a:pt x="8188159" y="4231835"/>
                  <a:pt x="8126963" y="4238810"/>
                </a:cubicBezTo>
                <a:lnTo>
                  <a:pt x="8103601" y="4242158"/>
                </a:lnTo>
                <a:lnTo>
                  <a:pt x="8003131" y="4263512"/>
                </a:lnTo>
                <a:cubicBezTo>
                  <a:pt x="7966440" y="4272240"/>
                  <a:pt x="7934988" y="4281445"/>
                  <a:pt x="7913624" y="4292091"/>
                </a:cubicBezTo>
                <a:cubicBezTo>
                  <a:pt x="7867850" y="4312889"/>
                  <a:pt x="7821022" y="4326135"/>
                  <a:pt x="7774874" y="4335725"/>
                </a:cubicBezTo>
                <a:lnTo>
                  <a:pt x="7753851" y="4339113"/>
                </a:lnTo>
                <a:lnTo>
                  <a:pt x="7723335" y="4346366"/>
                </a:lnTo>
                <a:cubicBezTo>
                  <a:pt x="7642153" y="4364734"/>
                  <a:pt x="7546168" y="4386854"/>
                  <a:pt x="7444232" y="4423155"/>
                </a:cubicBezTo>
                <a:lnTo>
                  <a:pt x="7423270" y="4429544"/>
                </a:lnTo>
                <a:lnTo>
                  <a:pt x="7383432" y="4455880"/>
                </a:lnTo>
                <a:cubicBezTo>
                  <a:pt x="7340630" y="4476924"/>
                  <a:pt x="7293046" y="4481227"/>
                  <a:pt x="7239790" y="4486028"/>
                </a:cubicBezTo>
                <a:lnTo>
                  <a:pt x="7210756" y="4488978"/>
                </a:lnTo>
                <a:lnTo>
                  <a:pt x="7154619" y="4502496"/>
                </a:lnTo>
                <a:lnTo>
                  <a:pt x="7033128" y="4531833"/>
                </a:lnTo>
                <a:lnTo>
                  <a:pt x="6994398" y="4548758"/>
                </a:lnTo>
                <a:cubicBezTo>
                  <a:pt x="6889446" y="4603928"/>
                  <a:pt x="6792745" y="4623203"/>
                  <a:pt x="6682085" y="4644917"/>
                </a:cubicBezTo>
                <a:lnTo>
                  <a:pt x="6630532" y="4655547"/>
                </a:lnTo>
                <a:lnTo>
                  <a:pt x="6594044" y="4795756"/>
                </a:lnTo>
                <a:cubicBezTo>
                  <a:pt x="6574095" y="4859443"/>
                  <a:pt x="6551319" y="4921522"/>
                  <a:pt x="6526035" y="4982261"/>
                </a:cubicBezTo>
                <a:lnTo>
                  <a:pt x="6523940" y="4986615"/>
                </a:lnTo>
                <a:lnTo>
                  <a:pt x="6493463" y="5094093"/>
                </a:lnTo>
                <a:cubicBezTo>
                  <a:pt x="6345745" y="5542950"/>
                  <a:pt x="6123377" y="5882840"/>
                  <a:pt x="5780491" y="6097637"/>
                </a:cubicBezTo>
                <a:cubicBezTo>
                  <a:pt x="5779534" y="6098863"/>
                  <a:pt x="5777801" y="6099121"/>
                  <a:pt x="5777375" y="6099966"/>
                </a:cubicBezTo>
                <a:cubicBezTo>
                  <a:pt x="5707473" y="6054124"/>
                  <a:pt x="5688366" y="5991676"/>
                  <a:pt x="5633955" y="5927401"/>
                </a:cubicBezTo>
                <a:lnTo>
                  <a:pt x="5604490" y="5896320"/>
                </a:lnTo>
                <a:lnTo>
                  <a:pt x="5564588" y="5863065"/>
                </a:lnTo>
                <a:cubicBezTo>
                  <a:pt x="5570713" y="5857099"/>
                  <a:pt x="5574370" y="5856502"/>
                  <a:pt x="5578532" y="5852638"/>
                </a:cubicBezTo>
                <a:cubicBezTo>
                  <a:pt x="5861667" y="5587671"/>
                  <a:pt x="6141225" y="5211337"/>
                  <a:pt x="6281845" y="4712303"/>
                </a:cubicBezTo>
                <a:lnTo>
                  <a:pt x="6322582" y="4530162"/>
                </a:lnTo>
                <a:lnTo>
                  <a:pt x="6347086" y="4396020"/>
                </a:lnTo>
                <a:cubicBezTo>
                  <a:pt x="6358114" y="4319446"/>
                  <a:pt x="6366051" y="4244392"/>
                  <a:pt x="6371140" y="4171949"/>
                </a:cubicBezTo>
                <a:cubicBezTo>
                  <a:pt x="6320145" y="3918552"/>
                  <a:pt x="6296729" y="3673035"/>
                  <a:pt x="6244762" y="3464109"/>
                </a:cubicBezTo>
                <a:lnTo>
                  <a:pt x="6211873" y="3350837"/>
                </a:lnTo>
                <a:lnTo>
                  <a:pt x="6168434" y="3251005"/>
                </a:lnTo>
                <a:cubicBezTo>
                  <a:pt x="6149247" y="3210430"/>
                  <a:pt x="6129128" y="3171221"/>
                  <a:pt x="6108261" y="3133761"/>
                </a:cubicBezTo>
                <a:cubicBezTo>
                  <a:pt x="6058208" y="3079435"/>
                  <a:pt x="6055968" y="3037659"/>
                  <a:pt x="6009748" y="2971604"/>
                </a:cubicBezTo>
                <a:cubicBezTo>
                  <a:pt x="6097377" y="2853495"/>
                  <a:pt x="6159033" y="2839980"/>
                  <a:pt x="6248111" y="2757503"/>
                </a:cubicBezTo>
                <a:cubicBezTo>
                  <a:pt x="6254231" y="2764828"/>
                  <a:pt x="6259195" y="2772947"/>
                  <a:pt x="6262439" y="2776664"/>
                </a:cubicBezTo>
                <a:cubicBezTo>
                  <a:pt x="6414343" y="2973581"/>
                  <a:pt x="6582156" y="3253603"/>
                  <a:pt x="6658752" y="3593042"/>
                </a:cubicBezTo>
                <a:lnTo>
                  <a:pt x="6678545" y="3707443"/>
                </a:lnTo>
                <a:lnTo>
                  <a:pt x="6702225" y="3715341"/>
                </a:lnTo>
                <a:cubicBezTo>
                  <a:pt x="6730727" y="3724429"/>
                  <a:pt x="6761891" y="3733729"/>
                  <a:pt x="6797905" y="3743204"/>
                </a:cubicBezTo>
                <a:lnTo>
                  <a:pt x="6850687" y="3755989"/>
                </a:lnTo>
                <a:lnTo>
                  <a:pt x="6857492" y="3756913"/>
                </a:lnTo>
                <a:cubicBezTo>
                  <a:pt x="6972133" y="3766585"/>
                  <a:pt x="7050760" y="3795640"/>
                  <a:pt x="7124976" y="3825498"/>
                </a:cubicBezTo>
                <a:lnTo>
                  <a:pt x="7161717" y="3839630"/>
                </a:lnTo>
                <a:lnTo>
                  <a:pt x="7237365" y="3863253"/>
                </a:lnTo>
                <a:cubicBezTo>
                  <a:pt x="7270855" y="3873389"/>
                  <a:pt x="7305952" y="3883380"/>
                  <a:pt x="7346442" y="3893438"/>
                </a:cubicBezTo>
                <a:lnTo>
                  <a:pt x="7356648" y="3896701"/>
                </a:lnTo>
                <a:lnTo>
                  <a:pt x="7366000" y="3898899"/>
                </a:lnTo>
                <a:cubicBezTo>
                  <a:pt x="7511502" y="3918224"/>
                  <a:pt x="7664021" y="3979160"/>
                  <a:pt x="7776761" y="4015372"/>
                </a:cubicBezTo>
                <a:lnTo>
                  <a:pt x="7789230" y="4019086"/>
                </a:lnTo>
                <a:lnTo>
                  <a:pt x="7796276" y="4019041"/>
                </a:lnTo>
                <a:cubicBezTo>
                  <a:pt x="7923656" y="4004911"/>
                  <a:pt x="8114133" y="4132269"/>
                  <a:pt x="8343900" y="417194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9CC5A3D-A41F-468B-9A07-CC77F0FC4977}"/>
              </a:ext>
            </a:extLst>
          </p:cNvPr>
          <p:cNvSpPr/>
          <p:nvPr/>
        </p:nvSpPr>
        <p:spPr>
          <a:xfrm>
            <a:off x="1405740" y="1279109"/>
            <a:ext cx="2328502" cy="2328502"/>
          </a:xfrm>
          <a:prstGeom prst="ellipse">
            <a:avLst/>
          </a:prstGeom>
          <a:solidFill>
            <a:schemeClr val="bg2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5" name="Forma libre: forma 44">
            <a:extLst>
              <a:ext uri="{FF2B5EF4-FFF2-40B4-BE49-F238E27FC236}">
                <a16:creationId xmlns:a16="http://schemas.microsoft.com/office/drawing/2014/main" id="{D1B0DB1E-F530-402F-83B9-6E26F4AAB2A2}"/>
              </a:ext>
            </a:extLst>
          </p:cNvPr>
          <p:cNvSpPr/>
          <p:nvPr/>
        </p:nvSpPr>
        <p:spPr>
          <a:xfrm rot="16200000">
            <a:off x="630252" y="494776"/>
            <a:ext cx="3897170" cy="3897170"/>
          </a:xfrm>
          <a:custGeom>
            <a:avLst/>
            <a:gdLst>
              <a:gd name="connsiteX0" fmla="*/ 2508925 w 8343900"/>
              <a:gd name="connsiteY0" fmla="*/ 5552743 h 8343899"/>
              <a:gd name="connsiteX1" fmla="*/ 2272572 w 8343900"/>
              <a:gd name="connsiteY1" fmla="*/ 5765038 h 8343899"/>
              <a:gd name="connsiteX2" fmla="*/ 2267402 w 8343900"/>
              <a:gd name="connsiteY2" fmla="*/ 5759350 h 8343899"/>
              <a:gd name="connsiteX3" fmla="*/ 1936535 w 8343900"/>
              <a:gd name="connsiteY3" fmla="*/ 5234434 h 8343899"/>
              <a:gd name="connsiteX4" fmla="*/ 1936318 w 8343900"/>
              <a:gd name="connsiteY4" fmla="*/ 5233951 h 8343899"/>
              <a:gd name="connsiteX5" fmla="*/ 1916330 w 8343900"/>
              <a:gd name="connsiteY5" fmla="*/ 5202203 h 8343899"/>
              <a:gd name="connsiteX6" fmla="*/ 1723581 w 8343900"/>
              <a:gd name="connsiteY6" fmla="*/ 4758953 h 8343899"/>
              <a:gd name="connsiteX7" fmla="*/ 1700160 w 8343900"/>
              <a:gd name="connsiteY7" fmla="*/ 4639307 h 8343899"/>
              <a:gd name="connsiteX8" fmla="*/ 1681217 w 8343900"/>
              <a:gd name="connsiteY8" fmla="*/ 4636614 h 8343899"/>
              <a:gd name="connsiteX9" fmla="*/ 1408176 w 8343900"/>
              <a:gd name="connsiteY9" fmla="*/ 4565141 h 8343899"/>
              <a:gd name="connsiteX10" fmla="*/ 1405685 w 8343900"/>
              <a:gd name="connsiteY10" fmla="*/ 4563829 h 8343899"/>
              <a:gd name="connsiteX11" fmla="*/ 1388618 w 8343900"/>
              <a:gd name="connsiteY11" fmla="*/ 4559680 h 8343899"/>
              <a:gd name="connsiteX12" fmla="*/ 958342 w 8343900"/>
              <a:gd name="connsiteY12" fmla="*/ 4439538 h 8343899"/>
              <a:gd name="connsiteX13" fmla="*/ 956990 w 8343900"/>
              <a:gd name="connsiteY13" fmla="*/ 4438865 h 8343899"/>
              <a:gd name="connsiteX14" fmla="*/ 938784 w 8343900"/>
              <a:gd name="connsiteY14" fmla="*/ 4434077 h 8343899"/>
              <a:gd name="connsiteX15" fmla="*/ 574054 w 8343900"/>
              <a:gd name="connsiteY15" fmla="*/ 4338287 h 8343899"/>
              <a:gd name="connsiteX16" fmla="*/ 569594 w 8343900"/>
              <a:gd name="connsiteY16" fmla="*/ 4336630 h 8343899"/>
              <a:gd name="connsiteX17" fmla="*/ 559976 w 8343900"/>
              <a:gd name="connsiteY17" fmla="*/ 4335108 h 8343899"/>
              <a:gd name="connsiteX18" fmla="*/ 430276 w 8343900"/>
              <a:gd name="connsiteY18" fmla="*/ 4292091 h 8343899"/>
              <a:gd name="connsiteX19" fmla="*/ 399198 w 8343900"/>
              <a:gd name="connsiteY19" fmla="*/ 4278986 h 8343899"/>
              <a:gd name="connsiteX20" fmla="*/ 379284 w 8343900"/>
              <a:gd name="connsiteY20" fmla="*/ 4273593 h 8343899"/>
              <a:gd name="connsiteX21" fmla="*/ 0 w 8343900"/>
              <a:gd name="connsiteY21" fmla="*/ 4171949 h 8343899"/>
              <a:gd name="connsiteX22" fmla="*/ 445899 w 8343900"/>
              <a:gd name="connsiteY22" fmla="*/ 4038469 h 8343899"/>
              <a:gd name="connsiteX23" fmla="*/ 451472 w 8343900"/>
              <a:gd name="connsiteY23" fmla="*/ 4037521 h 8343899"/>
              <a:gd name="connsiteX24" fmla="*/ 487456 w 8343900"/>
              <a:gd name="connsiteY24" fmla="*/ 4027058 h 8343899"/>
              <a:gd name="connsiteX25" fmla="*/ 547624 w 8343900"/>
              <a:gd name="connsiteY25" fmla="*/ 4019041 h 8343899"/>
              <a:gd name="connsiteX26" fmla="*/ 578247 w 8343900"/>
              <a:gd name="connsiteY26" fmla="*/ 4014912 h 8343899"/>
              <a:gd name="connsiteX27" fmla="*/ 613424 w 8343900"/>
              <a:gd name="connsiteY27" fmla="*/ 4008189 h 8343899"/>
              <a:gd name="connsiteX28" fmla="*/ 678814 w 8343900"/>
              <a:gd name="connsiteY28" fmla="*/ 3989844 h 8343899"/>
              <a:gd name="connsiteX29" fmla="*/ 786325 w 8343900"/>
              <a:gd name="connsiteY29" fmla="*/ 3946056 h 8343899"/>
              <a:gd name="connsiteX30" fmla="*/ 958697 w 8343900"/>
              <a:gd name="connsiteY30" fmla="*/ 3889792 h 8343899"/>
              <a:gd name="connsiteX31" fmla="*/ 968208 w 8343900"/>
              <a:gd name="connsiteY31" fmla="*/ 3889496 h 8343899"/>
              <a:gd name="connsiteX32" fmla="*/ 975763 w 8343900"/>
              <a:gd name="connsiteY32" fmla="*/ 3887856 h 8343899"/>
              <a:gd name="connsiteX33" fmla="*/ 1017016 w 8343900"/>
              <a:gd name="connsiteY33" fmla="*/ 3887977 h 8343899"/>
              <a:gd name="connsiteX34" fmla="*/ 1060711 w 8343900"/>
              <a:gd name="connsiteY34" fmla="*/ 3887394 h 8343899"/>
              <a:gd name="connsiteX35" fmla="*/ 1096790 w 8343900"/>
              <a:gd name="connsiteY35" fmla="*/ 3879287 h 8343899"/>
              <a:gd name="connsiteX36" fmla="*/ 1368555 w 8343900"/>
              <a:gd name="connsiteY36" fmla="*/ 3780472 h 8343899"/>
              <a:gd name="connsiteX37" fmla="*/ 1436702 w 8343900"/>
              <a:gd name="connsiteY37" fmla="*/ 3769535 h 8343899"/>
              <a:gd name="connsiteX38" fmla="*/ 1486408 w 8343900"/>
              <a:gd name="connsiteY38" fmla="*/ 3756913 h 8343899"/>
              <a:gd name="connsiteX39" fmla="*/ 1635389 w 8343900"/>
              <a:gd name="connsiteY39" fmla="*/ 3724422 h 8343899"/>
              <a:gd name="connsiteX40" fmla="*/ 1717550 w 8343900"/>
              <a:gd name="connsiteY40" fmla="*/ 3697995 h 8343899"/>
              <a:gd name="connsiteX41" fmla="*/ 1726913 w 8343900"/>
              <a:gd name="connsiteY41" fmla="*/ 3627373 h 8343899"/>
              <a:gd name="connsiteX42" fmla="*/ 2123741 w 8343900"/>
              <a:gd name="connsiteY42" fmla="*/ 2776664 h 8343899"/>
              <a:gd name="connsiteX43" fmla="*/ 2144315 w 8343900"/>
              <a:gd name="connsiteY43" fmla="*/ 2747424 h 8343899"/>
              <a:gd name="connsiteX44" fmla="*/ 2152613 w 8343900"/>
              <a:gd name="connsiteY44" fmla="*/ 2738869 h 8343899"/>
              <a:gd name="connsiteX45" fmla="*/ 2171563 w 8343900"/>
              <a:gd name="connsiteY45" fmla="*/ 2712711 h 8343899"/>
              <a:gd name="connsiteX46" fmla="*/ 2387669 w 8343900"/>
              <a:gd name="connsiteY46" fmla="*/ 2953307 h 8343899"/>
              <a:gd name="connsiteX47" fmla="*/ 2387016 w 8343900"/>
              <a:gd name="connsiteY47" fmla="*/ 2954181 h 8343899"/>
              <a:gd name="connsiteX48" fmla="*/ 2019573 w 8343900"/>
              <a:gd name="connsiteY48" fmla="*/ 3874432 h 8343899"/>
              <a:gd name="connsiteX49" fmla="*/ 2009289 w 8343900"/>
              <a:gd name="connsiteY49" fmla="*/ 3999744 h 8343899"/>
              <a:gd name="connsiteX50" fmla="*/ 2015040 w 8343900"/>
              <a:gd name="connsiteY50" fmla="*/ 4171949 h 8343899"/>
              <a:gd name="connsiteX51" fmla="*/ 2079216 w 8343900"/>
              <a:gd name="connsiteY51" fmla="*/ 4694456 h 8343899"/>
              <a:gd name="connsiteX52" fmla="*/ 2113405 w 8343900"/>
              <a:gd name="connsiteY52" fmla="*/ 4824773 h 8343899"/>
              <a:gd name="connsiteX53" fmla="*/ 2164255 w 8343900"/>
              <a:gd name="connsiteY53" fmla="*/ 4969557 h 8343899"/>
              <a:gd name="connsiteX54" fmla="*/ 2387016 w 8343900"/>
              <a:gd name="connsiteY54" fmla="*/ 5389718 h 8343899"/>
              <a:gd name="connsiteX55" fmla="*/ 2458218 w 8343900"/>
              <a:gd name="connsiteY55" fmla="*/ 5486855 h 8343899"/>
              <a:gd name="connsiteX56" fmla="*/ 2476572 w 8343900"/>
              <a:gd name="connsiteY56" fmla="*/ 5515960 h 8343899"/>
              <a:gd name="connsiteX57" fmla="*/ 5428320 w 8343900"/>
              <a:gd name="connsiteY57" fmla="*/ 6338534 h 8343899"/>
              <a:gd name="connsiteX58" fmla="*/ 5407306 w 8343900"/>
              <a:gd name="connsiteY58" fmla="*/ 6352132 h 8343899"/>
              <a:gd name="connsiteX59" fmla="*/ 5405314 w 8343900"/>
              <a:gd name="connsiteY59" fmla="*/ 6353276 h 8343899"/>
              <a:gd name="connsiteX60" fmla="*/ 5403585 w 8343900"/>
              <a:gd name="connsiteY60" fmla="*/ 6354383 h 8343899"/>
              <a:gd name="connsiteX61" fmla="*/ 5382617 w 8343900"/>
              <a:gd name="connsiteY61" fmla="*/ 6366300 h 8343899"/>
              <a:gd name="connsiteX62" fmla="*/ 5119392 w 8343900"/>
              <a:gd name="connsiteY62" fmla="*/ 6497275 h 8343899"/>
              <a:gd name="connsiteX63" fmla="*/ 5077545 w 8343900"/>
              <a:gd name="connsiteY63" fmla="*/ 6510439 h 8343899"/>
              <a:gd name="connsiteX64" fmla="*/ 4974576 w 8343900"/>
              <a:gd name="connsiteY64" fmla="*/ 6550659 h 8343899"/>
              <a:gd name="connsiteX65" fmla="*/ 4790460 w 8343900"/>
              <a:gd name="connsiteY65" fmla="*/ 6607703 h 8343899"/>
              <a:gd name="connsiteX66" fmla="*/ 4656817 w 8343900"/>
              <a:gd name="connsiteY66" fmla="*/ 6636019 h 8343899"/>
              <a:gd name="connsiteX67" fmla="*/ 4647619 w 8343900"/>
              <a:gd name="connsiteY67" fmla="*/ 6659962 h 8343899"/>
              <a:gd name="connsiteX68" fmla="*/ 4611480 w 8343900"/>
              <a:gd name="connsiteY68" fmla="*/ 6744255 h 8343899"/>
              <a:gd name="connsiteX69" fmla="*/ 4586986 w 8343900"/>
              <a:gd name="connsiteY69" fmla="*/ 6857491 h 8343899"/>
              <a:gd name="connsiteX70" fmla="*/ 4466844 w 8343900"/>
              <a:gd name="connsiteY70" fmla="*/ 7287767 h 8343899"/>
              <a:gd name="connsiteX71" fmla="*/ 4438300 w 8343900"/>
              <a:gd name="connsiteY71" fmla="*/ 7403764 h 8343899"/>
              <a:gd name="connsiteX72" fmla="*/ 4434109 w 8343900"/>
              <a:gd name="connsiteY72" fmla="*/ 7465387 h 8343899"/>
              <a:gd name="connsiteX73" fmla="*/ 4380545 w 8343900"/>
              <a:gd name="connsiteY73" fmla="*/ 7617112 h 8343899"/>
              <a:gd name="connsiteX74" fmla="*/ 4366681 w 8343900"/>
              <a:gd name="connsiteY74" fmla="*/ 7645751 h 8343899"/>
              <a:gd name="connsiteX75" fmla="*/ 4359613 w 8343900"/>
              <a:gd name="connsiteY75" fmla="*/ 7668581 h 8343899"/>
              <a:gd name="connsiteX76" fmla="*/ 4335780 w 8343900"/>
              <a:gd name="connsiteY76" fmla="*/ 7757159 h 8343899"/>
              <a:gd name="connsiteX77" fmla="*/ 4323364 w 8343900"/>
              <a:gd name="connsiteY77" fmla="*/ 7798395 h 8343899"/>
              <a:gd name="connsiteX78" fmla="*/ 4316180 w 8343900"/>
              <a:gd name="connsiteY78" fmla="*/ 7816433 h 8343899"/>
              <a:gd name="connsiteX79" fmla="*/ 4313936 w 8343900"/>
              <a:gd name="connsiteY79" fmla="*/ 7835391 h 8343899"/>
              <a:gd name="connsiteX80" fmla="*/ 4171950 w 8343900"/>
              <a:gd name="connsiteY80" fmla="*/ 8343899 h 8343899"/>
              <a:gd name="connsiteX81" fmla="*/ 4116729 w 8343900"/>
              <a:gd name="connsiteY81" fmla="*/ 8137901 h 8343899"/>
              <a:gd name="connsiteX82" fmla="*/ 4097180 w 8343900"/>
              <a:gd name="connsiteY82" fmla="*/ 8033229 h 8343899"/>
              <a:gd name="connsiteX83" fmla="*/ 4093643 w 8343900"/>
              <a:gd name="connsiteY83" fmla="*/ 8019015 h 8343899"/>
              <a:gd name="connsiteX84" fmla="*/ 4076217 w 8343900"/>
              <a:gd name="connsiteY84" fmla="*/ 7963233 h 8343899"/>
              <a:gd name="connsiteX85" fmla="*/ 4046347 w 8343900"/>
              <a:gd name="connsiteY85" fmla="*/ 7894065 h 8343899"/>
              <a:gd name="connsiteX86" fmla="*/ 3928625 w 8343900"/>
              <a:gd name="connsiteY86" fmla="*/ 7463792 h 8343899"/>
              <a:gd name="connsiteX87" fmla="*/ 3913593 w 8343900"/>
              <a:gd name="connsiteY87" fmla="*/ 7415325 h 8343899"/>
              <a:gd name="connsiteX88" fmla="*/ 3909822 w 8343900"/>
              <a:gd name="connsiteY88" fmla="*/ 7405115 h 8343899"/>
              <a:gd name="connsiteX89" fmla="*/ 3784219 w 8343900"/>
              <a:gd name="connsiteY89" fmla="*/ 6955281 h 8343899"/>
              <a:gd name="connsiteX90" fmla="*/ 3772927 w 8343900"/>
              <a:gd name="connsiteY90" fmla="*/ 6915381 h 8343899"/>
              <a:gd name="connsiteX91" fmla="*/ 3724695 w 8343900"/>
              <a:gd name="connsiteY91" fmla="*/ 6813267 h 8343899"/>
              <a:gd name="connsiteX92" fmla="*/ 3698209 w 8343900"/>
              <a:gd name="connsiteY92" fmla="*/ 6714540 h 8343899"/>
              <a:gd name="connsiteX93" fmla="*/ 3679421 w 8343900"/>
              <a:gd name="connsiteY93" fmla="*/ 6623862 h 8343899"/>
              <a:gd name="connsiteX94" fmla="*/ 3509568 w 8343900"/>
              <a:gd name="connsiteY94" fmla="*/ 6588944 h 8343899"/>
              <a:gd name="connsiteX95" fmla="*/ 2605688 w 8343900"/>
              <a:gd name="connsiteY95" fmla="*/ 6097637 h 8343899"/>
              <a:gd name="connsiteX96" fmla="*/ 2567800 w 8343900"/>
              <a:gd name="connsiteY96" fmla="*/ 6063201 h 8343899"/>
              <a:gd name="connsiteX97" fmla="*/ 2804952 w 8343900"/>
              <a:gd name="connsiteY97" fmla="*/ 5850188 h 8343899"/>
              <a:gd name="connsiteX98" fmla="*/ 2807648 w 8343900"/>
              <a:gd name="connsiteY98" fmla="*/ 5852638 h 8343899"/>
              <a:gd name="connsiteX99" fmla="*/ 4193090 w 8343900"/>
              <a:gd name="connsiteY99" fmla="*/ 6349999 h 8343899"/>
              <a:gd name="connsiteX100" fmla="*/ 4432426 w 8343900"/>
              <a:gd name="connsiteY100" fmla="*/ 6326107 h 8343899"/>
              <a:gd name="connsiteX101" fmla="*/ 4555818 w 8343900"/>
              <a:gd name="connsiteY101" fmla="*/ 6311703 h 8343899"/>
              <a:gd name="connsiteX102" fmla="*/ 4666440 w 8343900"/>
              <a:gd name="connsiteY102" fmla="*/ 6295516 h 8343899"/>
              <a:gd name="connsiteX103" fmla="*/ 5040885 w 8343900"/>
              <a:gd name="connsiteY103" fmla="*/ 6178837 h 8343899"/>
              <a:gd name="connsiteX104" fmla="*/ 5088910 w 8343900"/>
              <a:gd name="connsiteY104" fmla="*/ 6154465 h 8343899"/>
              <a:gd name="connsiteX105" fmla="*/ 5117464 w 8343900"/>
              <a:gd name="connsiteY105" fmla="*/ 6144139 h 8343899"/>
              <a:gd name="connsiteX106" fmla="*/ 5136394 w 8343900"/>
              <a:gd name="connsiteY106" fmla="*/ 6137029 h 8343899"/>
              <a:gd name="connsiteX107" fmla="*/ 5156919 w 8343900"/>
              <a:gd name="connsiteY107" fmla="*/ 6128760 h 8343899"/>
              <a:gd name="connsiteX108" fmla="*/ 5169818 w 8343900"/>
              <a:gd name="connsiteY108" fmla="*/ 6123384 h 8343899"/>
              <a:gd name="connsiteX109" fmla="*/ 5211189 w 8343900"/>
              <a:gd name="connsiteY109" fmla="*/ 6096797 h 8343899"/>
              <a:gd name="connsiteX110" fmla="*/ 5327107 w 8343900"/>
              <a:gd name="connsiteY110" fmla="*/ 6232305 h 8343899"/>
              <a:gd name="connsiteX111" fmla="*/ 5332670 w 8343900"/>
              <a:gd name="connsiteY111" fmla="*/ 6239472 h 8343899"/>
              <a:gd name="connsiteX112" fmla="*/ 5377121 w 8343900"/>
              <a:gd name="connsiteY112" fmla="*/ 6292920 h 8343899"/>
              <a:gd name="connsiteX113" fmla="*/ 5428320 w 8343900"/>
              <a:gd name="connsiteY113" fmla="*/ 6338534 h 8343899"/>
              <a:gd name="connsiteX114" fmla="*/ 5981566 w 8343900"/>
              <a:gd name="connsiteY114" fmla="*/ 2433577 h 8343899"/>
              <a:gd name="connsiteX115" fmla="*/ 5745625 w 8343900"/>
              <a:gd name="connsiteY115" fmla="*/ 2645502 h 8343899"/>
              <a:gd name="connsiteX116" fmla="*/ 5733204 w 8343900"/>
              <a:gd name="connsiteY116" fmla="*/ 2631835 h 8343899"/>
              <a:gd name="connsiteX117" fmla="*/ 4854552 w 8343900"/>
              <a:gd name="connsiteY117" fmla="*/ 2120330 h 8343899"/>
              <a:gd name="connsiteX118" fmla="*/ 4701462 w 8343900"/>
              <a:gd name="connsiteY118" fmla="*/ 2072196 h 8343899"/>
              <a:gd name="connsiteX119" fmla="*/ 4671369 w 8343900"/>
              <a:gd name="connsiteY119" fmla="*/ 2064494 h 8343899"/>
              <a:gd name="connsiteX120" fmla="*/ 4193090 w 8343900"/>
              <a:gd name="connsiteY120" fmla="*/ 1993900 h 8343899"/>
              <a:gd name="connsiteX121" fmla="*/ 3480529 w 8343900"/>
              <a:gd name="connsiteY121" fmla="*/ 2125211 h 8343899"/>
              <a:gd name="connsiteX122" fmla="*/ 3323124 w 8343900"/>
              <a:gd name="connsiteY122" fmla="*/ 2175377 h 8343899"/>
              <a:gd name="connsiteX123" fmla="*/ 3169267 w 8343900"/>
              <a:gd name="connsiteY123" fmla="*/ 2253258 h 8343899"/>
              <a:gd name="connsiteX124" fmla="*/ 2807648 w 8343900"/>
              <a:gd name="connsiteY124" fmla="*/ 2491260 h 8343899"/>
              <a:gd name="connsiteX125" fmla="*/ 2658087 w 8343900"/>
              <a:gd name="connsiteY125" fmla="*/ 2627190 h 8343899"/>
              <a:gd name="connsiteX126" fmla="*/ 2598337 w 8343900"/>
              <a:gd name="connsiteY126" fmla="*/ 2567361 h 8343899"/>
              <a:gd name="connsiteX127" fmla="*/ 2580219 w 8343900"/>
              <a:gd name="connsiteY127" fmla="*/ 2540834 h 8343899"/>
              <a:gd name="connsiteX128" fmla="*/ 2534335 w 8343900"/>
              <a:gd name="connsiteY128" fmla="*/ 2489658 h 8343899"/>
              <a:gd name="connsiteX129" fmla="*/ 2446162 w 8343900"/>
              <a:gd name="connsiteY129" fmla="*/ 2391249 h 8343899"/>
              <a:gd name="connsiteX130" fmla="*/ 2527329 w 8343900"/>
              <a:gd name="connsiteY130" fmla="*/ 2314144 h 8343899"/>
              <a:gd name="connsiteX131" fmla="*/ 2556975 w 8343900"/>
              <a:gd name="connsiteY131" fmla="*/ 2293161 h 8343899"/>
              <a:gd name="connsiteX132" fmla="*/ 2564239 w 8343900"/>
              <a:gd name="connsiteY132" fmla="*/ 2286993 h 8343899"/>
              <a:gd name="connsiteX133" fmla="*/ 2605688 w 8343900"/>
              <a:gd name="connsiteY133" fmla="*/ 2246262 h 8343899"/>
              <a:gd name="connsiteX134" fmla="*/ 3509491 w 8343900"/>
              <a:gd name="connsiteY134" fmla="*/ 1711056 h 8343899"/>
              <a:gd name="connsiteX135" fmla="*/ 3680797 w 8343900"/>
              <a:gd name="connsiteY135" fmla="*/ 1688855 h 8343899"/>
              <a:gd name="connsiteX136" fmla="*/ 3720628 w 8343900"/>
              <a:gd name="connsiteY136" fmla="*/ 1588237 h 8343899"/>
              <a:gd name="connsiteX137" fmla="*/ 3772562 w 8343900"/>
              <a:gd name="connsiteY137" fmla="*/ 1429972 h 8343899"/>
              <a:gd name="connsiteX138" fmla="*/ 3789304 w 8343900"/>
              <a:gd name="connsiteY138" fmla="*/ 1368625 h 8343899"/>
              <a:gd name="connsiteX139" fmla="*/ 3812099 w 8343900"/>
              <a:gd name="connsiteY139" fmla="*/ 1284448 h 8343899"/>
              <a:gd name="connsiteX140" fmla="*/ 3866366 w 8343900"/>
              <a:gd name="connsiteY140" fmla="*/ 1096750 h 8343899"/>
              <a:gd name="connsiteX141" fmla="*/ 3887792 w 8343900"/>
              <a:gd name="connsiteY141" fmla="*/ 1018169 h 8343899"/>
              <a:gd name="connsiteX142" fmla="*/ 3887978 w 8343900"/>
              <a:gd name="connsiteY142" fmla="*/ 1017016 h 8343899"/>
              <a:gd name="connsiteX143" fmla="*/ 4019042 w 8343900"/>
              <a:gd name="connsiteY143" fmla="*/ 547623 h 8343899"/>
              <a:gd name="connsiteX144" fmla="*/ 4027067 w 8343900"/>
              <a:gd name="connsiteY144" fmla="*/ 512261 h 8343899"/>
              <a:gd name="connsiteX145" fmla="*/ 4034169 w 8343900"/>
              <a:gd name="connsiteY145" fmla="*/ 468481 h 8343899"/>
              <a:gd name="connsiteX146" fmla="*/ 4171950 w 8343900"/>
              <a:gd name="connsiteY146" fmla="*/ 0 h 8343899"/>
              <a:gd name="connsiteX147" fmla="*/ 4313936 w 8343900"/>
              <a:gd name="connsiteY147" fmla="*/ 508508 h 8343899"/>
              <a:gd name="connsiteX148" fmla="*/ 4319816 w 8343900"/>
              <a:gd name="connsiteY148" fmla="*/ 528921 h 8343899"/>
              <a:gd name="connsiteX149" fmla="*/ 4348204 w 8343900"/>
              <a:gd name="connsiteY149" fmla="*/ 586816 h 8343899"/>
              <a:gd name="connsiteX150" fmla="*/ 4387925 w 8343900"/>
              <a:gd name="connsiteY150" fmla="*/ 787266 h 8343899"/>
              <a:gd name="connsiteX151" fmla="*/ 4400935 w 8343900"/>
              <a:gd name="connsiteY151" fmla="*/ 865567 h 8343899"/>
              <a:gd name="connsiteX152" fmla="*/ 4410526 w 8343900"/>
              <a:gd name="connsiteY152" fmla="*/ 891030 h 8343899"/>
              <a:gd name="connsiteX153" fmla="*/ 4434078 w 8343900"/>
              <a:gd name="connsiteY153" fmla="*/ 938783 h 8343899"/>
              <a:gd name="connsiteX154" fmla="*/ 4473233 w 8343900"/>
              <a:gd name="connsiteY154" fmla="*/ 1050442 h 8343899"/>
              <a:gd name="connsiteX155" fmla="*/ 4475441 w 8343900"/>
              <a:gd name="connsiteY155" fmla="*/ 1063864 h 8343899"/>
              <a:gd name="connsiteX156" fmla="*/ 4493127 w 8343900"/>
              <a:gd name="connsiteY156" fmla="*/ 1098197 h 8343899"/>
              <a:gd name="connsiteX157" fmla="*/ 4516297 w 8343900"/>
              <a:gd name="connsiteY157" fmla="*/ 1180377 h 8343899"/>
              <a:gd name="connsiteX158" fmla="*/ 4554145 w 8343900"/>
              <a:gd name="connsiteY158" fmla="*/ 1395110 h 8343899"/>
              <a:gd name="connsiteX159" fmla="*/ 4570603 w 8343900"/>
              <a:gd name="connsiteY159" fmla="*/ 1427734 h 8343899"/>
              <a:gd name="connsiteX160" fmla="*/ 4631091 w 8343900"/>
              <a:gd name="connsiteY160" fmla="*/ 1617935 h 8343899"/>
              <a:gd name="connsiteX161" fmla="*/ 4641404 w 8343900"/>
              <a:gd name="connsiteY161" fmla="*/ 1700341 h 8343899"/>
              <a:gd name="connsiteX162" fmla="*/ 4697906 w 8343900"/>
              <a:gd name="connsiteY162" fmla="*/ 1707982 h 8343899"/>
              <a:gd name="connsiteX163" fmla="*/ 5157418 w 8343900"/>
              <a:gd name="connsiteY163" fmla="*/ 1862946 h 8343899"/>
              <a:gd name="connsiteX164" fmla="*/ 5231870 w 8343900"/>
              <a:gd name="connsiteY164" fmla="*/ 1902292 h 8343899"/>
              <a:gd name="connsiteX165" fmla="*/ 5393582 w 8343900"/>
              <a:gd name="connsiteY165" fmla="*/ 1961815 h 8343899"/>
              <a:gd name="connsiteX166" fmla="*/ 5957710 w 8343900"/>
              <a:gd name="connsiteY166" fmla="*/ 2407329 h 8343899"/>
              <a:gd name="connsiteX167" fmla="*/ 5981566 w 8343900"/>
              <a:gd name="connsiteY167" fmla="*/ 2433577 h 8343899"/>
              <a:gd name="connsiteX168" fmla="*/ 8343900 w 8343900"/>
              <a:gd name="connsiteY168" fmla="*/ 4171949 h 8343899"/>
              <a:gd name="connsiteX169" fmla="*/ 8126963 w 8343900"/>
              <a:gd name="connsiteY169" fmla="*/ 4238810 h 8343899"/>
              <a:gd name="connsiteX170" fmla="*/ 8103601 w 8343900"/>
              <a:gd name="connsiteY170" fmla="*/ 4242158 h 8343899"/>
              <a:gd name="connsiteX171" fmla="*/ 8003131 w 8343900"/>
              <a:gd name="connsiteY171" fmla="*/ 4263512 h 8343899"/>
              <a:gd name="connsiteX172" fmla="*/ 7913624 w 8343900"/>
              <a:gd name="connsiteY172" fmla="*/ 4292091 h 8343899"/>
              <a:gd name="connsiteX173" fmla="*/ 7774874 w 8343900"/>
              <a:gd name="connsiteY173" fmla="*/ 4335725 h 8343899"/>
              <a:gd name="connsiteX174" fmla="*/ 7753851 w 8343900"/>
              <a:gd name="connsiteY174" fmla="*/ 4339113 h 8343899"/>
              <a:gd name="connsiteX175" fmla="*/ 7723335 w 8343900"/>
              <a:gd name="connsiteY175" fmla="*/ 4346366 h 8343899"/>
              <a:gd name="connsiteX176" fmla="*/ 7444232 w 8343900"/>
              <a:gd name="connsiteY176" fmla="*/ 4423155 h 8343899"/>
              <a:gd name="connsiteX177" fmla="*/ 7423270 w 8343900"/>
              <a:gd name="connsiteY177" fmla="*/ 4429544 h 8343899"/>
              <a:gd name="connsiteX178" fmla="*/ 7383432 w 8343900"/>
              <a:gd name="connsiteY178" fmla="*/ 4455880 h 8343899"/>
              <a:gd name="connsiteX179" fmla="*/ 7239790 w 8343900"/>
              <a:gd name="connsiteY179" fmla="*/ 4486028 h 8343899"/>
              <a:gd name="connsiteX180" fmla="*/ 7210756 w 8343900"/>
              <a:gd name="connsiteY180" fmla="*/ 4488978 h 8343899"/>
              <a:gd name="connsiteX181" fmla="*/ 7154619 w 8343900"/>
              <a:gd name="connsiteY181" fmla="*/ 4502496 h 8343899"/>
              <a:gd name="connsiteX182" fmla="*/ 7033128 w 8343900"/>
              <a:gd name="connsiteY182" fmla="*/ 4531833 h 8343899"/>
              <a:gd name="connsiteX183" fmla="*/ 6994398 w 8343900"/>
              <a:gd name="connsiteY183" fmla="*/ 4548758 h 8343899"/>
              <a:gd name="connsiteX184" fmla="*/ 6682085 w 8343900"/>
              <a:gd name="connsiteY184" fmla="*/ 4644917 h 8343899"/>
              <a:gd name="connsiteX185" fmla="*/ 6630532 w 8343900"/>
              <a:gd name="connsiteY185" fmla="*/ 4655547 h 8343899"/>
              <a:gd name="connsiteX186" fmla="*/ 6594044 w 8343900"/>
              <a:gd name="connsiteY186" fmla="*/ 4795756 h 8343899"/>
              <a:gd name="connsiteX187" fmla="*/ 6526035 w 8343900"/>
              <a:gd name="connsiteY187" fmla="*/ 4982261 h 8343899"/>
              <a:gd name="connsiteX188" fmla="*/ 6523940 w 8343900"/>
              <a:gd name="connsiteY188" fmla="*/ 4986615 h 8343899"/>
              <a:gd name="connsiteX189" fmla="*/ 6493463 w 8343900"/>
              <a:gd name="connsiteY189" fmla="*/ 5094093 h 8343899"/>
              <a:gd name="connsiteX190" fmla="*/ 5780491 w 8343900"/>
              <a:gd name="connsiteY190" fmla="*/ 6097637 h 8343899"/>
              <a:gd name="connsiteX191" fmla="*/ 5777375 w 8343900"/>
              <a:gd name="connsiteY191" fmla="*/ 6099966 h 8343899"/>
              <a:gd name="connsiteX192" fmla="*/ 5633955 w 8343900"/>
              <a:gd name="connsiteY192" fmla="*/ 5927401 h 8343899"/>
              <a:gd name="connsiteX193" fmla="*/ 5604490 w 8343900"/>
              <a:gd name="connsiteY193" fmla="*/ 5896320 h 8343899"/>
              <a:gd name="connsiteX194" fmla="*/ 5564588 w 8343900"/>
              <a:gd name="connsiteY194" fmla="*/ 5863065 h 8343899"/>
              <a:gd name="connsiteX195" fmla="*/ 5578532 w 8343900"/>
              <a:gd name="connsiteY195" fmla="*/ 5852638 h 8343899"/>
              <a:gd name="connsiteX196" fmla="*/ 6281845 w 8343900"/>
              <a:gd name="connsiteY196" fmla="*/ 4712303 h 8343899"/>
              <a:gd name="connsiteX197" fmla="*/ 6322582 w 8343900"/>
              <a:gd name="connsiteY197" fmla="*/ 4530162 h 8343899"/>
              <a:gd name="connsiteX198" fmla="*/ 6347086 w 8343900"/>
              <a:gd name="connsiteY198" fmla="*/ 4396020 h 8343899"/>
              <a:gd name="connsiteX199" fmla="*/ 6371140 w 8343900"/>
              <a:gd name="connsiteY199" fmla="*/ 4171949 h 8343899"/>
              <a:gd name="connsiteX200" fmla="*/ 6244762 w 8343900"/>
              <a:gd name="connsiteY200" fmla="*/ 3464109 h 8343899"/>
              <a:gd name="connsiteX201" fmla="*/ 6211873 w 8343900"/>
              <a:gd name="connsiteY201" fmla="*/ 3350837 h 8343899"/>
              <a:gd name="connsiteX202" fmla="*/ 6168434 w 8343900"/>
              <a:gd name="connsiteY202" fmla="*/ 3251005 h 8343899"/>
              <a:gd name="connsiteX203" fmla="*/ 6108261 w 8343900"/>
              <a:gd name="connsiteY203" fmla="*/ 3133761 h 8343899"/>
              <a:gd name="connsiteX204" fmla="*/ 6009748 w 8343900"/>
              <a:gd name="connsiteY204" fmla="*/ 2971604 h 8343899"/>
              <a:gd name="connsiteX205" fmla="*/ 6248111 w 8343900"/>
              <a:gd name="connsiteY205" fmla="*/ 2757503 h 8343899"/>
              <a:gd name="connsiteX206" fmla="*/ 6262439 w 8343900"/>
              <a:gd name="connsiteY206" fmla="*/ 2776664 h 8343899"/>
              <a:gd name="connsiteX207" fmla="*/ 6658752 w 8343900"/>
              <a:gd name="connsiteY207" fmla="*/ 3593042 h 8343899"/>
              <a:gd name="connsiteX208" fmla="*/ 6678545 w 8343900"/>
              <a:gd name="connsiteY208" fmla="*/ 3707443 h 8343899"/>
              <a:gd name="connsiteX209" fmla="*/ 6702225 w 8343900"/>
              <a:gd name="connsiteY209" fmla="*/ 3715341 h 8343899"/>
              <a:gd name="connsiteX210" fmla="*/ 6797905 w 8343900"/>
              <a:gd name="connsiteY210" fmla="*/ 3743204 h 8343899"/>
              <a:gd name="connsiteX211" fmla="*/ 6850687 w 8343900"/>
              <a:gd name="connsiteY211" fmla="*/ 3755989 h 8343899"/>
              <a:gd name="connsiteX212" fmla="*/ 6857492 w 8343900"/>
              <a:gd name="connsiteY212" fmla="*/ 3756913 h 8343899"/>
              <a:gd name="connsiteX213" fmla="*/ 7124976 w 8343900"/>
              <a:gd name="connsiteY213" fmla="*/ 3825498 h 8343899"/>
              <a:gd name="connsiteX214" fmla="*/ 7161717 w 8343900"/>
              <a:gd name="connsiteY214" fmla="*/ 3839630 h 8343899"/>
              <a:gd name="connsiteX215" fmla="*/ 7237365 w 8343900"/>
              <a:gd name="connsiteY215" fmla="*/ 3863253 h 8343899"/>
              <a:gd name="connsiteX216" fmla="*/ 7346442 w 8343900"/>
              <a:gd name="connsiteY216" fmla="*/ 3893438 h 8343899"/>
              <a:gd name="connsiteX217" fmla="*/ 7356648 w 8343900"/>
              <a:gd name="connsiteY217" fmla="*/ 3896701 h 8343899"/>
              <a:gd name="connsiteX218" fmla="*/ 7366000 w 8343900"/>
              <a:gd name="connsiteY218" fmla="*/ 3898899 h 8343899"/>
              <a:gd name="connsiteX219" fmla="*/ 7776761 w 8343900"/>
              <a:gd name="connsiteY219" fmla="*/ 4015372 h 8343899"/>
              <a:gd name="connsiteX220" fmla="*/ 7789230 w 8343900"/>
              <a:gd name="connsiteY220" fmla="*/ 4019086 h 8343899"/>
              <a:gd name="connsiteX221" fmla="*/ 7796276 w 8343900"/>
              <a:gd name="connsiteY221" fmla="*/ 4019041 h 8343899"/>
              <a:gd name="connsiteX222" fmla="*/ 8343900 w 8343900"/>
              <a:gd name="connsiteY222" fmla="*/ 4171949 h 834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</a:cxnLst>
            <a:rect l="l" t="t" r="r" b="b"/>
            <a:pathLst>
              <a:path w="8343900" h="8343899">
                <a:moveTo>
                  <a:pt x="2508925" y="5552743"/>
                </a:moveTo>
                <a:cubicBezTo>
                  <a:pt x="2475440" y="5622842"/>
                  <a:pt x="2333644" y="5697008"/>
                  <a:pt x="2272572" y="5765038"/>
                </a:cubicBezTo>
                <a:cubicBezTo>
                  <a:pt x="2270451" y="5763646"/>
                  <a:pt x="2269973" y="5761807"/>
                  <a:pt x="2267402" y="5759350"/>
                </a:cubicBezTo>
                <a:cubicBezTo>
                  <a:pt x="2152221" y="5614218"/>
                  <a:pt x="2034979" y="5433333"/>
                  <a:pt x="1936535" y="5234434"/>
                </a:cubicBezTo>
                <a:lnTo>
                  <a:pt x="1936318" y="5233951"/>
                </a:lnTo>
                <a:lnTo>
                  <a:pt x="1916330" y="5202203"/>
                </a:lnTo>
                <a:cubicBezTo>
                  <a:pt x="1832209" y="5061445"/>
                  <a:pt x="1764003" y="4922179"/>
                  <a:pt x="1723581" y="4758953"/>
                </a:cubicBezTo>
                <a:lnTo>
                  <a:pt x="1700160" y="4639307"/>
                </a:lnTo>
                <a:lnTo>
                  <a:pt x="1681217" y="4636614"/>
                </a:lnTo>
                <a:cubicBezTo>
                  <a:pt x="1585694" y="4624303"/>
                  <a:pt x="1490428" y="4613652"/>
                  <a:pt x="1408176" y="4565141"/>
                </a:cubicBezTo>
                <a:lnTo>
                  <a:pt x="1405685" y="4563829"/>
                </a:lnTo>
                <a:lnTo>
                  <a:pt x="1388618" y="4559680"/>
                </a:lnTo>
                <a:cubicBezTo>
                  <a:pt x="1180012" y="4496663"/>
                  <a:pt x="1150878" y="4552276"/>
                  <a:pt x="958342" y="4439538"/>
                </a:cubicBezTo>
                <a:lnTo>
                  <a:pt x="956990" y="4438865"/>
                </a:lnTo>
                <a:lnTo>
                  <a:pt x="938784" y="4434077"/>
                </a:lnTo>
                <a:cubicBezTo>
                  <a:pt x="753834" y="4379716"/>
                  <a:pt x="711721" y="4386469"/>
                  <a:pt x="574054" y="4338287"/>
                </a:cubicBezTo>
                <a:lnTo>
                  <a:pt x="569594" y="4336630"/>
                </a:lnTo>
                <a:lnTo>
                  <a:pt x="559976" y="4335108"/>
                </a:lnTo>
                <a:cubicBezTo>
                  <a:pt x="517260" y="4326111"/>
                  <a:pt x="474285" y="4313325"/>
                  <a:pt x="430276" y="4292091"/>
                </a:cubicBezTo>
                <a:lnTo>
                  <a:pt x="399198" y="4278986"/>
                </a:lnTo>
                <a:lnTo>
                  <a:pt x="379284" y="4273593"/>
                </a:lnTo>
                <a:cubicBezTo>
                  <a:pt x="262495" y="4245985"/>
                  <a:pt x="171277" y="4245461"/>
                  <a:pt x="0" y="4171949"/>
                </a:cubicBezTo>
                <a:cubicBezTo>
                  <a:pt x="195496" y="4125856"/>
                  <a:pt x="270131" y="4073647"/>
                  <a:pt x="445899" y="4038469"/>
                </a:cubicBezTo>
                <a:lnTo>
                  <a:pt x="451472" y="4037521"/>
                </a:lnTo>
                <a:lnTo>
                  <a:pt x="487456" y="4027058"/>
                </a:lnTo>
                <a:cubicBezTo>
                  <a:pt x="506792" y="4022821"/>
                  <a:pt x="526689" y="4020001"/>
                  <a:pt x="547624" y="4019041"/>
                </a:cubicBezTo>
                <a:lnTo>
                  <a:pt x="578247" y="4014912"/>
                </a:lnTo>
                <a:lnTo>
                  <a:pt x="613424" y="4008189"/>
                </a:lnTo>
                <a:lnTo>
                  <a:pt x="678814" y="3989844"/>
                </a:lnTo>
                <a:lnTo>
                  <a:pt x="786325" y="3946056"/>
                </a:lnTo>
                <a:cubicBezTo>
                  <a:pt x="843935" y="3921057"/>
                  <a:pt x="900793" y="3897457"/>
                  <a:pt x="958697" y="3889792"/>
                </a:cubicBezTo>
                <a:lnTo>
                  <a:pt x="968208" y="3889496"/>
                </a:lnTo>
                <a:lnTo>
                  <a:pt x="975763" y="3887856"/>
                </a:lnTo>
                <a:cubicBezTo>
                  <a:pt x="990217" y="3886082"/>
                  <a:pt x="1003933" y="3885980"/>
                  <a:pt x="1017016" y="3887977"/>
                </a:cubicBezTo>
                <a:lnTo>
                  <a:pt x="1060711" y="3887394"/>
                </a:lnTo>
                <a:lnTo>
                  <a:pt x="1096790" y="3879287"/>
                </a:lnTo>
                <a:cubicBezTo>
                  <a:pt x="1165995" y="3857640"/>
                  <a:pt x="1246180" y="3807044"/>
                  <a:pt x="1368555" y="3780472"/>
                </a:cubicBezTo>
                <a:lnTo>
                  <a:pt x="1436702" y="3769535"/>
                </a:lnTo>
                <a:lnTo>
                  <a:pt x="1486408" y="3756913"/>
                </a:lnTo>
                <a:cubicBezTo>
                  <a:pt x="1540906" y="3748509"/>
                  <a:pt x="1590236" y="3737080"/>
                  <a:pt x="1635389" y="3724422"/>
                </a:cubicBezTo>
                <a:lnTo>
                  <a:pt x="1717550" y="3697995"/>
                </a:lnTo>
                <a:lnTo>
                  <a:pt x="1726913" y="3627373"/>
                </a:lnTo>
                <a:cubicBezTo>
                  <a:pt x="1783722" y="3280158"/>
                  <a:pt x="1914226" y="2953984"/>
                  <a:pt x="2123741" y="2776664"/>
                </a:cubicBezTo>
                <a:cubicBezTo>
                  <a:pt x="2127494" y="2763686"/>
                  <a:pt x="2135348" y="2756011"/>
                  <a:pt x="2144315" y="2747424"/>
                </a:cubicBezTo>
                <a:lnTo>
                  <a:pt x="2152613" y="2738869"/>
                </a:lnTo>
                <a:lnTo>
                  <a:pt x="2171563" y="2712711"/>
                </a:lnTo>
                <a:cubicBezTo>
                  <a:pt x="2261285" y="2787449"/>
                  <a:pt x="2286571" y="2850048"/>
                  <a:pt x="2387669" y="2953307"/>
                </a:cubicBezTo>
                <a:cubicBezTo>
                  <a:pt x="2387535" y="2953497"/>
                  <a:pt x="2387219" y="2953755"/>
                  <a:pt x="2387016" y="2954181"/>
                </a:cubicBezTo>
                <a:cubicBezTo>
                  <a:pt x="2217325" y="3202575"/>
                  <a:pt x="2063905" y="3558287"/>
                  <a:pt x="2019573" y="3874432"/>
                </a:cubicBezTo>
                <a:lnTo>
                  <a:pt x="2009289" y="3999744"/>
                </a:lnTo>
                <a:lnTo>
                  <a:pt x="2015040" y="4171949"/>
                </a:lnTo>
                <a:cubicBezTo>
                  <a:pt x="2022135" y="4359981"/>
                  <a:pt x="2043240" y="4533889"/>
                  <a:pt x="2079216" y="4694456"/>
                </a:cubicBezTo>
                <a:lnTo>
                  <a:pt x="2113405" y="4824773"/>
                </a:lnTo>
                <a:lnTo>
                  <a:pt x="2164255" y="4969557"/>
                </a:lnTo>
                <a:cubicBezTo>
                  <a:pt x="2226184" y="5127747"/>
                  <a:pt x="2303035" y="5274302"/>
                  <a:pt x="2387016" y="5389718"/>
                </a:cubicBezTo>
                <a:cubicBezTo>
                  <a:pt x="2419238" y="5422165"/>
                  <a:pt x="2440435" y="5457114"/>
                  <a:pt x="2458218" y="5486855"/>
                </a:cubicBezTo>
                <a:lnTo>
                  <a:pt x="2476572" y="5515960"/>
                </a:lnTo>
                <a:close/>
                <a:moveTo>
                  <a:pt x="5428320" y="6338534"/>
                </a:moveTo>
                <a:cubicBezTo>
                  <a:pt x="5421356" y="6345054"/>
                  <a:pt x="5414638" y="6348546"/>
                  <a:pt x="5407306" y="6352132"/>
                </a:cubicBezTo>
                <a:lnTo>
                  <a:pt x="5405314" y="6353276"/>
                </a:lnTo>
                <a:lnTo>
                  <a:pt x="5403585" y="6354383"/>
                </a:lnTo>
                <a:cubicBezTo>
                  <a:pt x="5396168" y="6357705"/>
                  <a:pt x="5389378" y="6360372"/>
                  <a:pt x="5382617" y="6366300"/>
                </a:cubicBezTo>
                <a:cubicBezTo>
                  <a:pt x="5305316" y="6419376"/>
                  <a:pt x="5215913" y="6462227"/>
                  <a:pt x="5119392" y="6497275"/>
                </a:cubicBezTo>
                <a:lnTo>
                  <a:pt x="5077545" y="6510439"/>
                </a:lnTo>
                <a:lnTo>
                  <a:pt x="4974576" y="6550659"/>
                </a:lnTo>
                <a:cubicBezTo>
                  <a:pt x="4914537" y="6572045"/>
                  <a:pt x="4853144" y="6591240"/>
                  <a:pt x="4790460" y="6607703"/>
                </a:cubicBezTo>
                <a:lnTo>
                  <a:pt x="4656817" y="6636019"/>
                </a:lnTo>
                <a:lnTo>
                  <a:pt x="4647619" y="6659962"/>
                </a:lnTo>
                <a:lnTo>
                  <a:pt x="4611480" y="6744255"/>
                </a:lnTo>
                <a:lnTo>
                  <a:pt x="4586986" y="6857491"/>
                </a:lnTo>
                <a:cubicBezTo>
                  <a:pt x="4598229" y="6974129"/>
                  <a:pt x="4507071" y="7096517"/>
                  <a:pt x="4466844" y="7287767"/>
                </a:cubicBezTo>
                <a:lnTo>
                  <a:pt x="4438300" y="7403764"/>
                </a:lnTo>
                <a:lnTo>
                  <a:pt x="4434109" y="7465387"/>
                </a:lnTo>
                <a:cubicBezTo>
                  <a:pt x="4424344" y="7534947"/>
                  <a:pt x="4402801" y="7576652"/>
                  <a:pt x="4380545" y="7617112"/>
                </a:cubicBezTo>
                <a:lnTo>
                  <a:pt x="4366681" y="7645751"/>
                </a:lnTo>
                <a:lnTo>
                  <a:pt x="4359613" y="7668581"/>
                </a:lnTo>
                <a:cubicBezTo>
                  <a:pt x="4349468" y="7702327"/>
                  <a:pt x="4341120" y="7732193"/>
                  <a:pt x="4335780" y="7757159"/>
                </a:cubicBezTo>
                <a:cubicBezTo>
                  <a:pt x="4333110" y="7769641"/>
                  <a:pt x="4328835" y="7783353"/>
                  <a:pt x="4323364" y="7798395"/>
                </a:cubicBezTo>
                <a:lnTo>
                  <a:pt x="4316180" y="7816433"/>
                </a:lnTo>
                <a:lnTo>
                  <a:pt x="4313936" y="7835391"/>
                </a:lnTo>
                <a:cubicBezTo>
                  <a:pt x="4301958" y="8060586"/>
                  <a:pt x="4231838" y="8104996"/>
                  <a:pt x="4171950" y="8343899"/>
                </a:cubicBezTo>
                <a:cubicBezTo>
                  <a:pt x="4134018" y="8272067"/>
                  <a:pt x="4126637" y="8208137"/>
                  <a:pt x="4116729" y="8137901"/>
                </a:cubicBezTo>
                <a:lnTo>
                  <a:pt x="4097180" y="8033229"/>
                </a:lnTo>
                <a:lnTo>
                  <a:pt x="4093643" y="8019015"/>
                </a:lnTo>
                <a:lnTo>
                  <a:pt x="4076217" y="7963233"/>
                </a:lnTo>
                <a:cubicBezTo>
                  <a:pt x="4068141" y="7941311"/>
                  <a:pt x="4058357" y="7918329"/>
                  <a:pt x="4046347" y="7894065"/>
                </a:cubicBezTo>
                <a:cubicBezTo>
                  <a:pt x="3962278" y="7724216"/>
                  <a:pt x="3975565" y="7633867"/>
                  <a:pt x="3928625" y="7463792"/>
                </a:cubicBezTo>
                <a:lnTo>
                  <a:pt x="3913593" y="7415325"/>
                </a:lnTo>
                <a:lnTo>
                  <a:pt x="3909822" y="7405115"/>
                </a:lnTo>
                <a:cubicBezTo>
                  <a:pt x="3841924" y="7246602"/>
                  <a:pt x="3845035" y="7137968"/>
                  <a:pt x="3784219" y="6955281"/>
                </a:cubicBezTo>
                <a:lnTo>
                  <a:pt x="3772927" y="6915381"/>
                </a:lnTo>
                <a:lnTo>
                  <a:pt x="3724695" y="6813267"/>
                </a:lnTo>
                <a:cubicBezTo>
                  <a:pt x="3714749" y="6782877"/>
                  <a:pt x="3706150" y="6749549"/>
                  <a:pt x="3698209" y="6714540"/>
                </a:cubicBezTo>
                <a:lnTo>
                  <a:pt x="3679421" y="6623862"/>
                </a:lnTo>
                <a:lnTo>
                  <a:pt x="3509568" y="6588944"/>
                </a:lnTo>
                <a:cubicBezTo>
                  <a:pt x="3153938" y="6498713"/>
                  <a:pt x="2843793" y="6332373"/>
                  <a:pt x="2605688" y="6097637"/>
                </a:cubicBezTo>
                <a:cubicBezTo>
                  <a:pt x="2590723" y="6090696"/>
                  <a:pt x="2584642" y="6074180"/>
                  <a:pt x="2567800" y="6063201"/>
                </a:cubicBezTo>
                <a:cubicBezTo>
                  <a:pt x="2612770" y="5978727"/>
                  <a:pt x="2744116" y="5913395"/>
                  <a:pt x="2804952" y="5850188"/>
                </a:cubicBezTo>
                <a:cubicBezTo>
                  <a:pt x="2806148" y="5850869"/>
                  <a:pt x="2807014" y="5852169"/>
                  <a:pt x="2807648" y="5852638"/>
                </a:cubicBezTo>
                <a:cubicBezTo>
                  <a:pt x="3156481" y="6101176"/>
                  <a:pt x="3761041" y="6309437"/>
                  <a:pt x="4193090" y="6349999"/>
                </a:cubicBezTo>
                <a:cubicBezTo>
                  <a:pt x="4273750" y="6340826"/>
                  <a:pt x="4354069" y="6333689"/>
                  <a:pt x="4432426" y="6326107"/>
                </a:cubicBezTo>
                <a:lnTo>
                  <a:pt x="4555818" y="6311703"/>
                </a:lnTo>
                <a:lnTo>
                  <a:pt x="4666440" y="6295516"/>
                </a:lnTo>
                <a:cubicBezTo>
                  <a:pt x="4817139" y="6267563"/>
                  <a:pt x="4951355" y="6229243"/>
                  <a:pt x="5040885" y="6178837"/>
                </a:cubicBezTo>
                <a:cubicBezTo>
                  <a:pt x="5058609" y="6167968"/>
                  <a:pt x="5074340" y="6160423"/>
                  <a:pt x="5088910" y="6154465"/>
                </a:cubicBezTo>
                <a:lnTo>
                  <a:pt x="5117464" y="6144139"/>
                </a:lnTo>
                <a:lnTo>
                  <a:pt x="5136394" y="6137029"/>
                </a:lnTo>
                <a:lnTo>
                  <a:pt x="5156919" y="6128760"/>
                </a:lnTo>
                <a:lnTo>
                  <a:pt x="5169818" y="6123384"/>
                </a:lnTo>
                <a:lnTo>
                  <a:pt x="5211189" y="6096797"/>
                </a:lnTo>
                <a:cubicBezTo>
                  <a:pt x="5269263" y="6149529"/>
                  <a:pt x="5299410" y="6193357"/>
                  <a:pt x="5327107" y="6232305"/>
                </a:cubicBezTo>
                <a:lnTo>
                  <a:pt x="5332670" y="6239472"/>
                </a:lnTo>
                <a:lnTo>
                  <a:pt x="5377121" y="6292920"/>
                </a:lnTo>
                <a:cubicBezTo>
                  <a:pt x="5392487" y="6309450"/>
                  <a:pt x="5408872" y="6324547"/>
                  <a:pt x="5428320" y="6338534"/>
                </a:cubicBezTo>
                <a:close/>
                <a:moveTo>
                  <a:pt x="5981566" y="2433577"/>
                </a:moveTo>
                <a:cubicBezTo>
                  <a:pt x="5897686" y="2551636"/>
                  <a:pt x="5804562" y="2561805"/>
                  <a:pt x="5745625" y="2645502"/>
                </a:cubicBezTo>
                <a:cubicBezTo>
                  <a:pt x="5738694" y="2639499"/>
                  <a:pt x="5737627" y="2636283"/>
                  <a:pt x="5733204" y="2631835"/>
                </a:cubicBezTo>
                <a:cubicBezTo>
                  <a:pt x="5503717" y="2451858"/>
                  <a:pt x="5200349" y="2248114"/>
                  <a:pt x="4854552" y="2120330"/>
                </a:cubicBezTo>
                <a:lnTo>
                  <a:pt x="4701462" y="2072196"/>
                </a:lnTo>
                <a:lnTo>
                  <a:pt x="4671369" y="2064494"/>
                </a:lnTo>
                <a:cubicBezTo>
                  <a:pt x="4526096" y="2033276"/>
                  <a:pt x="4367934" y="2010474"/>
                  <a:pt x="4193090" y="1993900"/>
                </a:cubicBezTo>
                <a:cubicBezTo>
                  <a:pt x="3983487" y="2029376"/>
                  <a:pt x="3728701" y="2057732"/>
                  <a:pt x="3480529" y="2125211"/>
                </a:cubicBezTo>
                <a:lnTo>
                  <a:pt x="3323124" y="2175377"/>
                </a:lnTo>
                <a:lnTo>
                  <a:pt x="3169267" y="2253258"/>
                </a:lnTo>
                <a:cubicBezTo>
                  <a:pt x="3051025" y="2319129"/>
                  <a:pt x="2930686" y="2398186"/>
                  <a:pt x="2807648" y="2491260"/>
                </a:cubicBezTo>
                <a:cubicBezTo>
                  <a:pt x="2770564" y="2554941"/>
                  <a:pt x="2701450" y="2577416"/>
                  <a:pt x="2658087" y="2627190"/>
                </a:cubicBezTo>
                <a:cubicBezTo>
                  <a:pt x="2632905" y="2607746"/>
                  <a:pt x="2614117" y="2587655"/>
                  <a:pt x="2598337" y="2567361"/>
                </a:cubicBezTo>
                <a:lnTo>
                  <a:pt x="2580219" y="2540834"/>
                </a:lnTo>
                <a:lnTo>
                  <a:pt x="2534335" y="2489658"/>
                </a:lnTo>
                <a:cubicBezTo>
                  <a:pt x="2501929" y="2453429"/>
                  <a:pt x="2475453" y="2423721"/>
                  <a:pt x="2446162" y="2391249"/>
                </a:cubicBezTo>
                <a:cubicBezTo>
                  <a:pt x="2478821" y="2347728"/>
                  <a:pt x="2503309" y="2330168"/>
                  <a:pt x="2527329" y="2314144"/>
                </a:cubicBezTo>
                <a:lnTo>
                  <a:pt x="2556975" y="2293161"/>
                </a:lnTo>
                <a:lnTo>
                  <a:pt x="2564239" y="2286993"/>
                </a:lnTo>
                <a:cubicBezTo>
                  <a:pt x="2577059" y="2275471"/>
                  <a:pt x="2590601" y="2262413"/>
                  <a:pt x="2605688" y="2246262"/>
                </a:cubicBezTo>
                <a:cubicBezTo>
                  <a:pt x="2863254" y="1926482"/>
                  <a:pt x="3161168" y="1774274"/>
                  <a:pt x="3509491" y="1711056"/>
                </a:cubicBezTo>
                <a:lnTo>
                  <a:pt x="3680797" y="1688855"/>
                </a:lnTo>
                <a:lnTo>
                  <a:pt x="3720628" y="1588237"/>
                </a:lnTo>
                <a:lnTo>
                  <a:pt x="3772562" y="1429972"/>
                </a:lnTo>
                <a:lnTo>
                  <a:pt x="3789304" y="1368625"/>
                </a:lnTo>
                <a:lnTo>
                  <a:pt x="3812099" y="1284448"/>
                </a:lnTo>
                <a:cubicBezTo>
                  <a:pt x="3834084" y="1206008"/>
                  <a:pt x="3849594" y="1155638"/>
                  <a:pt x="3866366" y="1096750"/>
                </a:cubicBezTo>
                <a:lnTo>
                  <a:pt x="3887792" y="1018169"/>
                </a:lnTo>
                <a:lnTo>
                  <a:pt x="3887978" y="1017016"/>
                </a:lnTo>
                <a:cubicBezTo>
                  <a:pt x="3894129" y="900716"/>
                  <a:pt x="3999929" y="686402"/>
                  <a:pt x="4019042" y="547623"/>
                </a:cubicBezTo>
                <a:lnTo>
                  <a:pt x="4027067" y="512261"/>
                </a:lnTo>
                <a:lnTo>
                  <a:pt x="4034169" y="468481"/>
                </a:lnTo>
                <a:cubicBezTo>
                  <a:pt x="4065956" y="324599"/>
                  <a:pt x="4156053" y="149463"/>
                  <a:pt x="4171950" y="0"/>
                </a:cubicBezTo>
                <a:cubicBezTo>
                  <a:pt x="4204517" y="116157"/>
                  <a:pt x="4237658" y="263293"/>
                  <a:pt x="4313936" y="508508"/>
                </a:cubicBezTo>
                <a:lnTo>
                  <a:pt x="4319816" y="528921"/>
                </a:lnTo>
                <a:lnTo>
                  <a:pt x="4348204" y="586816"/>
                </a:lnTo>
                <a:cubicBezTo>
                  <a:pt x="4371386" y="648580"/>
                  <a:pt x="4379425" y="718387"/>
                  <a:pt x="4387925" y="787266"/>
                </a:cubicBezTo>
                <a:lnTo>
                  <a:pt x="4400935" y="865567"/>
                </a:lnTo>
                <a:lnTo>
                  <a:pt x="4410526" y="891030"/>
                </a:lnTo>
                <a:cubicBezTo>
                  <a:pt x="4416998" y="905932"/>
                  <a:pt x="4424710" y="921663"/>
                  <a:pt x="4434078" y="938783"/>
                </a:cubicBezTo>
                <a:cubicBezTo>
                  <a:pt x="4452815" y="973024"/>
                  <a:pt x="4464585" y="1010695"/>
                  <a:pt x="4473233" y="1050442"/>
                </a:cubicBezTo>
                <a:lnTo>
                  <a:pt x="4475441" y="1063864"/>
                </a:lnTo>
                <a:lnTo>
                  <a:pt x="4493127" y="1098197"/>
                </a:lnTo>
                <a:cubicBezTo>
                  <a:pt x="4502038" y="1122313"/>
                  <a:pt x="4509520" y="1149854"/>
                  <a:pt x="4516297" y="1180377"/>
                </a:cubicBezTo>
                <a:lnTo>
                  <a:pt x="4554145" y="1395110"/>
                </a:lnTo>
                <a:lnTo>
                  <a:pt x="4570603" y="1427734"/>
                </a:lnTo>
                <a:cubicBezTo>
                  <a:pt x="4607393" y="1487788"/>
                  <a:pt x="4621710" y="1551856"/>
                  <a:pt x="4631091" y="1617935"/>
                </a:cubicBezTo>
                <a:lnTo>
                  <a:pt x="4641404" y="1700341"/>
                </a:lnTo>
                <a:lnTo>
                  <a:pt x="4697906" y="1707982"/>
                </a:lnTo>
                <a:cubicBezTo>
                  <a:pt x="4858389" y="1740958"/>
                  <a:pt x="5011320" y="1794497"/>
                  <a:pt x="5157418" y="1862946"/>
                </a:cubicBezTo>
                <a:lnTo>
                  <a:pt x="5231870" y="1902292"/>
                </a:lnTo>
                <a:lnTo>
                  <a:pt x="5393582" y="1961815"/>
                </a:lnTo>
                <a:cubicBezTo>
                  <a:pt x="5623979" y="2061943"/>
                  <a:pt x="5825721" y="2201992"/>
                  <a:pt x="5957710" y="2407329"/>
                </a:cubicBezTo>
                <a:cubicBezTo>
                  <a:pt x="5968423" y="2413890"/>
                  <a:pt x="5969678" y="2426106"/>
                  <a:pt x="5981566" y="2433577"/>
                </a:cubicBezTo>
                <a:close/>
                <a:moveTo>
                  <a:pt x="8343900" y="4171949"/>
                </a:moveTo>
                <a:cubicBezTo>
                  <a:pt x="8249953" y="4222598"/>
                  <a:pt x="8188159" y="4231835"/>
                  <a:pt x="8126963" y="4238810"/>
                </a:cubicBezTo>
                <a:lnTo>
                  <a:pt x="8103601" y="4242158"/>
                </a:lnTo>
                <a:lnTo>
                  <a:pt x="8003131" y="4263512"/>
                </a:lnTo>
                <a:cubicBezTo>
                  <a:pt x="7966440" y="4272240"/>
                  <a:pt x="7934988" y="4281445"/>
                  <a:pt x="7913624" y="4292091"/>
                </a:cubicBezTo>
                <a:cubicBezTo>
                  <a:pt x="7867850" y="4312889"/>
                  <a:pt x="7821022" y="4326135"/>
                  <a:pt x="7774874" y="4335725"/>
                </a:cubicBezTo>
                <a:lnTo>
                  <a:pt x="7753851" y="4339113"/>
                </a:lnTo>
                <a:lnTo>
                  <a:pt x="7723335" y="4346366"/>
                </a:lnTo>
                <a:cubicBezTo>
                  <a:pt x="7642153" y="4364734"/>
                  <a:pt x="7546168" y="4386854"/>
                  <a:pt x="7444232" y="4423155"/>
                </a:cubicBezTo>
                <a:lnTo>
                  <a:pt x="7423270" y="4429544"/>
                </a:lnTo>
                <a:lnTo>
                  <a:pt x="7383432" y="4455880"/>
                </a:lnTo>
                <a:cubicBezTo>
                  <a:pt x="7340630" y="4476924"/>
                  <a:pt x="7293046" y="4481227"/>
                  <a:pt x="7239790" y="4486028"/>
                </a:cubicBezTo>
                <a:lnTo>
                  <a:pt x="7210756" y="4488978"/>
                </a:lnTo>
                <a:lnTo>
                  <a:pt x="7154619" y="4502496"/>
                </a:lnTo>
                <a:lnTo>
                  <a:pt x="7033128" y="4531833"/>
                </a:lnTo>
                <a:lnTo>
                  <a:pt x="6994398" y="4548758"/>
                </a:lnTo>
                <a:cubicBezTo>
                  <a:pt x="6889446" y="4603928"/>
                  <a:pt x="6792745" y="4623203"/>
                  <a:pt x="6682085" y="4644917"/>
                </a:cubicBezTo>
                <a:lnTo>
                  <a:pt x="6630532" y="4655547"/>
                </a:lnTo>
                <a:lnTo>
                  <a:pt x="6594044" y="4795756"/>
                </a:lnTo>
                <a:cubicBezTo>
                  <a:pt x="6574095" y="4859443"/>
                  <a:pt x="6551319" y="4921522"/>
                  <a:pt x="6526035" y="4982261"/>
                </a:cubicBezTo>
                <a:lnTo>
                  <a:pt x="6523940" y="4986615"/>
                </a:lnTo>
                <a:lnTo>
                  <a:pt x="6493463" y="5094093"/>
                </a:lnTo>
                <a:cubicBezTo>
                  <a:pt x="6345745" y="5542950"/>
                  <a:pt x="6123377" y="5882840"/>
                  <a:pt x="5780491" y="6097637"/>
                </a:cubicBezTo>
                <a:cubicBezTo>
                  <a:pt x="5779534" y="6098863"/>
                  <a:pt x="5777801" y="6099121"/>
                  <a:pt x="5777375" y="6099966"/>
                </a:cubicBezTo>
                <a:cubicBezTo>
                  <a:pt x="5707473" y="6054124"/>
                  <a:pt x="5688366" y="5991676"/>
                  <a:pt x="5633955" y="5927401"/>
                </a:cubicBezTo>
                <a:lnTo>
                  <a:pt x="5604490" y="5896320"/>
                </a:lnTo>
                <a:lnTo>
                  <a:pt x="5564588" y="5863065"/>
                </a:lnTo>
                <a:cubicBezTo>
                  <a:pt x="5570713" y="5857099"/>
                  <a:pt x="5574370" y="5856502"/>
                  <a:pt x="5578532" y="5852638"/>
                </a:cubicBezTo>
                <a:cubicBezTo>
                  <a:pt x="5861667" y="5587671"/>
                  <a:pt x="6141225" y="5211337"/>
                  <a:pt x="6281845" y="4712303"/>
                </a:cubicBezTo>
                <a:lnTo>
                  <a:pt x="6322582" y="4530162"/>
                </a:lnTo>
                <a:lnTo>
                  <a:pt x="6347086" y="4396020"/>
                </a:lnTo>
                <a:cubicBezTo>
                  <a:pt x="6358114" y="4319446"/>
                  <a:pt x="6366051" y="4244392"/>
                  <a:pt x="6371140" y="4171949"/>
                </a:cubicBezTo>
                <a:cubicBezTo>
                  <a:pt x="6320145" y="3918552"/>
                  <a:pt x="6296729" y="3673035"/>
                  <a:pt x="6244762" y="3464109"/>
                </a:cubicBezTo>
                <a:lnTo>
                  <a:pt x="6211873" y="3350837"/>
                </a:lnTo>
                <a:lnTo>
                  <a:pt x="6168434" y="3251005"/>
                </a:lnTo>
                <a:cubicBezTo>
                  <a:pt x="6149247" y="3210430"/>
                  <a:pt x="6129128" y="3171221"/>
                  <a:pt x="6108261" y="3133761"/>
                </a:cubicBezTo>
                <a:cubicBezTo>
                  <a:pt x="6058208" y="3079435"/>
                  <a:pt x="6055968" y="3037659"/>
                  <a:pt x="6009748" y="2971604"/>
                </a:cubicBezTo>
                <a:cubicBezTo>
                  <a:pt x="6097377" y="2853495"/>
                  <a:pt x="6159033" y="2839980"/>
                  <a:pt x="6248111" y="2757503"/>
                </a:cubicBezTo>
                <a:cubicBezTo>
                  <a:pt x="6254231" y="2764828"/>
                  <a:pt x="6259195" y="2772947"/>
                  <a:pt x="6262439" y="2776664"/>
                </a:cubicBezTo>
                <a:cubicBezTo>
                  <a:pt x="6414343" y="2973581"/>
                  <a:pt x="6582156" y="3253603"/>
                  <a:pt x="6658752" y="3593042"/>
                </a:cubicBezTo>
                <a:lnTo>
                  <a:pt x="6678545" y="3707443"/>
                </a:lnTo>
                <a:lnTo>
                  <a:pt x="6702225" y="3715341"/>
                </a:lnTo>
                <a:cubicBezTo>
                  <a:pt x="6730727" y="3724429"/>
                  <a:pt x="6761891" y="3733729"/>
                  <a:pt x="6797905" y="3743204"/>
                </a:cubicBezTo>
                <a:lnTo>
                  <a:pt x="6850687" y="3755989"/>
                </a:lnTo>
                <a:lnTo>
                  <a:pt x="6857492" y="3756913"/>
                </a:lnTo>
                <a:cubicBezTo>
                  <a:pt x="6972133" y="3766585"/>
                  <a:pt x="7050760" y="3795640"/>
                  <a:pt x="7124976" y="3825498"/>
                </a:cubicBezTo>
                <a:lnTo>
                  <a:pt x="7161717" y="3839630"/>
                </a:lnTo>
                <a:lnTo>
                  <a:pt x="7237365" y="3863253"/>
                </a:lnTo>
                <a:cubicBezTo>
                  <a:pt x="7270855" y="3873389"/>
                  <a:pt x="7305952" y="3883380"/>
                  <a:pt x="7346442" y="3893438"/>
                </a:cubicBezTo>
                <a:lnTo>
                  <a:pt x="7356648" y="3896701"/>
                </a:lnTo>
                <a:lnTo>
                  <a:pt x="7366000" y="3898899"/>
                </a:lnTo>
                <a:cubicBezTo>
                  <a:pt x="7511502" y="3918224"/>
                  <a:pt x="7664021" y="3979160"/>
                  <a:pt x="7776761" y="4015372"/>
                </a:cubicBezTo>
                <a:lnTo>
                  <a:pt x="7789230" y="4019086"/>
                </a:lnTo>
                <a:lnTo>
                  <a:pt x="7796276" y="4019041"/>
                </a:lnTo>
                <a:cubicBezTo>
                  <a:pt x="7923656" y="4004911"/>
                  <a:pt x="8114133" y="4132269"/>
                  <a:pt x="8343900" y="417194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0752D76C-F0C1-4DCC-B1FE-97EA28D5BB9E}"/>
              </a:ext>
            </a:extLst>
          </p:cNvPr>
          <p:cNvGrpSpPr/>
          <p:nvPr/>
        </p:nvGrpSpPr>
        <p:grpSpPr>
          <a:xfrm rot="19828201">
            <a:off x="1837919" y="1739110"/>
            <a:ext cx="1415325" cy="1489211"/>
            <a:chOff x="5193909" y="2479815"/>
            <a:chExt cx="1804182" cy="1898368"/>
          </a:xfrm>
        </p:grpSpPr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5E2512DE-D644-4CD0-9BC0-FD19CE5EF457}"/>
                </a:ext>
              </a:extLst>
            </p:cNvPr>
            <p:cNvSpPr/>
            <p:nvPr/>
          </p:nvSpPr>
          <p:spPr>
            <a:xfrm>
              <a:off x="5617456" y="3093772"/>
              <a:ext cx="1188315" cy="11883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0281A883-234E-417F-88BD-507B39C69C75}"/>
                </a:ext>
              </a:extLst>
            </p:cNvPr>
            <p:cNvSpPr/>
            <p:nvPr/>
          </p:nvSpPr>
          <p:spPr>
            <a:xfrm rot="18916223">
              <a:off x="5193909" y="2479815"/>
              <a:ext cx="1804182" cy="1898368"/>
            </a:xfrm>
            <a:custGeom>
              <a:avLst/>
              <a:gdLst>
                <a:gd name="connsiteX0" fmla="*/ 2869038 w 4877140"/>
                <a:gd name="connsiteY0" fmla="*/ 3080405 h 5131748"/>
                <a:gd name="connsiteX1" fmla="*/ 2873804 w 4877140"/>
                <a:gd name="connsiteY1" fmla="*/ 4090238 h 5131748"/>
                <a:gd name="connsiteX2" fmla="*/ 1863970 w 4877140"/>
                <a:gd name="connsiteY2" fmla="*/ 4095004 h 5131748"/>
                <a:gd name="connsiteX3" fmla="*/ 1859205 w 4877140"/>
                <a:gd name="connsiteY3" fmla="*/ 3085170 h 5131748"/>
                <a:gd name="connsiteX4" fmla="*/ 2869038 w 4877140"/>
                <a:gd name="connsiteY4" fmla="*/ 3080405 h 5131748"/>
                <a:gd name="connsiteX5" fmla="*/ 3186981 w 4877140"/>
                <a:gd name="connsiteY5" fmla="*/ 2499237 h 5131748"/>
                <a:gd name="connsiteX6" fmla="*/ 1379362 w 4877140"/>
                <a:gd name="connsiteY6" fmla="*/ 2507767 h 5131748"/>
                <a:gd name="connsiteX7" fmla="*/ 1387893 w 4877140"/>
                <a:gd name="connsiteY7" fmla="*/ 4315386 h 5131748"/>
                <a:gd name="connsiteX8" fmla="*/ 3195512 w 4877140"/>
                <a:gd name="connsiteY8" fmla="*/ 4306856 h 5131748"/>
                <a:gd name="connsiteX9" fmla="*/ 3186981 w 4877140"/>
                <a:gd name="connsiteY9" fmla="*/ 2499237 h 5131748"/>
                <a:gd name="connsiteX10" fmla="*/ 4151814 w 4877140"/>
                <a:gd name="connsiteY10" fmla="*/ 776412 h 5131748"/>
                <a:gd name="connsiteX11" fmla="*/ 4014279 w 4877140"/>
                <a:gd name="connsiteY11" fmla="*/ 1547372 h 5131748"/>
                <a:gd name="connsiteX12" fmla="*/ 4031405 w 4877140"/>
                <a:gd name="connsiteY12" fmla="*/ 1570438 h 5131748"/>
                <a:gd name="connsiteX13" fmla="*/ 4877140 w 4877140"/>
                <a:gd name="connsiteY13" fmla="*/ 1519677 h 5131748"/>
                <a:gd name="connsiteX14" fmla="*/ 4337623 w 4877140"/>
                <a:gd name="connsiteY14" fmla="*/ 2143916 h 5131748"/>
                <a:gd name="connsiteX15" fmla="*/ 4375309 w 4877140"/>
                <a:gd name="connsiteY15" fmla="*/ 2250050 h 5131748"/>
                <a:gd name="connsiteX16" fmla="*/ 3823166 w 4877140"/>
                <a:gd name="connsiteY16" fmla="*/ 4469597 h 5131748"/>
                <a:gd name="connsiteX17" fmla="*/ 662151 w 4877140"/>
                <a:gd name="connsiteY17" fmla="*/ 4484514 h 5131748"/>
                <a:gd name="connsiteX18" fmla="*/ 647234 w 4877140"/>
                <a:gd name="connsiteY18" fmla="*/ 1323499 h 5131748"/>
                <a:gd name="connsiteX19" fmla="*/ 2224652 w 4877140"/>
                <a:gd name="connsiteY19" fmla="*/ 661373 h 5131748"/>
                <a:gd name="connsiteX20" fmla="*/ 2397608 w 4877140"/>
                <a:gd name="connsiteY20" fmla="*/ 668813 h 5131748"/>
                <a:gd name="connsiteX21" fmla="*/ 2679638 w 4877140"/>
                <a:gd name="connsiteY21" fmla="*/ 0 h 5131748"/>
                <a:gd name="connsiteX22" fmla="*/ 3018964 w 4877140"/>
                <a:gd name="connsiteY22" fmla="*/ 804687 h 5131748"/>
                <a:gd name="connsiteX23" fmla="*/ 3062948 w 4877140"/>
                <a:gd name="connsiteY23" fmla="*/ 819839 h 5131748"/>
                <a:gd name="connsiteX24" fmla="*/ 3559736 w 4877140"/>
                <a:gd name="connsiteY24" fmla="*/ 237953 h 5131748"/>
                <a:gd name="connsiteX25" fmla="*/ 3640907 w 4877140"/>
                <a:gd name="connsiteY25" fmla="*/ 1123053 h 513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877140" h="5131748">
                  <a:moveTo>
                    <a:pt x="2869038" y="3080405"/>
                  </a:moveTo>
                  <a:cubicBezTo>
                    <a:pt x="3149212" y="3357947"/>
                    <a:pt x="3151346" y="3810065"/>
                    <a:pt x="2873804" y="4090238"/>
                  </a:cubicBezTo>
                  <a:cubicBezTo>
                    <a:pt x="2596262" y="4370412"/>
                    <a:pt x="2144144" y="4372546"/>
                    <a:pt x="1863970" y="4095004"/>
                  </a:cubicBezTo>
                  <a:cubicBezTo>
                    <a:pt x="1583797" y="3817462"/>
                    <a:pt x="1581663" y="3365344"/>
                    <a:pt x="1859205" y="3085170"/>
                  </a:cubicBezTo>
                  <a:cubicBezTo>
                    <a:pt x="2136747" y="2804997"/>
                    <a:pt x="2588864" y="2802863"/>
                    <a:pt x="2869038" y="3080405"/>
                  </a:cubicBezTo>
                  <a:close/>
                  <a:moveTo>
                    <a:pt x="3186981" y="2499237"/>
                  </a:moveTo>
                  <a:cubicBezTo>
                    <a:pt x="2685466" y="2002432"/>
                    <a:pt x="1876167" y="2006251"/>
                    <a:pt x="1379362" y="2507767"/>
                  </a:cubicBezTo>
                  <a:cubicBezTo>
                    <a:pt x="882558" y="3009283"/>
                    <a:pt x="886377" y="3818582"/>
                    <a:pt x="1387893" y="4315386"/>
                  </a:cubicBezTo>
                  <a:cubicBezTo>
                    <a:pt x="1889408" y="4812191"/>
                    <a:pt x="2698707" y="4808372"/>
                    <a:pt x="3195512" y="4306856"/>
                  </a:cubicBezTo>
                  <a:cubicBezTo>
                    <a:pt x="3692316" y="3805340"/>
                    <a:pt x="3688497" y="2996041"/>
                    <a:pt x="3186981" y="2499237"/>
                  </a:cubicBezTo>
                  <a:close/>
                  <a:moveTo>
                    <a:pt x="4151814" y="776412"/>
                  </a:moveTo>
                  <a:lnTo>
                    <a:pt x="4014279" y="1547372"/>
                  </a:lnTo>
                  <a:lnTo>
                    <a:pt x="4031405" y="1570438"/>
                  </a:lnTo>
                  <a:lnTo>
                    <a:pt x="4877140" y="1519677"/>
                  </a:lnTo>
                  <a:lnTo>
                    <a:pt x="4337623" y="2143916"/>
                  </a:lnTo>
                  <a:lnTo>
                    <a:pt x="4375309" y="2250050"/>
                  </a:lnTo>
                  <a:cubicBezTo>
                    <a:pt x="4603939" y="3009314"/>
                    <a:pt x="4420446" y="3866653"/>
                    <a:pt x="3823166" y="4469597"/>
                  </a:cubicBezTo>
                  <a:cubicBezTo>
                    <a:pt x="2954395" y="5346607"/>
                    <a:pt x="1539160" y="5353285"/>
                    <a:pt x="662151" y="4484514"/>
                  </a:cubicBezTo>
                  <a:cubicBezTo>
                    <a:pt x="-214859" y="3615743"/>
                    <a:pt x="-221537" y="2200509"/>
                    <a:pt x="647234" y="1323499"/>
                  </a:cubicBezTo>
                  <a:cubicBezTo>
                    <a:pt x="1081619" y="884994"/>
                    <a:pt x="1652621" y="664073"/>
                    <a:pt x="2224652" y="661373"/>
                  </a:cubicBezTo>
                  <a:lnTo>
                    <a:pt x="2397608" y="668813"/>
                  </a:lnTo>
                  <a:lnTo>
                    <a:pt x="2679638" y="0"/>
                  </a:lnTo>
                  <a:lnTo>
                    <a:pt x="3018964" y="804687"/>
                  </a:lnTo>
                  <a:lnTo>
                    <a:pt x="3062948" y="819839"/>
                  </a:lnTo>
                  <a:lnTo>
                    <a:pt x="3559736" y="237953"/>
                  </a:lnTo>
                  <a:lnTo>
                    <a:pt x="3640907" y="1123053"/>
                  </a:lnTo>
                  <a:close/>
                </a:path>
              </a:pathLst>
            </a:custGeom>
            <a:ln w="7620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5" name="Rectángulo: esquinas redondeadas 4">
            <a:hlinkClick r:id="rId2" action="ppaction://hlinksldjump">
              <a:snd r:embed="rId3" name="click.wav"/>
            </a:hlinkClick>
            <a:extLst>
              <a:ext uri="{FF2B5EF4-FFF2-40B4-BE49-F238E27FC236}">
                <a16:creationId xmlns:a16="http://schemas.microsoft.com/office/drawing/2014/main" id="{7AE64BE3-8B88-4FB1-9DD0-DE57DA14D488}"/>
              </a:ext>
            </a:extLst>
          </p:cNvPr>
          <p:cNvSpPr/>
          <p:nvPr/>
        </p:nvSpPr>
        <p:spPr>
          <a:xfrm>
            <a:off x="9606257" y="4858935"/>
            <a:ext cx="1651000" cy="825500"/>
          </a:xfrm>
          <a:prstGeom prst="round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4000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</a:rPr>
              <a:t>Play</a:t>
            </a:r>
            <a:endParaRPr lang="es-US" sz="4000" dirty="0">
              <a:solidFill>
                <a:schemeClr val="bg2">
                  <a:lumMod val="9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Rectángulo: esquinas redondeadas 15">
            <a:hlinkClick r:id="rId4" action="ppaction://hlinksldjump">
              <a:snd r:embed="rId3" name="click.wav"/>
            </a:hlinkClick>
            <a:extLst>
              <a:ext uri="{FF2B5EF4-FFF2-40B4-BE49-F238E27FC236}">
                <a16:creationId xmlns:a16="http://schemas.microsoft.com/office/drawing/2014/main" id="{668A007A-BF82-4E30-AC07-75C122260C31}"/>
              </a:ext>
            </a:extLst>
          </p:cNvPr>
          <p:cNvSpPr/>
          <p:nvPr/>
        </p:nvSpPr>
        <p:spPr>
          <a:xfrm>
            <a:off x="4876584" y="4858935"/>
            <a:ext cx="2124080" cy="825500"/>
          </a:xfrm>
          <a:prstGeom prst="round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4000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</a:rPr>
              <a:t>Volver</a:t>
            </a:r>
            <a:endParaRPr lang="es-US" sz="4000" dirty="0">
              <a:solidFill>
                <a:schemeClr val="bg2">
                  <a:lumMod val="9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375A4486-15E6-42E1-9195-6606659B0E1A}"/>
              </a:ext>
            </a:extLst>
          </p:cNvPr>
          <p:cNvSpPr/>
          <p:nvPr/>
        </p:nvSpPr>
        <p:spPr>
          <a:xfrm>
            <a:off x="5598934" y="1975715"/>
            <a:ext cx="5159342" cy="1679288"/>
          </a:xfrm>
          <a:custGeom>
            <a:avLst/>
            <a:gdLst>
              <a:gd name="connsiteX0" fmla="*/ 4326012 w 5159342"/>
              <a:gd name="connsiteY0" fmla="*/ 160 h 1679288"/>
              <a:gd name="connsiteX1" fmla="*/ 4865676 w 5159342"/>
              <a:gd name="connsiteY1" fmla="*/ 14354 h 1679288"/>
              <a:gd name="connsiteX2" fmla="*/ 5005632 w 5159342"/>
              <a:gd name="connsiteY2" fmla="*/ 147481 h 1679288"/>
              <a:gd name="connsiteX3" fmla="*/ 5015066 w 5159342"/>
              <a:gd name="connsiteY3" fmla="*/ 157587 h 1679288"/>
              <a:gd name="connsiteX4" fmla="*/ 5022746 w 5159342"/>
              <a:gd name="connsiteY4" fmla="*/ 165283 h 1679288"/>
              <a:gd name="connsiteX5" fmla="*/ 5138821 w 5159342"/>
              <a:gd name="connsiteY5" fmla="*/ 287499 h 1679288"/>
              <a:gd name="connsiteX6" fmla="*/ 5138821 w 5159342"/>
              <a:gd name="connsiteY6" fmla="*/ 997659 h 1679288"/>
              <a:gd name="connsiteX7" fmla="*/ 5135878 w 5159342"/>
              <a:gd name="connsiteY7" fmla="*/ 1047230 h 1679288"/>
              <a:gd name="connsiteX8" fmla="*/ 5135722 w 5159342"/>
              <a:gd name="connsiteY8" fmla="*/ 1097342 h 1679288"/>
              <a:gd name="connsiteX9" fmla="*/ 5138821 w 5159342"/>
              <a:gd name="connsiteY9" fmla="*/ 1653191 h 1679288"/>
              <a:gd name="connsiteX10" fmla="*/ 4658458 w 5159342"/>
              <a:gd name="connsiteY10" fmla="*/ 1654859 h 1679288"/>
              <a:gd name="connsiteX11" fmla="*/ 4581256 w 5159342"/>
              <a:gd name="connsiteY11" fmla="*/ 1654252 h 1679288"/>
              <a:gd name="connsiteX12" fmla="*/ 4540234 w 5159342"/>
              <a:gd name="connsiteY12" fmla="*/ 1654870 h 1679288"/>
              <a:gd name="connsiteX13" fmla="*/ 4113011 w 5159342"/>
              <a:gd name="connsiteY13" fmla="*/ 1653191 h 1679288"/>
              <a:gd name="connsiteX14" fmla="*/ 3787282 w 5159342"/>
              <a:gd name="connsiteY14" fmla="*/ 1657669 h 1679288"/>
              <a:gd name="connsiteX15" fmla="*/ 3767464 w 5159342"/>
              <a:gd name="connsiteY15" fmla="*/ 1658018 h 1679288"/>
              <a:gd name="connsiteX16" fmla="*/ 3722176 w 5159342"/>
              <a:gd name="connsiteY16" fmla="*/ 1660472 h 1679288"/>
              <a:gd name="connsiteX17" fmla="*/ 3697292 w 5159342"/>
              <a:gd name="connsiteY17" fmla="*/ 1659255 h 1679288"/>
              <a:gd name="connsiteX18" fmla="*/ 3620786 w 5159342"/>
              <a:gd name="connsiteY18" fmla="*/ 1660604 h 1679288"/>
              <a:gd name="connsiteX19" fmla="*/ 3471880 w 5159342"/>
              <a:gd name="connsiteY19" fmla="*/ 1653191 h 1679288"/>
              <a:gd name="connsiteX20" fmla="*/ 3420954 w 5159342"/>
              <a:gd name="connsiteY20" fmla="*/ 1650853 h 1679288"/>
              <a:gd name="connsiteX21" fmla="*/ 3369299 w 5159342"/>
              <a:gd name="connsiteY21" fmla="*/ 1653191 h 1679288"/>
              <a:gd name="connsiteX22" fmla="*/ 2779459 w 5159342"/>
              <a:gd name="connsiteY22" fmla="*/ 1653191 h 1679288"/>
              <a:gd name="connsiteX23" fmla="*/ 2644269 w 5159342"/>
              <a:gd name="connsiteY23" fmla="*/ 1649547 h 1679288"/>
              <a:gd name="connsiteX24" fmla="*/ 2514692 w 5159342"/>
              <a:gd name="connsiteY24" fmla="*/ 1653880 h 1679288"/>
              <a:gd name="connsiteX25" fmla="*/ 2458213 w 5159342"/>
              <a:gd name="connsiteY25" fmla="*/ 1656353 h 1679288"/>
              <a:gd name="connsiteX26" fmla="*/ 2442696 w 5159342"/>
              <a:gd name="connsiteY26" fmla="*/ 1655925 h 1679288"/>
              <a:gd name="connsiteX27" fmla="*/ 2321188 w 5159342"/>
              <a:gd name="connsiteY27" fmla="*/ 1659072 h 1679288"/>
              <a:gd name="connsiteX28" fmla="*/ 2138328 w 5159342"/>
              <a:gd name="connsiteY28" fmla="*/ 1653191 h 1679288"/>
              <a:gd name="connsiteX29" fmla="*/ 1938761 w 5159342"/>
              <a:gd name="connsiteY29" fmla="*/ 1643667 h 1679288"/>
              <a:gd name="connsiteX30" fmla="*/ 1908864 w 5159342"/>
              <a:gd name="connsiteY30" fmla="*/ 1643423 h 1679288"/>
              <a:gd name="connsiteX31" fmla="*/ 1753649 w 5159342"/>
              <a:gd name="connsiteY31" fmla="*/ 1653191 h 1679288"/>
              <a:gd name="connsiteX32" fmla="*/ 1485334 w 5159342"/>
              <a:gd name="connsiteY32" fmla="*/ 1654006 h 1679288"/>
              <a:gd name="connsiteX33" fmla="*/ 1437109 w 5159342"/>
              <a:gd name="connsiteY33" fmla="*/ 1651116 h 1679288"/>
              <a:gd name="connsiteX34" fmla="*/ 1394616 w 5159342"/>
              <a:gd name="connsiteY34" fmla="*/ 1653191 h 1679288"/>
              <a:gd name="connsiteX35" fmla="*/ 1267734 w 5159342"/>
              <a:gd name="connsiteY35" fmla="*/ 1656653 h 1679288"/>
              <a:gd name="connsiteX36" fmla="*/ 1277086 w 5159342"/>
              <a:gd name="connsiteY36" fmla="*/ 1611166 h 1679288"/>
              <a:gd name="connsiteX37" fmla="*/ 1319438 w 5159342"/>
              <a:gd name="connsiteY37" fmla="*/ 1602390 h 1679288"/>
              <a:gd name="connsiteX38" fmla="*/ 1365551 w 5159342"/>
              <a:gd name="connsiteY38" fmla="*/ 1590020 h 1679288"/>
              <a:gd name="connsiteX39" fmla="*/ 1413245 w 5159342"/>
              <a:gd name="connsiteY39" fmla="*/ 1567492 h 1679288"/>
              <a:gd name="connsiteX40" fmla="*/ 1431881 w 5159342"/>
              <a:gd name="connsiteY40" fmla="*/ 1562218 h 1679288"/>
              <a:gd name="connsiteX41" fmla="*/ 1641984 w 5159342"/>
              <a:gd name="connsiteY41" fmla="*/ 1503553 h 1679288"/>
              <a:gd name="connsiteX42" fmla="*/ 1646753 w 5159342"/>
              <a:gd name="connsiteY42" fmla="*/ 1501791 h 1679288"/>
              <a:gd name="connsiteX43" fmla="*/ 1669390 w 5159342"/>
              <a:gd name="connsiteY43" fmla="*/ 1494770 h 1679288"/>
              <a:gd name="connsiteX44" fmla="*/ 1870357 w 5159342"/>
              <a:gd name="connsiteY44" fmla="*/ 1439786 h 1679288"/>
              <a:gd name="connsiteX45" fmla="*/ 1902663 w 5159342"/>
              <a:gd name="connsiteY45" fmla="*/ 1425835 h 1679288"/>
              <a:gd name="connsiteX46" fmla="*/ 1928717 w 5159342"/>
              <a:gd name="connsiteY46" fmla="*/ 1417696 h 1679288"/>
              <a:gd name="connsiteX47" fmla="*/ 1935356 w 5159342"/>
              <a:gd name="connsiteY47" fmla="*/ 1416044 h 1679288"/>
              <a:gd name="connsiteX48" fmla="*/ 1984245 w 5159342"/>
              <a:gd name="connsiteY48" fmla="*/ 1406913 h 1679288"/>
              <a:gd name="connsiteX49" fmla="*/ 2080460 w 5159342"/>
              <a:gd name="connsiteY49" fmla="*/ 1381121 h 1679288"/>
              <a:gd name="connsiteX50" fmla="*/ 1842952 w 5159342"/>
              <a:gd name="connsiteY50" fmla="*/ 1314804 h 1679288"/>
              <a:gd name="connsiteX51" fmla="*/ 1834098 w 5159342"/>
              <a:gd name="connsiteY51" fmla="*/ 1313756 h 1679288"/>
              <a:gd name="connsiteX52" fmla="*/ 1825673 w 5159342"/>
              <a:gd name="connsiteY52" fmla="*/ 1310400 h 1679288"/>
              <a:gd name="connsiteX53" fmla="*/ 1806413 w 5159342"/>
              <a:gd name="connsiteY53" fmla="*/ 1304601 h 1679288"/>
              <a:gd name="connsiteX54" fmla="*/ 1765041 w 5159342"/>
              <a:gd name="connsiteY54" fmla="*/ 1293470 h 1679288"/>
              <a:gd name="connsiteX55" fmla="*/ 1754377 w 5159342"/>
              <a:gd name="connsiteY55" fmla="*/ 1290168 h 1679288"/>
              <a:gd name="connsiteX56" fmla="*/ 1741001 w 5159342"/>
              <a:gd name="connsiteY56" fmla="*/ 1283693 h 1679288"/>
              <a:gd name="connsiteX57" fmla="*/ 1670135 w 5159342"/>
              <a:gd name="connsiteY57" fmla="*/ 1258675 h 1679288"/>
              <a:gd name="connsiteX58" fmla="*/ 1641353 w 5159342"/>
              <a:gd name="connsiteY58" fmla="*/ 1256717 h 1679288"/>
              <a:gd name="connsiteX59" fmla="*/ 1587174 w 5159342"/>
              <a:gd name="connsiteY59" fmla="*/ 1243385 h 1679288"/>
              <a:gd name="connsiteX60" fmla="*/ 1386206 w 5159342"/>
              <a:gd name="connsiteY60" fmla="*/ 1187271 h 1679288"/>
              <a:gd name="connsiteX61" fmla="*/ 1333317 w 5159342"/>
              <a:gd name="connsiteY61" fmla="*/ 1175831 h 1679288"/>
              <a:gd name="connsiteX62" fmla="*/ 1293947 w 5159342"/>
              <a:gd name="connsiteY62" fmla="*/ 1158951 h 1679288"/>
              <a:gd name="connsiteX63" fmla="*/ 1282764 w 5159342"/>
              <a:gd name="connsiteY63" fmla="*/ 1154655 h 1679288"/>
              <a:gd name="connsiteX64" fmla="*/ 1269538 w 5159342"/>
              <a:gd name="connsiteY64" fmla="*/ 1092235 h 1679288"/>
              <a:gd name="connsiteX65" fmla="*/ 1242895 w 5159342"/>
              <a:gd name="connsiteY65" fmla="*/ 1006240 h 1679288"/>
              <a:gd name="connsiteX66" fmla="*/ 1224109 w 5159342"/>
              <a:gd name="connsiteY66" fmla="*/ 958147 h 1679288"/>
              <a:gd name="connsiteX67" fmla="*/ 1217961 w 5159342"/>
              <a:gd name="connsiteY67" fmla="*/ 938601 h 1679288"/>
              <a:gd name="connsiteX68" fmla="*/ 1156786 w 5159342"/>
              <a:gd name="connsiteY68" fmla="*/ 815657 h 1679288"/>
              <a:gd name="connsiteX69" fmla="*/ 1151220 w 5159342"/>
              <a:gd name="connsiteY69" fmla="*/ 805864 h 1679288"/>
              <a:gd name="connsiteX70" fmla="*/ 1150703 w 5159342"/>
              <a:gd name="connsiteY70" fmla="*/ 805056 h 1679288"/>
              <a:gd name="connsiteX71" fmla="*/ 1150169 w 5159342"/>
              <a:gd name="connsiteY71" fmla="*/ 804126 h 1679288"/>
              <a:gd name="connsiteX72" fmla="*/ 1143818 w 5159342"/>
              <a:gd name="connsiteY72" fmla="*/ 794311 h 1679288"/>
              <a:gd name="connsiteX73" fmla="*/ 1122513 w 5159342"/>
              <a:gd name="connsiteY73" fmla="*/ 818224 h 1679288"/>
              <a:gd name="connsiteX74" fmla="*/ 1097549 w 5159342"/>
              <a:gd name="connsiteY74" fmla="*/ 838986 h 1679288"/>
              <a:gd name="connsiteX75" fmla="*/ 1094202 w 5159342"/>
              <a:gd name="connsiteY75" fmla="*/ 841584 h 1679288"/>
              <a:gd name="connsiteX76" fmla="*/ 1030910 w 5159342"/>
              <a:gd name="connsiteY76" fmla="*/ 895726 h 1679288"/>
              <a:gd name="connsiteX77" fmla="*/ 1043328 w 5159342"/>
              <a:gd name="connsiteY77" fmla="*/ 915049 h 1679288"/>
              <a:gd name="connsiteX78" fmla="*/ 1045839 w 5159342"/>
              <a:gd name="connsiteY78" fmla="*/ 921073 h 1679288"/>
              <a:gd name="connsiteX79" fmla="*/ 1049701 w 5159342"/>
              <a:gd name="connsiteY79" fmla="*/ 930660 h 1679288"/>
              <a:gd name="connsiteX80" fmla="*/ 1053022 w 5159342"/>
              <a:gd name="connsiteY80" fmla="*/ 939502 h 1679288"/>
              <a:gd name="connsiteX81" fmla="*/ 1057845 w 5159342"/>
              <a:gd name="connsiteY81" fmla="*/ 952838 h 1679288"/>
              <a:gd name="connsiteX82" fmla="*/ 1069228 w 5159342"/>
              <a:gd name="connsiteY82" fmla="*/ 975269 h 1679288"/>
              <a:gd name="connsiteX83" fmla="*/ 1123726 w 5159342"/>
              <a:gd name="connsiteY83" fmla="*/ 1150161 h 1679288"/>
              <a:gd name="connsiteX84" fmla="*/ 1131286 w 5159342"/>
              <a:gd name="connsiteY84" fmla="*/ 1201829 h 1679288"/>
              <a:gd name="connsiteX85" fmla="*/ 1138014 w 5159342"/>
              <a:gd name="connsiteY85" fmla="*/ 1259461 h 1679288"/>
              <a:gd name="connsiteX86" fmla="*/ 1149173 w 5159342"/>
              <a:gd name="connsiteY86" fmla="*/ 1371247 h 1679288"/>
              <a:gd name="connsiteX87" fmla="*/ 1121208 w 5159342"/>
              <a:gd name="connsiteY87" fmla="*/ 1534577 h 1679288"/>
              <a:gd name="connsiteX88" fmla="*/ 1082027 w 5159342"/>
              <a:gd name="connsiteY88" fmla="*/ 1666893 h 1679288"/>
              <a:gd name="connsiteX89" fmla="*/ 1035917 w 5159342"/>
              <a:gd name="connsiteY89" fmla="*/ 1669759 h 1679288"/>
              <a:gd name="connsiteX90" fmla="*/ 409646 w 5159342"/>
              <a:gd name="connsiteY90" fmla="*/ 1675937 h 1679288"/>
              <a:gd name="connsiteX91" fmla="*/ 276593 w 5159342"/>
              <a:gd name="connsiteY91" fmla="*/ 1668369 h 1679288"/>
              <a:gd name="connsiteX92" fmla="*/ 241465 w 5159342"/>
              <a:gd name="connsiteY92" fmla="*/ 1668855 h 1679288"/>
              <a:gd name="connsiteX93" fmla="*/ 9773 w 5159342"/>
              <a:gd name="connsiteY93" fmla="*/ 1653191 h 1679288"/>
              <a:gd name="connsiteX94" fmla="*/ 5567 w 5159342"/>
              <a:gd name="connsiteY94" fmla="*/ 1314135 h 1679288"/>
              <a:gd name="connsiteX95" fmla="*/ 8804 w 5159342"/>
              <a:gd name="connsiteY95" fmla="*/ 1238509 h 1679288"/>
              <a:gd name="connsiteX96" fmla="*/ 9930 w 5159342"/>
              <a:gd name="connsiteY96" fmla="*/ 1103430 h 1679288"/>
              <a:gd name="connsiteX97" fmla="*/ 9803 w 5159342"/>
              <a:gd name="connsiteY97" fmla="*/ 984531 h 1679288"/>
              <a:gd name="connsiteX98" fmla="*/ 9773 w 5159342"/>
              <a:gd name="connsiteY98" fmla="*/ 984002 h 1679288"/>
              <a:gd name="connsiteX99" fmla="*/ 5795 w 5159342"/>
              <a:gd name="connsiteY99" fmla="*/ 731086 h 1679288"/>
              <a:gd name="connsiteX100" fmla="*/ 6527 w 5159342"/>
              <a:gd name="connsiteY100" fmla="*/ 705227 h 1679288"/>
              <a:gd name="connsiteX101" fmla="*/ 5958 w 5159342"/>
              <a:gd name="connsiteY101" fmla="*/ 655796 h 1679288"/>
              <a:gd name="connsiteX102" fmla="*/ 7374 w 5159342"/>
              <a:gd name="connsiteY102" fmla="*/ 388997 h 1679288"/>
              <a:gd name="connsiteX103" fmla="*/ 7705 w 5159342"/>
              <a:gd name="connsiteY103" fmla="*/ 374999 h 1679288"/>
              <a:gd name="connsiteX104" fmla="*/ 131875 w 5159342"/>
              <a:gd name="connsiteY104" fmla="*/ 353950 h 1679288"/>
              <a:gd name="connsiteX105" fmla="*/ 236531 w 5159342"/>
              <a:gd name="connsiteY105" fmla="*/ 365184 h 1679288"/>
              <a:gd name="connsiteX106" fmla="*/ 299185 w 5159342"/>
              <a:gd name="connsiteY106" fmla="*/ 376629 h 1679288"/>
              <a:gd name="connsiteX107" fmla="*/ 384257 w 5159342"/>
              <a:gd name="connsiteY107" fmla="*/ 395656 h 1679288"/>
              <a:gd name="connsiteX108" fmla="*/ 916871 w 5159342"/>
              <a:gd name="connsiteY108" fmla="*/ 724151 h 1679288"/>
              <a:gd name="connsiteX109" fmla="*/ 921741 w 5159342"/>
              <a:gd name="connsiteY109" fmla="*/ 730664 h 1679288"/>
              <a:gd name="connsiteX110" fmla="*/ 937274 w 5159342"/>
              <a:gd name="connsiteY110" fmla="*/ 712027 h 1679288"/>
              <a:gd name="connsiteX111" fmla="*/ 951791 w 5159342"/>
              <a:gd name="connsiteY111" fmla="*/ 698265 h 1679288"/>
              <a:gd name="connsiteX112" fmla="*/ 1032390 w 5159342"/>
              <a:gd name="connsiteY112" fmla="*/ 631278 h 1679288"/>
              <a:gd name="connsiteX113" fmla="*/ 1031303 w 5159342"/>
              <a:gd name="connsiteY113" fmla="*/ 629823 h 1679288"/>
              <a:gd name="connsiteX114" fmla="*/ 562579 w 5159342"/>
              <a:gd name="connsiteY114" fmla="*/ 296816 h 1679288"/>
              <a:gd name="connsiteX115" fmla="*/ 512379 w 5159342"/>
              <a:gd name="connsiteY115" fmla="*/ 282581 h 1679288"/>
              <a:gd name="connsiteX116" fmla="*/ 510346 w 5159342"/>
              <a:gd name="connsiteY116" fmla="*/ 281603 h 1679288"/>
              <a:gd name="connsiteX117" fmla="*/ 423235 w 5159342"/>
              <a:gd name="connsiteY117" fmla="*/ 249838 h 1679288"/>
              <a:gd name="connsiteX118" fmla="*/ 357748 w 5159342"/>
              <a:gd name="connsiteY118" fmla="*/ 232796 h 1679288"/>
              <a:gd name="connsiteX119" fmla="*/ 352783 w 5159342"/>
              <a:gd name="connsiteY119" fmla="*/ 208717 h 1679288"/>
              <a:gd name="connsiteX120" fmla="*/ 307870 w 5159342"/>
              <a:gd name="connsiteY120" fmla="*/ 62846 h 1679288"/>
              <a:gd name="connsiteX121" fmla="*/ 299965 w 5159342"/>
              <a:gd name="connsiteY121" fmla="*/ 44756 h 1679288"/>
              <a:gd name="connsiteX122" fmla="*/ 292473 w 5159342"/>
              <a:gd name="connsiteY122" fmla="*/ 13729 h 1679288"/>
              <a:gd name="connsiteX123" fmla="*/ 457366 w 5159342"/>
              <a:gd name="connsiteY123" fmla="*/ 2945 h 1679288"/>
              <a:gd name="connsiteX124" fmla="*/ 628851 w 5159342"/>
              <a:gd name="connsiteY124" fmla="*/ 7959 h 1679288"/>
              <a:gd name="connsiteX125" fmla="*/ 779435 w 5159342"/>
              <a:gd name="connsiteY125" fmla="*/ 15080 h 1679288"/>
              <a:gd name="connsiteX126" fmla="*/ 800115 w 5159342"/>
              <a:gd name="connsiteY126" fmla="*/ 14354 h 1679288"/>
              <a:gd name="connsiteX127" fmla="*/ 937343 w 5159342"/>
              <a:gd name="connsiteY127" fmla="*/ 10291 h 1679288"/>
              <a:gd name="connsiteX128" fmla="*/ 1029268 w 5159342"/>
              <a:gd name="connsiteY128" fmla="*/ 13222 h 1679288"/>
              <a:gd name="connsiteX129" fmla="*/ 1141712 w 5159342"/>
              <a:gd name="connsiteY129" fmla="*/ 10444 h 1679288"/>
              <a:gd name="connsiteX130" fmla="*/ 1262344 w 5159342"/>
              <a:gd name="connsiteY130" fmla="*/ 15168 h 1679288"/>
              <a:gd name="connsiteX131" fmla="*/ 1366834 w 5159342"/>
              <a:gd name="connsiteY131" fmla="*/ 19251 h 1679288"/>
              <a:gd name="connsiteX132" fmla="*/ 1500622 w 5159342"/>
              <a:gd name="connsiteY132" fmla="*/ 14354 h 1679288"/>
              <a:gd name="connsiteX133" fmla="*/ 1631472 w 5159342"/>
              <a:gd name="connsiteY133" fmla="*/ 9224 h 1679288"/>
              <a:gd name="connsiteX134" fmla="*/ 1641466 w 5159342"/>
              <a:gd name="connsiteY134" fmla="*/ 9586 h 1679288"/>
              <a:gd name="connsiteX135" fmla="*/ 1657029 w 5159342"/>
              <a:gd name="connsiteY135" fmla="*/ 9059 h 1679288"/>
              <a:gd name="connsiteX136" fmla="*/ 1744385 w 5159342"/>
              <a:gd name="connsiteY136" fmla="*/ 13308 h 1679288"/>
              <a:gd name="connsiteX137" fmla="*/ 1750837 w 5159342"/>
              <a:gd name="connsiteY137" fmla="*/ 13542 h 1679288"/>
              <a:gd name="connsiteX138" fmla="*/ 2063647 w 5159342"/>
              <a:gd name="connsiteY138" fmla="*/ 14354 h 1679288"/>
              <a:gd name="connsiteX139" fmla="*/ 2263739 w 5159342"/>
              <a:gd name="connsiteY139" fmla="*/ 8735 h 1679288"/>
              <a:gd name="connsiteX140" fmla="*/ 2284004 w 5159342"/>
              <a:gd name="connsiteY140" fmla="*/ 8942 h 1679288"/>
              <a:gd name="connsiteX141" fmla="*/ 2344343 w 5159342"/>
              <a:gd name="connsiteY141" fmla="*/ 6404 h 1679288"/>
              <a:gd name="connsiteX142" fmla="*/ 2439736 w 5159342"/>
              <a:gd name="connsiteY142" fmla="*/ 10533 h 1679288"/>
              <a:gd name="connsiteX143" fmla="*/ 2447368 w 5159342"/>
              <a:gd name="connsiteY143" fmla="*/ 10611 h 1679288"/>
              <a:gd name="connsiteX144" fmla="*/ 2764154 w 5159342"/>
              <a:gd name="connsiteY144" fmla="*/ 14354 h 1679288"/>
              <a:gd name="connsiteX145" fmla="*/ 3510489 w 5159342"/>
              <a:gd name="connsiteY145" fmla="*/ 14354 h 1679288"/>
              <a:gd name="connsiteX146" fmla="*/ 3538841 w 5159342"/>
              <a:gd name="connsiteY146" fmla="*/ 15418 h 1679288"/>
              <a:gd name="connsiteX147" fmla="*/ 3616088 w 5159342"/>
              <a:gd name="connsiteY147" fmla="*/ 17159 h 1679288"/>
              <a:gd name="connsiteX148" fmla="*/ 3981858 w 5159342"/>
              <a:gd name="connsiteY148" fmla="*/ 14354 h 1679288"/>
              <a:gd name="connsiteX149" fmla="*/ 4326012 w 5159342"/>
              <a:gd name="connsiteY149" fmla="*/ 160 h 167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5159342" h="1679288">
                <a:moveTo>
                  <a:pt x="4326012" y="160"/>
                </a:moveTo>
                <a:cubicBezTo>
                  <a:pt x="4469890" y="-400"/>
                  <a:pt x="4646352" y="3772"/>
                  <a:pt x="4865676" y="14354"/>
                </a:cubicBezTo>
                <a:cubicBezTo>
                  <a:pt x="4900628" y="38330"/>
                  <a:pt x="4953694" y="92331"/>
                  <a:pt x="5005632" y="147481"/>
                </a:cubicBezTo>
                <a:lnTo>
                  <a:pt x="5015066" y="157587"/>
                </a:lnTo>
                <a:lnTo>
                  <a:pt x="5022746" y="165283"/>
                </a:lnTo>
                <a:cubicBezTo>
                  <a:pt x="5062836" y="206865"/>
                  <a:pt x="5096095" y="243661"/>
                  <a:pt x="5138821" y="287499"/>
                </a:cubicBezTo>
                <a:cubicBezTo>
                  <a:pt x="5170137" y="544690"/>
                  <a:pt x="5161922" y="664039"/>
                  <a:pt x="5138821" y="997659"/>
                </a:cubicBezTo>
                <a:lnTo>
                  <a:pt x="5135878" y="1047230"/>
                </a:lnTo>
                <a:lnTo>
                  <a:pt x="5135722" y="1097342"/>
                </a:lnTo>
                <a:cubicBezTo>
                  <a:pt x="5137178" y="1280035"/>
                  <a:pt x="5148776" y="1527233"/>
                  <a:pt x="5138821" y="1653191"/>
                </a:cubicBezTo>
                <a:cubicBezTo>
                  <a:pt x="5003930" y="1668171"/>
                  <a:pt x="4854100" y="1659159"/>
                  <a:pt x="4658458" y="1654859"/>
                </a:cubicBezTo>
                <a:lnTo>
                  <a:pt x="4581256" y="1654252"/>
                </a:lnTo>
                <a:lnTo>
                  <a:pt x="4540234" y="1654870"/>
                </a:lnTo>
                <a:cubicBezTo>
                  <a:pt x="4416066" y="1657014"/>
                  <a:pt x="4258444" y="1659528"/>
                  <a:pt x="4113011" y="1653191"/>
                </a:cubicBezTo>
                <a:cubicBezTo>
                  <a:pt x="4016056" y="1648967"/>
                  <a:pt x="3900808" y="1654064"/>
                  <a:pt x="3787282" y="1657669"/>
                </a:cubicBezTo>
                <a:lnTo>
                  <a:pt x="3767464" y="1658018"/>
                </a:lnTo>
                <a:lnTo>
                  <a:pt x="3722176" y="1660472"/>
                </a:lnTo>
                <a:lnTo>
                  <a:pt x="3697292" y="1659255"/>
                </a:lnTo>
                <a:lnTo>
                  <a:pt x="3620786" y="1660604"/>
                </a:lnTo>
                <a:cubicBezTo>
                  <a:pt x="3567385" y="1660309"/>
                  <a:pt x="3516916" y="1658288"/>
                  <a:pt x="3471880" y="1653191"/>
                </a:cubicBezTo>
                <a:lnTo>
                  <a:pt x="3420954" y="1650853"/>
                </a:lnTo>
                <a:lnTo>
                  <a:pt x="3369299" y="1653191"/>
                </a:lnTo>
                <a:cubicBezTo>
                  <a:pt x="3210738" y="1673688"/>
                  <a:pt x="2946324" y="1668135"/>
                  <a:pt x="2779459" y="1653191"/>
                </a:cubicBezTo>
                <a:cubicBezTo>
                  <a:pt x="2737743" y="1649455"/>
                  <a:pt x="2692540" y="1648770"/>
                  <a:pt x="2644269" y="1649547"/>
                </a:cubicBezTo>
                <a:lnTo>
                  <a:pt x="2514692" y="1653880"/>
                </a:lnTo>
                <a:lnTo>
                  <a:pt x="2458213" y="1656353"/>
                </a:lnTo>
                <a:lnTo>
                  <a:pt x="2442696" y="1655925"/>
                </a:lnTo>
                <a:lnTo>
                  <a:pt x="2321188" y="1659072"/>
                </a:lnTo>
                <a:cubicBezTo>
                  <a:pt x="2262324" y="1659353"/>
                  <a:pt x="2201231" y="1657921"/>
                  <a:pt x="2138328" y="1653191"/>
                </a:cubicBezTo>
                <a:cubicBezTo>
                  <a:pt x="2075425" y="1648461"/>
                  <a:pt x="2007619" y="1645411"/>
                  <a:pt x="1938761" y="1643667"/>
                </a:cubicBezTo>
                <a:lnTo>
                  <a:pt x="1908864" y="1643423"/>
                </a:lnTo>
                <a:lnTo>
                  <a:pt x="1753649" y="1653191"/>
                </a:lnTo>
                <a:cubicBezTo>
                  <a:pt x="1627774" y="1664002"/>
                  <a:pt x="1552440" y="1659139"/>
                  <a:pt x="1485334" y="1654006"/>
                </a:cubicBezTo>
                <a:lnTo>
                  <a:pt x="1437109" y="1651116"/>
                </a:lnTo>
                <a:lnTo>
                  <a:pt x="1394616" y="1653191"/>
                </a:lnTo>
                <a:lnTo>
                  <a:pt x="1267734" y="1656653"/>
                </a:lnTo>
                <a:lnTo>
                  <a:pt x="1277086" y="1611166"/>
                </a:lnTo>
                <a:lnTo>
                  <a:pt x="1319438" y="1602390"/>
                </a:lnTo>
                <a:cubicBezTo>
                  <a:pt x="1335790" y="1598681"/>
                  <a:pt x="1351356" y="1594665"/>
                  <a:pt x="1365551" y="1590020"/>
                </a:cubicBezTo>
                <a:lnTo>
                  <a:pt x="1413245" y="1567492"/>
                </a:lnTo>
                <a:lnTo>
                  <a:pt x="1431881" y="1562218"/>
                </a:lnTo>
                <a:cubicBezTo>
                  <a:pt x="1517208" y="1533813"/>
                  <a:pt x="1567948" y="1535266"/>
                  <a:pt x="1641984" y="1503553"/>
                </a:cubicBezTo>
                <a:lnTo>
                  <a:pt x="1646753" y="1501791"/>
                </a:lnTo>
                <a:lnTo>
                  <a:pt x="1669390" y="1494770"/>
                </a:lnTo>
                <a:cubicBezTo>
                  <a:pt x="1748827" y="1472846"/>
                  <a:pt x="1791026" y="1479052"/>
                  <a:pt x="1870357" y="1439786"/>
                </a:cubicBezTo>
                <a:cubicBezTo>
                  <a:pt x="1881690" y="1434177"/>
                  <a:pt x="1892424" y="1429607"/>
                  <a:pt x="1902663" y="1425835"/>
                </a:cubicBezTo>
                <a:lnTo>
                  <a:pt x="1928717" y="1417696"/>
                </a:lnTo>
                <a:lnTo>
                  <a:pt x="1935356" y="1416044"/>
                </a:lnTo>
                <a:lnTo>
                  <a:pt x="1984245" y="1406913"/>
                </a:lnTo>
                <a:cubicBezTo>
                  <a:pt x="2017050" y="1402285"/>
                  <a:pt x="2046910" y="1398838"/>
                  <a:pt x="2080460" y="1381121"/>
                </a:cubicBezTo>
                <a:cubicBezTo>
                  <a:pt x="1968876" y="1353149"/>
                  <a:pt x="1948134" y="1320398"/>
                  <a:pt x="1842952" y="1314804"/>
                </a:cubicBezTo>
                <a:lnTo>
                  <a:pt x="1834098" y="1313756"/>
                </a:lnTo>
                <a:lnTo>
                  <a:pt x="1825673" y="1310400"/>
                </a:lnTo>
                <a:cubicBezTo>
                  <a:pt x="1818647" y="1307845"/>
                  <a:pt x="1812242" y="1305848"/>
                  <a:pt x="1806413" y="1304601"/>
                </a:cubicBezTo>
                <a:cubicBezTo>
                  <a:pt x="1794752" y="1302107"/>
                  <a:pt x="1780802" y="1298208"/>
                  <a:pt x="1765041" y="1293470"/>
                </a:cubicBezTo>
                <a:lnTo>
                  <a:pt x="1754377" y="1290168"/>
                </a:lnTo>
                <a:lnTo>
                  <a:pt x="1741001" y="1283693"/>
                </a:lnTo>
                <a:cubicBezTo>
                  <a:pt x="1722103" y="1273298"/>
                  <a:pt x="1702624" y="1263236"/>
                  <a:pt x="1670135" y="1258675"/>
                </a:cubicBezTo>
                <a:lnTo>
                  <a:pt x="1641353" y="1256717"/>
                </a:lnTo>
                <a:lnTo>
                  <a:pt x="1587174" y="1243385"/>
                </a:lnTo>
                <a:cubicBezTo>
                  <a:pt x="1497848" y="1224597"/>
                  <a:pt x="1440684" y="1182020"/>
                  <a:pt x="1386206" y="1187271"/>
                </a:cubicBezTo>
                <a:lnTo>
                  <a:pt x="1333317" y="1175831"/>
                </a:lnTo>
                <a:lnTo>
                  <a:pt x="1293947" y="1158951"/>
                </a:lnTo>
                <a:lnTo>
                  <a:pt x="1282764" y="1154655"/>
                </a:lnTo>
                <a:lnTo>
                  <a:pt x="1269538" y="1092235"/>
                </a:lnTo>
                <a:cubicBezTo>
                  <a:pt x="1261849" y="1062957"/>
                  <a:pt x="1252883" y="1034282"/>
                  <a:pt x="1242895" y="1006240"/>
                </a:cubicBezTo>
                <a:lnTo>
                  <a:pt x="1224109" y="958147"/>
                </a:lnTo>
                <a:lnTo>
                  <a:pt x="1217961" y="938601"/>
                </a:lnTo>
                <a:cubicBezTo>
                  <a:pt x="1201591" y="893519"/>
                  <a:pt x="1181577" y="851762"/>
                  <a:pt x="1156786" y="815657"/>
                </a:cubicBezTo>
                <a:cubicBezTo>
                  <a:pt x="1154018" y="812499"/>
                  <a:pt x="1152772" y="809328"/>
                  <a:pt x="1151220" y="805864"/>
                </a:cubicBezTo>
                <a:lnTo>
                  <a:pt x="1150703" y="805056"/>
                </a:lnTo>
                <a:lnTo>
                  <a:pt x="1150169" y="804126"/>
                </a:lnTo>
                <a:cubicBezTo>
                  <a:pt x="1148494" y="800701"/>
                  <a:pt x="1146863" y="797563"/>
                  <a:pt x="1143818" y="794311"/>
                </a:cubicBezTo>
                <a:cubicBezTo>
                  <a:pt x="1137285" y="803394"/>
                  <a:pt x="1130234" y="811047"/>
                  <a:pt x="1122513" y="818224"/>
                </a:cubicBezTo>
                <a:lnTo>
                  <a:pt x="1097549" y="838986"/>
                </a:lnTo>
                <a:lnTo>
                  <a:pt x="1094202" y="841584"/>
                </a:lnTo>
                <a:cubicBezTo>
                  <a:pt x="1076010" y="854520"/>
                  <a:pt x="1055540" y="868601"/>
                  <a:pt x="1030910" y="895726"/>
                </a:cubicBezTo>
                <a:lnTo>
                  <a:pt x="1043328" y="915049"/>
                </a:lnTo>
                <a:lnTo>
                  <a:pt x="1045839" y="921073"/>
                </a:lnTo>
                <a:lnTo>
                  <a:pt x="1049701" y="930660"/>
                </a:lnTo>
                <a:lnTo>
                  <a:pt x="1053022" y="939502"/>
                </a:lnTo>
                <a:lnTo>
                  <a:pt x="1057845" y="952838"/>
                </a:lnTo>
                <a:cubicBezTo>
                  <a:pt x="1060628" y="959643"/>
                  <a:pt x="1064152" y="966991"/>
                  <a:pt x="1069228" y="975269"/>
                </a:cubicBezTo>
                <a:cubicBezTo>
                  <a:pt x="1092772" y="1017086"/>
                  <a:pt x="1110670" y="1079774"/>
                  <a:pt x="1123726" y="1150161"/>
                </a:cubicBezTo>
                <a:lnTo>
                  <a:pt x="1131286" y="1201829"/>
                </a:lnTo>
                <a:lnTo>
                  <a:pt x="1138014" y="1259461"/>
                </a:lnTo>
                <a:cubicBezTo>
                  <a:pt x="1141555" y="1296059"/>
                  <a:pt x="1144888" y="1333574"/>
                  <a:pt x="1149173" y="1371247"/>
                </a:cubicBezTo>
                <a:cubicBezTo>
                  <a:pt x="1144437" y="1421696"/>
                  <a:pt x="1134805" y="1477181"/>
                  <a:pt x="1121208" y="1534577"/>
                </a:cubicBezTo>
                <a:lnTo>
                  <a:pt x="1082027" y="1666893"/>
                </a:lnTo>
                <a:lnTo>
                  <a:pt x="1035917" y="1669759"/>
                </a:lnTo>
                <a:cubicBezTo>
                  <a:pt x="870970" y="1678014"/>
                  <a:pt x="651149" y="1682955"/>
                  <a:pt x="409646" y="1675937"/>
                </a:cubicBezTo>
                <a:lnTo>
                  <a:pt x="276593" y="1668369"/>
                </a:lnTo>
                <a:lnTo>
                  <a:pt x="241465" y="1668855"/>
                </a:lnTo>
                <a:cubicBezTo>
                  <a:pt x="154676" y="1667609"/>
                  <a:pt x="73989" y="1663132"/>
                  <a:pt x="9773" y="1653191"/>
                </a:cubicBezTo>
                <a:cubicBezTo>
                  <a:pt x="-4797" y="1561822"/>
                  <a:pt x="-316" y="1437234"/>
                  <a:pt x="5567" y="1314135"/>
                </a:cubicBezTo>
                <a:lnTo>
                  <a:pt x="8804" y="1238509"/>
                </a:lnTo>
                <a:lnTo>
                  <a:pt x="9930" y="1103430"/>
                </a:lnTo>
                <a:lnTo>
                  <a:pt x="9803" y="984531"/>
                </a:lnTo>
                <a:lnTo>
                  <a:pt x="9773" y="984002"/>
                </a:lnTo>
                <a:cubicBezTo>
                  <a:pt x="3051" y="919937"/>
                  <a:pt x="3450" y="828662"/>
                  <a:pt x="5795" y="731086"/>
                </a:cubicBezTo>
                <a:lnTo>
                  <a:pt x="6527" y="705227"/>
                </a:lnTo>
                <a:lnTo>
                  <a:pt x="5958" y="655796"/>
                </a:lnTo>
                <a:cubicBezTo>
                  <a:pt x="5403" y="574513"/>
                  <a:pt x="5562" y="486911"/>
                  <a:pt x="7374" y="388997"/>
                </a:cubicBezTo>
                <a:lnTo>
                  <a:pt x="7705" y="374999"/>
                </a:lnTo>
                <a:lnTo>
                  <a:pt x="131875" y="353950"/>
                </a:lnTo>
                <a:cubicBezTo>
                  <a:pt x="165711" y="356326"/>
                  <a:pt x="200766" y="360034"/>
                  <a:pt x="236531" y="365184"/>
                </a:cubicBezTo>
                <a:lnTo>
                  <a:pt x="299185" y="376629"/>
                </a:lnTo>
                <a:lnTo>
                  <a:pt x="384257" y="395656"/>
                </a:lnTo>
                <a:cubicBezTo>
                  <a:pt x="617340" y="461335"/>
                  <a:pt x="793114" y="591908"/>
                  <a:pt x="916871" y="724151"/>
                </a:cubicBezTo>
                <a:cubicBezTo>
                  <a:pt x="918676" y="726095"/>
                  <a:pt x="918955" y="727803"/>
                  <a:pt x="921741" y="730664"/>
                </a:cubicBezTo>
                <a:lnTo>
                  <a:pt x="937274" y="712027"/>
                </a:lnTo>
                <a:lnTo>
                  <a:pt x="951791" y="698265"/>
                </a:lnTo>
                <a:cubicBezTo>
                  <a:pt x="981812" y="672851"/>
                  <a:pt x="1010979" y="663927"/>
                  <a:pt x="1032390" y="631278"/>
                </a:cubicBezTo>
                <a:cubicBezTo>
                  <a:pt x="1031996" y="631079"/>
                  <a:pt x="1031875" y="630270"/>
                  <a:pt x="1031303" y="629823"/>
                </a:cubicBezTo>
                <a:cubicBezTo>
                  <a:pt x="930978" y="469672"/>
                  <a:pt x="772226" y="365811"/>
                  <a:pt x="562579" y="296816"/>
                </a:cubicBezTo>
                <a:lnTo>
                  <a:pt x="512379" y="282581"/>
                </a:lnTo>
                <a:lnTo>
                  <a:pt x="510346" y="281603"/>
                </a:lnTo>
                <a:cubicBezTo>
                  <a:pt x="481977" y="269794"/>
                  <a:pt x="452981" y="259156"/>
                  <a:pt x="423235" y="249838"/>
                </a:cubicBezTo>
                <a:lnTo>
                  <a:pt x="357748" y="232796"/>
                </a:lnTo>
                <a:lnTo>
                  <a:pt x="352783" y="208717"/>
                </a:lnTo>
                <a:cubicBezTo>
                  <a:pt x="342641" y="157031"/>
                  <a:pt x="333639" y="111865"/>
                  <a:pt x="307870" y="62846"/>
                </a:cubicBezTo>
                <a:lnTo>
                  <a:pt x="299965" y="44756"/>
                </a:lnTo>
                <a:lnTo>
                  <a:pt x="292473" y="13729"/>
                </a:lnTo>
                <a:lnTo>
                  <a:pt x="457366" y="2945"/>
                </a:lnTo>
                <a:cubicBezTo>
                  <a:pt x="514737" y="2613"/>
                  <a:pt x="571614" y="5020"/>
                  <a:pt x="628851" y="7959"/>
                </a:cubicBezTo>
                <a:lnTo>
                  <a:pt x="779435" y="15080"/>
                </a:lnTo>
                <a:lnTo>
                  <a:pt x="800115" y="14354"/>
                </a:lnTo>
                <a:cubicBezTo>
                  <a:pt x="834974" y="10157"/>
                  <a:pt x="882385" y="9400"/>
                  <a:pt x="937343" y="10291"/>
                </a:cubicBezTo>
                <a:lnTo>
                  <a:pt x="1029268" y="13222"/>
                </a:lnTo>
                <a:lnTo>
                  <a:pt x="1141712" y="10444"/>
                </a:lnTo>
                <a:cubicBezTo>
                  <a:pt x="1186671" y="11082"/>
                  <a:pt x="1225354" y="13159"/>
                  <a:pt x="1262344" y="15168"/>
                </a:cubicBezTo>
                <a:lnTo>
                  <a:pt x="1366834" y="19251"/>
                </a:lnTo>
                <a:lnTo>
                  <a:pt x="1500622" y="14354"/>
                </a:lnTo>
                <a:cubicBezTo>
                  <a:pt x="1549168" y="10065"/>
                  <a:pt x="1591277" y="8857"/>
                  <a:pt x="1631472" y="9224"/>
                </a:cubicBezTo>
                <a:lnTo>
                  <a:pt x="1641466" y="9586"/>
                </a:lnTo>
                <a:lnTo>
                  <a:pt x="1657029" y="9059"/>
                </a:lnTo>
                <a:lnTo>
                  <a:pt x="1744385" y="13308"/>
                </a:lnTo>
                <a:lnTo>
                  <a:pt x="1750837" y="13542"/>
                </a:lnTo>
                <a:cubicBezTo>
                  <a:pt x="1832615" y="17560"/>
                  <a:pt x="1924825" y="21849"/>
                  <a:pt x="2063647" y="14354"/>
                </a:cubicBezTo>
                <a:cubicBezTo>
                  <a:pt x="2133058" y="10606"/>
                  <a:pt x="2199770" y="9046"/>
                  <a:pt x="2263739" y="8735"/>
                </a:cubicBezTo>
                <a:lnTo>
                  <a:pt x="2284004" y="8942"/>
                </a:lnTo>
                <a:lnTo>
                  <a:pt x="2344343" y="6404"/>
                </a:lnTo>
                <a:lnTo>
                  <a:pt x="2439736" y="10533"/>
                </a:lnTo>
                <a:lnTo>
                  <a:pt x="2447368" y="10611"/>
                </a:lnTo>
                <a:cubicBezTo>
                  <a:pt x="2564240" y="13111"/>
                  <a:pt x="2669956" y="16859"/>
                  <a:pt x="2764154" y="14354"/>
                </a:cubicBezTo>
                <a:cubicBezTo>
                  <a:pt x="2929204" y="-9399"/>
                  <a:pt x="3243416" y="453"/>
                  <a:pt x="3510489" y="14354"/>
                </a:cubicBezTo>
                <a:lnTo>
                  <a:pt x="3538841" y="15418"/>
                </a:lnTo>
                <a:lnTo>
                  <a:pt x="3616088" y="17159"/>
                </a:lnTo>
                <a:cubicBezTo>
                  <a:pt x="3751895" y="20396"/>
                  <a:pt x="3892874" y="22698"/>
                  <a:pt x="3981858" y="14354"/>
                </a:cubicBezTo>
                <a:cubicBezTo>
                  <a:pt x="4070842" y="6010"/>
                  <a:pt x="4182135" y="719"/>
                  <a:pt x="4326012" y="16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VE" sz="4000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</a:rPr>
              <a:t>Ganaste</a:t>
            </a:r>
            <a:endParaRPr lang="es-US" sz="4000" dirty="0">
              <a:solidFill>
                <a:schemeClr val="bg2">
                  <a:lumMod val="9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54070E1E-8ABE-4F1B-AE09-53F465AF3B2C}"/>
              </a:ext>
            </a:extLst>
          </p:cNvPr>
          <p:cNvSpPr/>
          <p:nvPr/>
        </p:nvSpPr>
        <p:spPr>
          <a:xfrm rot="16038043">
            <a:off x="2287347" y="-3468127"/>
            <a:ext cx="8218654" cy="13689533"/>
          </a:xfrm>
          <a:custGeom>
            <a:avLst/>
            <a:gdLst>
              <a:gd name="connsiteX0" fmla="*/ 7599517 w 8218654"/>
              <a:gd name="connsiteY0" fmla="*/ 1562404 h 13689533"/>
              <a:gd name="connsiteX1" fmla="*/ 7605770 w 8218654"/>
              <a:gd name="connsiteY1" fmla="*/ 1423042 h 13689533"/>
              <a:gd name="connsiteX2" fmla="*/ 7602755 w 8218654"/>
              <a:gd name="connsiteY2" fmla="*/ 1307360 h 13689533"/>
              <a:gd name="connsiteX3" fmla="*/ 7597170 w 8218654"/>
              <a:gd name="connsiteY3" fmla="*/ 945828 h 13689533"/>
              <a:gd name="connsiteX4" fmla="*/ 7598412 w 8218654"/>
              <a:gd name="connsiteY4" fmla="*/ 899361 h 13689533"/>
              <a:gd name="connsiteX5" fmla="*/ 7587399 w 8218654"/>
              <a:gd name="connsiteY5" fmla="*/ 898879 h 13689533"/>
              <a:gd name="connsiteX6" fmla="*/ 7266329 w 8218654"/>
              <a:gd name="connsiteY6" fmla="*/ 869539 h 13689533"/>
              <a:gd name="connsiteX7" fmla="*/ 7220436 w 8218654"/>
              <a:gd name="connsiteY7" fmla="*/ 865794 h 13689533"/>
              <a:gd name="connsiteX8" fmla="*/ 7194146 w 8218654"/>
              <a:gd name="connsiteY8" fmla="*/ 866135 h 13689533"/>
              <a:gd name="connsiteX9" fmla="*/ 6650864 w 8218654"/>
              <a:gd name="connsiteY9" fmla="*/ 843185 h 13689533"/>
              <a:gd name="connsiteX10" fmla="*/ 6453754 w 8218654"/>
              <a:gd name="connsiteY10" fmla="*/ 831852 h 13689533"/>
              <a:gd name="connsiteX11" fmla="*/ 6208529 w 8218654"/>
              <a:gd name="connsiteY11" fmla="*/ 833020 h 13689533"/>
              <a:gd name="connsiteX12" fmla="*/ 5737365 w 8218654"/>
              <a:gd name="connsiteY12" fmla="*/ 797454 h 13689533"/>
              <a:gd name="connsiteX13" fmla="*/ 5724298 w 8218654"/>
              <a:gd name="connsiteY13" fmla="*/ 795590 h 13689533"/>
              <a:gd name="connsiteX14" fmla="*/ 5580376 w 8218654"/>
              <a:gd name="connsiteY14" fmla="*/ 785355 h 13689533"/>
              <a:gd name="connsiteX15" fmla="*/ 5526287 w 8218654"/>
              <a:gd name="connsiteY15" fmla="*/ 782295 h 13689533"/>
              <a:gd name="connsiteX16" fmla="*/ 5341498 w 8218654"/>
              <a:gd name="connsiteY16" fmla="*/ 781927 h 13689533"/>
              <a:gd name="connsiteX17" fmla="*/ 4936793 w 8218654"/>
              <a:gd name="connsiteY17" fmla="*/ 759710 h 13689533"/>
              <a:gd name="connsiteX18" fmla="*/ 4918713 w 8218654"/>
              <a:gd name="connsiteY18" fmla="*/ 755981 h 13689533"/>
              <a:gd name="connsiteX19" fmla="*/ 4858047 w 8218654"/>
              <a:gd name="connsiteY19" fmla="*/ 755997 h 13689533"/>
              <a:gd name="connsiteX20" fmla="*/ 4576738 w 8218654"/>
              <a:gd name="connsiteY20" fmla="*/ 743286 h 13689533"/>
              <a:gd name="connsiteX21" fmla="*/ 4502228 w 8218654"/>
              <a:gd name="connsiteY21" fmla="*/ 738131 h 13689533"/>
              <a:gd name="connsiteX22" fmla="*/ 4479538 w 8218654"/>
              <a:gd name="connsiteY22" fmla="*/ 738314 h 13689533"/>
              <a:gd name="connsiteX23" fmla="*/ 4280585 w 8218654"/>
              <a:gd name="connsiteY23" fmla="*/ 728772 h 13689533"/>
              <a:gd name="connsiteX24" fmla="*/ 4241740 w 8218654"/>
              <a:gd name="connsiteY24" fmla="*/ 726138 h 13689533"/>
              <a:gd name="connsiteX25" fmla="*/ 4201840 w 8218654"/>
              <a:gd name="connsiteY25" fmla="*/ 725059 h 13689533"/>
              <a:gd name="connsiteX26" fmla="*/ 3851046 w 8218654"/>
              <a:gd name="connsiteY26" fmla="*/ 708628 h 13689533"/>
              <a:gd name="connsiteX27" fmla="*/ 3812963 w 8218654"/>
              <a:gd name="connsiteY27" fmla="*/ 705941 h 13689533"/>
              <a:gd name="connsiteX28" fmla="*/ 3692770 w 8218654"/>
              <a:gd name="connsiteY28" fmla="*/ 702620 h 13689533"/>
              <a:gd name="connsiteX29" fmla="*/ 3552195 w 8218654"/>
              <a:gd name="connsiteY29" fmla="*/ 694431 h 13689533"/>
              <a:gd name="connsiteX30" fmla="*/ 3550040 w 8218654"/>
              <a:gd name="connsiteY30" fmla="*/ 694211 h 13689533"/>
              <a:gd name="connsiteX31" fmla="*/ 3545632 w 8218654"/>
              <a:gd name="connsiteY31" fmla="*/ 694122 h 13689533"/>
              <a:gd name="connsiteX32" fmla="*/ 2817242 w 8218654"/>
              <a:gd name="connsiteY32" fmla="*/ 659781 h 13689533"/>
              <a:gd name="connsiteX33" fmla="*/ 2791293 w 8218654"/>
              <a:gd name="connsiteY33" fmla="*/ 656193 h 13689533"/>
              <a:gd name="connsiteX34" fmla="*/ 2751621 w 8218654"/>
              <a:gd name="connsiteY34" fmla="*/ 656687 h 13689533"/>
              <a:gd name="connsiteX35" fmla="*/ 2217422 w 8218654"/>
              <a:gd name="connsiteY35" fmla="*/ 633909 h 13689533"/>
              <a:gd name="connsiteX36" fmla="*/ 2208392 w 8218654"/>
              <a:gd name="connsiteY36" fmla="*/ 633305 h 13689533"/>
              <a:gd name="connsiteX37" fmla="*/ 2081213 w 8218654"/>
              <a:gd name="connsiteY37" fmla="*/ 638728 h 13689533"/>
              <a:gd name="connsiteX38" fmla="*/ 1577010 w 8218654"/>
              <a:gd name="connsiteY38" fmla="*/ 601308 h 13689533"/>
              <a:gd name="connsiteX39" fmla="*/ 1572087 w 8218654"/>
              <a:gd name="connsiteY39" fmla="*/ 600793 h 13689533"/>
              <a:gd name="connsiteX40" fmla="*/ 1506649 w 8218654"/>
              <a:gd name="connsiteY40" fmla="*/ 596094 h 13689533"/>
              <a:gd name="connsiteX41" fmla="*/ 1498824 w 8218654"/>
              <a:gd name="connsiteY41" fmla="*/ 694985 h 13689533"/>
              <a:gd name="connsiteX42" fmla="*/ 1455732 w 8218654"/>
              <a:gd name="connsiteY42" fmla="*/ 970419 h 13689533"/>
              <a:gd name="connsiteX43" fmla="*/ 1445960 w 8218654"/>
              <a:gd name="connsiteY43" fmla="*/ 1026020 h 13689533"/>
              <a:gd name="connsiteX44" fmla="*/ 1440101 w 8218654"/>
              <a:gd name="connsiteY44" fmla="*/ 1114098 h 13689533"/>
              <a:gd name="connsiteX45" fmla="*/ 1353422 w 8218654"/>
              <a:gd name="connsiteY45" fmla="*/ 1910860 h 13689533"/>
              <a:gd name="connsiteX46" fmla="*/ 1352541 w 8218654"/>
              <a:gd name="connsiteY46" fmla="*/ 1921663 h 13689533"/>
              <a:gd name="connsiteX47" fmla="*/ 1348608 w 8218654"/>
              <a:gd name="connsiteY47" fmla="*/ 2019863 h 13689533"/>
              <a:gd name="connsiteX48" fmla="*/ 1337222 w 8218654"/>
              <a:gd name="connsiteY48" fmla="*/ 2132572 h 13689533"/>
              <a:gd name="connsiteX49" fmla="*/ 1332477 w 8218654"/>
              <a:gd name="connsiteY49" fmla="*/ 2167533 h 13689533"/>
              <a:gd name="connsiteX50" fmla="*/ 1321378 w 8218654"/>
              <a:gd name="connsiteY50" fmla="*/ 2303551 h 13689533"/>
              <a:gd name="connsiteX51" fmla="*/ 1299887 w 8218654"/>
              <a:gd name="connsiteY51" fmla="*/ 2485932 h 13689533"/>
              <a:gd name="connsiteX52" fmla="*/ 1276882 w 8218654"/>
              <a:gd name="connsiteY52" fmla="*/ 2622034 h 13689533"/>
              <a:gd name="connsiteX53" fmla="*/ 1262711 w 8218654"/>
              <a:gd name="connsiteY53" fmla="*/ 2803772 h 13689533"/>
              <a:gd name="connsiteX54" fmla="*/ 1245399 w 8218654"/>
              <a:gd name="connsiteY54" fmla="*/ 2987439 h 13689533"/>
              <a:gd name="connsiteX55" fmla="*/ 1218600 w 8218654"/>
              <a:gd name="connsiteY55" fmla="*/ 3150686 h 13689533"/>
              <a:gd name="connsiteX56" fmla="*/ 1188570 w 8218654"/>
              <a:gd name="connsiteY56" fmla="*/ 3455849 h 13689533"/>
              <a:gd name="connsiteX57" fmla="*/ 1132462 w 8218654"/>
              <a:gd name="connsiteY57" fmla="*/ 3941948 h 13689533"/>
              <a:gd name="connsiteX58" fmla="*/ 1077044 w 8218654"/>
              <a:gd name="connsiteY58" fmla="*/ 4451353 h 13689533"/>
              <a:gd name="connsiteX59" fmla="*/ 1063791 w 8218654"/>
              <a:gd name="connsiteY59" fmla="*/ 4564421 h 13689533"/>
              <a:gd name="connsiteX60" fmla="*/ 1061554 w 8218654"/>
              <a:gd name="connsiteY60" fmla="*/ 4579896 h 13689533"/>
              <a:gd name="connsiteX61" fmla="*/ 1060703 w 8218654"/>
              <a:gd name="connsiteY61" fmla="*/ 4601562 h 13689533"/>
              <a:gd name="connsiteX62" fmla="*/ 1021971 w 8218654"/>
              <a:gd name="connsiteY62" fmla="*/ 4972949 h 13689533"/>
              <a:gd name="connsiteX63" fmla="*/ 1005957 w 8218654"/>
              <a:gd name="connsiteY63" fmla="*/ 5062204 h 13689533"/>
              <a:gd name="connsiteX64" fmla="*/ 998181 w 8218654"/>
              <a:gd name="connsiteY64" fmla="*/ 5176276 h 13689533"/>
              <a:gd name="connsiteX65" fmla="*/ 989429 w 8218654"/>
              <a:gd name="connsiteY65" fmla="*/ 5298800 h 13689533"/>
              <a:gd name="connsiteX66" fmla="*/ 988840 w 8218654"/>
              <a:gd name="connsiteY66" fmla="*/ 5413531 h 13689533"/>
              <a:gd name="connsiteX67" fmla="*/ 952777 w 8218654"/>
              <a:gd name="connsiteY67" fmla="*/ 5722908 h 13689533"/>
              <a:gd name="connsiteX68" fmla="*/ 926883 w 8218654"/>
              <a:gd name="connsiteY68" fmla="*/ 5833913 h 13689533"/>
              <a:gd name="connsiteX69" fmla="*/ 913984 w 8218654"/>
              <a:gd name="connsiteY69" fmla="*/ 6069235 h 13689533"/>
              <a:gd name="connsiteX70" fmla="*/ 879530 w 8218654"/>
              <a:gd name="connsiteY70" fmla="*/ 6266922 h 13689533"/>
              <a:gd name="connsiteX71" fmla="*/ 878901 w 8218654"/>
              <a:gd name="connsiteY71" fmla="*/ 6271753 h 13689533"/>
              <a:gd name="connsiteX72" fmla="*/ 878820 w 8218654"/>
              <a:gd name="connsiteY72" fmla="*/ 6273454 h 13689533"/>
              <a:gd name="connsiteX73" fmla="*/ 847883 w 8218654"/>
              <a:gd name="connsiteY73" fmla="*/ 6547845 h 13689533"/>
              <a:gd name="connsiteX74" fmla="*/ 847203 w 8218654"/>
              <a:gd name="connsiteY74" fmla="*/ 6552970 h 13689533"/>
              <a:gd name="connsiteX75" fmla="*/ 830526 w 8218654"/>
              <a:gd name="connsiteY75" fmla="*/ 6747095 h 13689533"/>
              <a:gd name="connsiteX76" fmla="*/ 807999 w 8218654"/>
              <a:gd name="connsiteY76" fmla="*/ 6985683 h 13689533"/>
              <a:gd name="connsiteX77" fmla="*/ 807914 w 8218654"/>
              <a:gd name="connsiteY77" fmla="*/ 6987144 h 13689533"/>
              <a:gd name="connsiteX78" fmla="*/ 807614 w 8218654"/>
              <a:gd name="connsiteY78" fmla="*/ 6989766 h 13689533"/>
              <a:gd name="connsiteX79" fmla="*/ 795209 w 8218654"/>
              <a:gd name="connsiteY79" fmla="*/ 7121141 h 13689533"/>
              <a:gd name="connsiteX80" fmla="*/ 767124 w 8218654"/>
              <a:gd name="connsiteY80" fmla="*/ 7334817 h 13689533"/>
              <a:gd name="connsiteX81" fmla="*/ 767117 w 8218654"/>
              <a:gd name="connsiteY81" fmla="*/ 7338284 h 13689533"/>
              <a:gd name="connsiteX82" fmla="*/ 769086 w 8218654"/>
              <a:gd name="connsiteY82" fmla="*/ 7499055 h 13689533"/>
              <a:gd name="connsiteX83" fmla="*/ 768807 w 8218654"/>
              <a:gd name="connsiteY83" fmla="*/ 7514389 h 13689533"/>
              <a:gd name="connsiteX84" fmla="*/ 772852 w 8218654"/>
              <a:gd name="connsiteY84" fmla="*/ 7612858 h 13689533"/>
              <a:gd name="connsiteX85" fmla="*/ 775103 w 8218654"/>
              <a:gd name="connsiteY85" fmla="*/ 7746350 h 13689533"/>
              <a:gd name="connsiteX86" fmla="*/ 768885 w 8218654"/>
              <a:gd name="connsiteY86" fmla="*/ 7883860 h 13689533"/>
              <a:gd name="connsiteX87" fmla="*/ 779995 w 8218654"/>
              <a:gd name="connsiteY87" fmla="*/ 8092263 h 13689533"/>
              <a:gd name="connsiteX88" fmla="*/ 767117 w 8218654"/>
              <a:gd name="connsiteY88" fmla="*/ 8435368 h 13689533"/>
              <a:gd name="connsiteX89" fmla="*/ 762189 w 8218654"/>
              <a:gd name="connsiteY89" fmla="*/ 8494174 h 13689533"/>
              <a:gd name="connsiteX90" fmla="*/ 767117 w 8218654"/>
              <a:gd name="connsiteY90" fmla="*/ 8652157 h 13689533"/>
              <a:gd name="connsiteX91" fmla="*/ 770448 w 8218654"/>
              <a:gd name="connsiteY91" fmla="*/ 8998805 h 13689533"/>
              <a:gd name="connsiteX92" fmla="*/ 768430 w 8218654"/>
              <a:gd name="connsiteY92" fmla="*/ 9186778 h 13689533"/>
              <a:gd name="connsiteX93" fmla="*/ 778878 w 8218654"/>
              <a:gd name="connsiteY93" fmla="*/ 9363505 h 13689533"/>
              <a:gd name="connsiteX94" fmla="*/ 776532 w 8218654"/>
              <a:gd name="connsiteY94" fmla="*/ 9516296 h 13689533"/>
              <a:gd name="connsiteX95" fmla="*/ 770243 w 8218654"/>
              <a:gd name="connsiteY95" fmla="*/ 9626030 h 13689533"/>
              <a:gd name="connsiteX96" fmla="*/ 770973 w 8218654"/>
              <a:gd name="connsiteY96" fmla="*/ 9699998 h 13689533"/>
              <a:gd name="connsiteX97" fmla="*/ 768667 w 8218654"/>
              <a:gd name="connsiteY97" fmla="*/ 9945540 h 13689533"/>
              <a:gd name="connsiteX98" fmla="*/ 769628 w 8218654"/>
              <a:gd name="connsiteY98" fmla="*/ 10067267 h 13689533"/>
              <a:gd name="connsiteX99" fmla="*/ 768315 w 8218654"/>
              <a:gd name="connsiteY99" fmla="*/ 10319960 h 13689533"/>
              <a:gd name="connsiteX100" fmla="*/ 772435 w 8218654"/>
              <a:gd name="connsiteY100" fmla="*/ 10407907 h 13689533"/>
              <a:gd name="connsiteX101" fmla="*/ 775701 w 8218654"/>
              <a:gd name="connsiteY101" fmla="*/ 10513828 h 13689533"/>
              <a:gd name="connsiteX102" fmla="*/ 767518 w 8218654"/>
              <a:gd name="connsiteY102" fmla="*/ 10617873 h 13689533"/>
              <a:gd name="connsiteX103" fmla="*/ 769691 w 8218654"/>
              <a:gd name="connsiteY103" fmla="*/ 10982286 h 13689533"/>
              <a:gd name="connsiteX104" fmla="*/ 767117 w 8218654"/>
              <a:gd name="connsiteY104" fmla="*/ 11279902 h 13689533"/>
              <a:gd name="connsiteX105" fmla="*/ 766596 w 8218654"/>
              <a:gd name="connsiteY105" fmla="*/ 11343305 h 13689533"/>
              <a:gd name="connsiteX106" fmla="*/ 767117 w 8218654"/>
              <a:gd name="connsiteY106" fmla="*/ 11352165 h 13689533"/>
              <a:gd name="connsiteX107" fmla="*/ 774852 w 8218654"/>
              <a:gd name="connsiteY107" fmla="*/ 11631470 h 13689533"/>
              <a:gd name="connsiteX108" fmla="*/ 773986 w 8218654"/>
              <a:gd name="connsiteY108" fmla="*/ 11716881 h 13689533"/>
              <a:gd name="connsiteX109" fmla="*/ 774120 w 8218654"/>
              <a:gd name="connsiteY109" fmla="*/ 11723226 h 13689533"/>
              <a:gd name="connsiteX110" fmla="*/ 773871 w 8218654"/>
              <a:gd name="connsiteY110" fmla="*/ 11728247 h 13689533"/>
              <a:gd name="connsiteX111" fmla="*/ 771223 w 8218654"/>
              <a:gd name="connsiteY111" fmla="*/ 11989248 h 13689533"/>
              <a:gd name="connsiteX112" fmla="*/ 765541 w 8218654"/>
              <a:gd name="connsiteY112" fmla="*/ 12356953 h 13689533"/>
              <a:gd name="connsiteX113" fmla="*/ 765306 w 8218654"/>
              <a:gd name="connsiteY113" fmla="*/ 12412666 h 13689533"/>
              <a:gd name="connsiteX114" fmla="*/ 893119 w 8218654"/>
              <a:gd name="connsiteY114" fmla="*/ 12419634 h 13689533"/>
              <a:gd name="connsiteX115" fmla="*/ 929907 w 8218654"/>
              <a:gd name="connsiteY115" fmla="*/ 12420047 h 13689533"/>
              <a:gd name="connsiteX116" fmla="*/ 1031572 w 8218654"/>
              <a:gd name="connsiteY116" fmla="*/ 12420846 h 13689533"/>
              <a:gd name="connsiteX117" fmla="*/ 1085114 w 8218654"/>
              <a:gd name="connsiteY117" fmla="*/ 12425908 h 13689533"/>
              <a:gd name="connsiteX118" fmla="*/ 1108607 w 8218654"/>
              <a:gd name="connsiteY118" fmla="*/ 12426331 h 13689533"/>
              <a:gd name="connsiteX119" fmla="*/ 1215982 w 8218654"/>
              <a:gd name="connsiteY119" fmla="*/ 12428583 h 13689533"/>
              <a:gd name="connsiteX120" fmla="*/ 1327043 w 8218654"/>
              <a:gd name="connsiteY120" fmla="*/ 12438571 h 13689533"/>
              <a:gd name="connsiteX121" fmla="*/ 1503830 w 8218654"/>
              <a:gd name="connsiteY121" fmla="*/ 12440328 h 13689533"/>
              <a:gd name="connsiteX122" fmla="*/ 1845869 w 8218654"/>
              <a:gd name="connsiteY122" fmla="*/ 12454454 h 13689533"/>
              <a:gd name="connsiteX123" fmla="*/ 1919009 w 8218654"/>
              <a:gd name="connsiteY123" fmla="*/ 12466538 h 13689533"/>
              <a:gd name="connsiteX124" fmla="*/ 1994939 w 8218654"/>
              <a:gd name="connsiteY124" fmla="*/ 12470560 h 13689533"/>
              <a:gd name="connsiteX125" fmla="*/ 2289099 w 8218654"/>
              <a:gd name="connsiteY125" fmla="*/ 12486615 h 13689533"/>
              <a:gd name="connsiteX126" fmla="*/ 2362414 w 8218654"/>
              <a:gd name="connsiteY126" fmla="*/ 12487885 h 13689533"/>
              <a:gd name="connsiteX127" fmla="*/ 3090805 w 8218654"/>
              <a:gd name="connsiteY127" fmla="*/ 12522226 h 13689533"/>
              <a:gd name="connsiteX128" fmla="*/ 3142408 w 8218654"/>
              <a:gd name="connsiteY128" fmla="*/ 12529951 h 13689533"/>
              <a:gd name="connsiteX129" fmla="*/ 3154657 w 8218654"/>
              <a:gd name="connsiteY129" fmla="*/ 12531052 h 13689533"/>
              <a:gd name="connsiteX130" fmla="*/ 3530464 w 8218654"/>
              <a:gd name="connsiteY130" fmla="*/ 12542954 h 13689533"/>
              <a:gd name="connsiteX131" fmla="*/ 3658944 w 8218654"/>
              <a:gd name="connsiteY131" fmla="*/ 12549977 h 13689533"/>
              <a:gd name="connsiteX132" fmla="*/ 3674829 w 8218654"/>
              <a:gd name="connsiteY132" fmla="*/ 12549761 h 13689533"/>
              <a:gd name="connsiteX133" fmla="*/ 3767633 w 8218654"/>
              <a:gd name="connsiteY133" fmla="*/ 12552753 h 13689533"/>
              <a:gd name="connsiteX134" fmla="*/ 3859725 w 8218654"/>
              <a:gd name="connsiteY134" fmla="*/ 12554704 h 13689533"/>
              <a:gd name="connsiteX135" fmla="*/ 4186672 w 8218654"/>
              <a:gd name="connsiteY135" fmla="*/ 12573892 h 13689533"/>
              <a:gd name="connsiteX136" fmla="*/ 4265162 w 8218654"/>
              <a:gd name="connsiteY136" fmla="*/ 12584181 h 13689533"/>
              <a:gd name="connsiteX137" fmla="*/ 4475403 w 8218654"/>
              <a:gd name="connsiteY137" fmla="*/ 12587505 h 13689533"/>
              <a:gd name="connsiteX138" fmla="*/ 4932036 w 8218654"/>
              <a:gd name="connsiteY138" fmla="*/ 12610852 h 13689533"/>
              <a:gd name="connsiteX139" fmla="*/ 4975612 w 8218654"/>
              <a:gd name="connsiteY139" fmla="*/ 12612285 h 13689533"/>
              <a:gd name="connsiteX140" fmla="*/ 4987245 w 8218654"/>
              <a:gd name="connsiteY140" fmla="*/ 12611636 h 13689533"/>
              <a:gd name="connsiteX141" fmla="*/ 5499086 w 8218654"/>
              <a:gd name="connsiteY141" fmla="*/ 12635768 h 13689533"/>
              <a:gd name="connsiteX142" fmla="*/ 5547502 w 8218654"/>
              <a:gd name="connsiteY142" fmla="*/ 12639809 h 13689533"/>
              <a:gd name="connsiteX143" fmla="*/ 5571269 w 8218654"/>
              <a:gd name="connsiteY143" fmla="*/ 12639171 h 13689533"/>
              <a:gd name="connsiteX144" fmla="*/ 6371843 w 8218654"/>
              <a:gd name="connsiteY144" fmla="*/ 12676915 h 13689533"/>
              <a:gd name="connsiteX145" fmla="*/ 6372521 w 8218654"/>
              <a:gd name="connsiteY145" fmla="*/ 12677015 h 13689533"/>
              <a:gd name="connsiteX146" fmla="*/ 6450587 w 8218654"/>
              <a:gd name="connsiteY146" fmla="*/ 12680627 h 13689533"/>
              <a:gd name="connsiteX147" fmla="*/ 7021528 w 8218654"/>
              <a:gd name="connsiteY147" fmla="*/ 12706775 h 13689533"/>
              <a:gd name="connsiteX148" fmla="*/ 7068404 w 8218654"/>
              <a:gd name="connsiteY148" fmla="*/ 12708949 h 13689533"/>
              <a:gd name="connsiteX149" fmla="*/ 7070964 w 8218654"/>
              <a:gd name="connsiteY149" fmla="*/ 12675647 h 13689533"/>
              <a:gd name="connsiteX150" fmla="*/ 7077928 w 8218654"/>
              <a:gd name="connsiteY150" fmla="*/ 12439251 h 13689533"/>
              <a:gd name="connsiteX151" fmla="*/ 7089852 w 8218654"/>
              <a:gd name="connsiteY151" fmla="*/ 11907995 h 13689533"/>
              <a:gd name="connsiteX152" fmla="*/ 7100789 w 8218654"/>
              <a:gd name="connsiteY152" fmla="*/ 11768609 h 13689533"/>
              <a:gd name="connsiteX153" fmla="*/ 7101032 w 8218654"/>
              <a:gd name="connsiteY153" fmla="*/ 11751079 h 13689533"/>
              <a:gd name="connsiteX154" fmla="*/ 7135531 w 8218654"/>
              <a:gd name="connsiteY154" fmla="*/ 11217460 h 13689533"/>
              <a:gd name="connsiteX155" fmla="*/ 7161920 w 8218654"/>
              <a:gd name="connsiteY155" fmla="*/ 10787359 h 13689533"/>
              <a:gd name="connsiteX156" fmla="*/ 7169725 w 8218654"/>
              <a:gd name="connsiteY156" fmla="*/ 10658710 h 13689533"/>
              <a:gd name="connsiteX157" fmla="*/ 7167533 w 8218654"/>
              <a:gd name="connsiteY157" fmla="*/ 10538684 h 13689533"/>
              <a:gd name="connsiteX158" fmla="*/ 7174660 w 8218654"/>
              <a:gd name="connsiteY158" fmla="*/ 10233002 h 13689533"/>
              <a:gd name="connsiteX159" fmla="*/ 7181151 w 8218654"/>
              <a:gd name="connsiteY159" fmla="*/ 10180056 h 13689533"/>
              <a:gd name="connsiteX160" fmla="*/ 7182761 w 8218654"/>
              <a:gd name="connsiteY160" fmla="*/ 10008609 h 13689533"/>
              <a:gd name="connsiteX161" fmla="*/ 7195843 w 8218654"/>
              <a:gd name="connsiteY161" fmla="*/ 9792337 h 13689533"/>
              <a:gd name="connsiteX162" fmla="*/ 7197293 w 8218654"/>
              <a:gd name="connsiteY162" fmla="*/ 9774617 h 13689533"/>
              <a:gd name="connsiteX163" fmla="*/ 7199882 w 8218654"/>
              <a:gd name="connsiteY163" fmla="*/ 9637014 h 13689533"/>
              <a:gd name="connsiteX164" fmla="*/ 7221285 w 8218654"/>
              <a:gd name="connsiteY164" fmla="*/ 9365699 h 13689533"/>
              <a:gd name="connsiteX165" fmla="*/ 7221884 w 8218654"/>
              <a:gd name="connsiteY165" fmla="*/ 9345295 h 13689533"/>
              <a:gd name="connsiteX166" fmla="*/ 7231536 w 8218654"/>
              <a:gd name="connsiteY166" fmla="*/ 9181137 h 13689533"/>
              <a:gd name="connsiteX167" fmla="*/ 7250388 w 8218654"/>
              <a:gd name="connsiteY167" fmla="*/ 8787646 h 13689533"/>
              <a:gd name="connsiteX168" fmla="*/ 7261288 w 8218654"/>
              <a:gd name="connsiteY168" fmla="*/ 8595071 h 13689533"/>
              <a:gd name="connsiteX169" fmla="*/ 7263538 w 8218654"/>
              <a:gd name="connsiteY169" fmla="*/ 8502363 h 13689533"/>
              <a:gd name="connsiteX170" fmla="*/ 7268928 w 8218654"/>
              <a:gd name="connsiteY170" fmla="*/ 8293716 h 13689533"/>
              <a:gd name="connsiteX171" fmla="*/ 7271556 w 8218654"/>
              <a:gd name="connsiteY171" fmla="*/ 8266628 h 13689533"/>
              <a:gd name="connsiteX172" fmla="*/ 7275767 w 8218654"/>
              <a:gd name="connsiteY172" fmla="*/ 8006432 h 13689533"/>
              <a:gd name="connsiteX173" fmla="*/ 7289391 w 8218654"/>
              <a:gd name="connsiteY173" fmla="*/ 7740443 h 13689533"/>
              <a:gd name="connsiteX174" fmla="*/ 7309289 w 8218654"/>
              <a:gd name="connsiteY174" fmla="*/ 7486028 h 13689533"/>
              <a:gd name="connsiteX175" fmla="*/ 7312137 w 8218654"/>
              <a:gd name="connsiteY175" fmla="*/ 7287774 h 13689533"/>
              <a:gd name="connsiteX176" fmla="*/ 7333941 w 8218654"/>
              <a:gd name="connsiteY176" fmla="*/ 7009061 h 13689533"/>
              <a:gd name="connsiteX177" fmla="*/ 7340699 w 8218654"/>
              <a:gd name="connsiteY177" fmla="*/ 6962981 h 13689533"/>
              <a:gd name="connsiteX178" fmla="*/ 7340815 w 8218654"/>
              <a:gd name="connsiteY178" fmla="*/ 6961749 h 13689533"/>
              <a:gd name="connsiteX179" fmla="*/ 7346742 w 8218654"/>
              <a:gd name="connsiteY179" fmla="*/ 6737552 h 13689533"/>
              <a:gd name="connsiteX180" fmla="*/ 7344355 w 8218654"/>
              <a:gd name="connsiteY180" fmla="*/ 6541051 h 13689533"/>
              <a:gd name="connsiteX181" fmla="*/ 7349185 w 8218654"/>
              <a:gd name="connsiteY181" fmla="*/ 6493892 h 13689533"/>
              <a:gd name="connsiteX182" fmla="*/ 7348741 w 8218654"/>
              <a:gd name="connsiteY182" fmla="*/ 6481794 h 13689533"/>
              <a:gd name="connsiteX183" fmla="*/ 7362694 w 8218654"/>
              <a:gd name="connsiteY183" fmla="*/ 6030337 h 13689533"/>
              <a:gd name="connsiteX184" fmla="*/ 7386811 w 8218654"/>
              <a:gd name="connsiteY184" fmla="*/ 5827144 h 13689533"/>
              <a:gd name="connsiteX185" fmla="*/ 7388194 w 8218654"/>
              <a:gd name="connsiteY185" fmla="*/ 5747643 h 13689533"/>
              <a:gd name="connsiteX186" fmla="*/ 7418499 w 8218654"/>
              <a:gd name="connsiteY186" fmla="*/ 5222729 h 13689533"/>
              <a:gd name="connsiteX187" fmla="*/ 7423657 w 8218654"/>
              <a:gd name="connsiteY187" fmla="*/ 5110089 h 13689533"/>
              <a:gd name="connsiteX188" fmla="*/ 7423546 w 8218654"/>
              <a:gd name="connsiteY188" fmla="*/ 5108494 h 13689533"/>
              <a:gd name="connsiteX189" fmla="*/ 7432488 w 8218654"/>
              <a:gd name="connsiteY189" fmla="*/ 4865081 h 13689533"/>
              <a:gd name="connsiteX190" fmla="*/ 7434944 w 8218654"/>
              <a:gd name="connsiteY190" fmla="*/ 4839835 h 13689533"/>
              <a:gd name="connsiteX191" fmla="*/ 7446468 w 8218654"/>
              <a:gd name="connsiteY191" fmla="*/ 4533392 h 13689533"/>
              <a:gd name="connsiteX192" fmla="*/ 7451393 w 8218654"/>
              <a:gd name="connsiteY192" fmla="*/ 4444405 h 13689533"/>
              <a:gd name="connsiteX193" fmla="*/ 7452792 w 8218654"/>
              <a:gd name="connsiteY193" fmla="*/ 4369000 h 13689533"/>
              <a:gd name="connsiteX194" fmla="*/ 7467684 w 8218654"/>
              <a:gd name="connsiteY194" fmla="*/ 4147390 h 13689533"/>
              <a:gd name="connsiteX195" fmla="*/ 7468529 w 8218654"/>
              <a:gd name="connsiteY195" fmla="*/ 4134819 h 13689533"/>
              <a:gd name="connsiteX196" fmla="*/ 7474749 w 8218654"/>
              <a:gd name="connsiteY196" fmla="*/ 4022457 h 13689533"/>
              <a:gd name="connsiteX197" fmla="*/ 7491004 w 8218654"/>
              <a:gd name="connsiteY197" fmla="*/ 3635061 h 13689533"/>
              <a:gd name="connsiteX198" fmla="*/ 7494884 w 8218654"/>
              <a:gd name="connsiteY198" fmla="*/ 3517437 h 13689533"/>
              <a:gd name="connsiteX199" fmla="*/ 7495828 w 8218654"/>
              <a:gd name="connsiteY199" fmla="*/ 3418622 h 13689533"/>
              <a:gd name="connsiteX200" fmla="*/ 7506750 w 8218654"/>
              <a:gd name="connsiteY200" fmla="*/ 3343682 h 13689533"/>
              <a:gd name="connsiteX201" fmla="*/ 7525951 w 8218654"/>
              <a:gd name="connsiteY201" fmla="*/ 2936418 h 13689533"/>
              <a:gd name="connsiteX202" fmla="*/ 7534813 w 8218654"/>
              <a:gd name="connsiteY202" fmla="*/ 2833970 h 13689533"/>
              <a:gd name="connsiteX203" fmla="*/ 7532352 w 8218654"/>
              <a:gd name="connsiteY203" fmla="*/ 2800662 h 13689533"/>
              <a:gd name="connsiteX204" fmla="*/ 7564353 w 8218654"/>
              <a:gd name="connsiteY204" fmla="*/ 2121889 h 13689533"/>
              <a:gd name="connsiteX205" fmla="*/ 7577154 w 8218654"/>
              <a:gd name="connsiteY205" fmla="*/ 1850379 h 13689533"/>
              <a:gd name="connsiteX206" fmla="*/ 7599517 w 8218654"/>
              <a:gd name="connsiteY206" fmla="*/ 1562404 h 13689533"/>
              <a:gd name="connsiteX207" fmla="*/ 7874424 w 8218654"/>
              <a:gd name="connsiteY207" fmla="*/ 8000769 h 13689533"/>
              <a:gd name="connsiteX208" fmla="*/ 7861848 w 8218654"/>
              <a:gd name="connsiteY208" fmla="*/ 8149768 h 13689533"/>
              <a:gd name="connsiteX209" fmla="*/ 7836279 w 8218654"/>
              <a:gd name="connsiteY209" fmla="*/ 8334091 h 13689533"/>
              <a:gd name="connsiteX210" fmla="*/ 7837517 w 8218654"/>
              <a:gd name="connsiteY210" fmla="*/ 8388188 h 13689533"/>
              <a:gd name="connsiteX211" fmla="*/ 7815317 w 8218654"/>
              <a:gd name="connsiteY211" fmla="*/ 8664434 h 13689533"/>
              <a:gd name="connsiteX212" fmla="*/ 7776915 w 8218654"/>
              <a:gd name="connsiteY212" fmla="*/ 9478962 h 13689533"/>
              <a:gd name="connsiteX213" fmla="*/ 7764115 w 8218654"/>
              <a:gd name="connsiteY213" fmla="*/ 9750471 h 13689533"/>
              <a:gd name="connsiteX214" fmla="*/ 7751314 w 8218654"/>
              <a:gd name="connsiteY214" fmla="*/ 10021982 h 13689533"/>
              <a:gd name="connsiteX215" fmla="*/ 7750827 w 8218654"/>
              <a:gd name="connsiteY215" fmla="*/ 10077307 h 13689533"/>
              <a:gd name="connsiteX216" fmla="*/ 7745442 w 8218654"/>
              <a:gd name="connsiteY216" fmla="*/ 10143243 h 13689533"/>
              <a:gd name="connsiteX217" fmla="*/ 7744914 w 8218654"/>
              <a:gd name="connsiteY217" fmla="*/ 10157736 h 13689533"/>
              <a:gd name="connsiteX218" fmla="*/ 7737706 w 8218654"/>
              <a:gd name="connsiteY218" fmla="*/ 10363411 h 13689533"/>
              <a:gd name="connsiteX219" fmla="*/ 7736898 w 8218654"/>
              <a:gd name="connsiteY219" fmla="*/ 10372918 h 13689533"/>
              <a:gd name="connsiteX220" fmla="*/ 7736804 w 8218654"/>
              <a:gd name="connsiteY220" fmla="*/ 10377517 h 13689533"/>
              <a:gd name="connsiteX221" fmla="*/ 7719312 w 8218654"/>
              <a:gd name="connsiteY221" fmla="*/ 10700755 h 13689533"/>
              <a:gd name="connsiteX222" fmla="*/ 7693711 w 8218654"/>
              <a:gd name="connsiteY222" fmla="*/ 11243776 h 13689533"/>
              <a:gd name="connsiteX223" fmla="*/ 7688557 w 8218654"/>
              <a:gd name="connsiteY223" fmla="*/ 11403788 h 13689533"/>
              <a:gd name="connsiteX224" fmla="*/ 7688506 w 8218654"/>
              <a:gd name="connsiteY224" fmla="*/ 11412531 h 13689533"/>
              <a:gd name="connsiteX225" fmla="*/ 7690970 w 8218654"/>
              <a:gd name="connsiteY225" fmla="*/ 11480556 h 13689533"/>
              <a:gd name="connsiteX226" fmla="*/ 7688040 w 8218654"/>
              <a:gd name="connsiteY226" fmla="*/ 11576410 h 13689533"/>
              <a:gd name="connsiteX227" fmla="*/ 7686919 w 8218654"/>
              <a:gd name="connsiteY227" fmla="*/ 11588213 h 13689533"/>
              <a:gd name="connsiteX228" fmla="*/ 7681694 w 8218654"/>
              <a:gd name="connsiteY228" fmla="*/ 11740486 h 13689533"/>
              <a:gd name="connsiteX229" fmla="*/ 7661709 w 8218654"/>
              <a:gd name="connsiteY229" fmla="*/ 11922549 h 13689533"/>
              <a:gd name="connsiteX230" fmla="*/ 7652471 w 8218654"/>
              <a:gd name="connsiteY230" fmla="*/ 12004820 h 13689533"/>
              <a:gd name="connsiteX231" fmla="*/ 7655309 w 8218654"/>
              <a:gd name="connsiteY231" fmla="*/ 12058303 h 13689533"/>
              <a:gd name="connsiteX232" fmla="*/ 7631555 w 8218654"/>
              <a:gd name="connsiteY232" fmla="*/ 12549409 h 13689533"/>
              <a:gd name="connsiteX233" fmla="*/ 7630260 w 8218654"/>
              <a:gd name="connsiteY233" fmla="*/ 12578878 h 13689533"/>
              <a:gd name="connsiteX234" fmla="*/ 7629478 w 8218654"/>
              <a:gd name="connsiteY234" fmla="*/ 12650572 h 13689533"/>
              <a:gd name="connsiteX235" fmla="*/ 7626108 w 8218654"/>
              <a:gd name="connsiteY235" fmla="*/ 12832867 h 13689533"/>
              <a:gd name="connsiteX236" fmla="*/ 7620799 w 8218654"/>
              <a:gd name="connsiteY236" fmla="*/ 12892658 h 13689533"/>
              <a:gd name="connsiteX237" fmla="*/ 7615940 w 8218654"/>
              <a:gd name="connsiteY237" fmla="*/ 13194096 h 13689533"/>
              <a:gd name="connsiteX238" fmla="*/ 7578505 w 8218654"/>
              <a:gd name="connsiteY238" fmla="*/ 13687360 h 13689533"/>
              <a:gd name="connsiteX239" fmla="*/ 7437611 w 8218654"/>
              <a:gd name="connsiteY239" fmla="*/ 13687241 h 13689533"/>
              <a:gd name="connsiteX240" fmla="*/ 7020325 w 8218654"/>
              <a:gd name="connsiteY240" fmla="*/ 13661044 h 13689533"/>
              <a:gd name="connsiteX241" fmla="*/ 7027423 w 8218654"/>
              <a:gd name="connsiteY241" fmla="*/ 13529240 h 13689533"/>
              <a:gd name="connsiteX242" fmla="*/ 7032358 w 8218654"/>
              <a:gd name="connsiteY242" fmla="*/ 13475219 h 13689533"/>
              <a:gd name="connsiteX243" fmla="*/ 7033303 w 8218654"/>
              <a:gd name="connsiteY243" fmla="*/ 13460637 h 13689533"/>
              <a:gd name="connsiteX244" fmla="*/ 7033126 w 8218654"/>
              <a:gd name="connsiteY244" fmla="*/ 13389535 h 13689533"/>
              <a:gd name="connsiteX245" fmla="*/ 7032976 w 8218654"/>
              <a:gd name="connsiteY245" fmla="*/ 13333792 h 13689533"/>
              <a:gd name="connsiteX246" fmla="*/ 7036134 w 8218654"/>
              <a:gd name="connsiteY246" fmla="*/ 13267830 h 13689533"/>
              <a:gd name="connsiteX247" fmla="*/ 7005216 w 8218654"/>
              <a:gd name="connsiteY247" fmla="*/ 13266403 h 13689533"/>
              <a:gd name="connsiteX248" fmla="*/ 6941647 w 8218654"/>
              <a:gd name="connsiteY248" fmla="*/ 13260981 h 13689533"/>
              <a:gd name="connsiteX249" fmla="*/ 6819550 w 8218654"/>
              <a:gd name="connsiteY249" fmla="*/ 13261409 h 13689533"/>
              <a:gd name="connsiteX250" fmla="*/ 6489892 w 8218654"/>
              <a:gd name="connsiteY250" fmla="*/ 13241901 h 13689533"/>
              <a:gd name="connsiteX251" fmla="*/ 6460184 w 8218654"/>
              <a:gd name="connsiteY251" fmla="*/ 13237707 h 13689533"/>
              <a:gd name="connsiteX252" fmla="*/ 6417709 w 8218654"/>
              <a:gd name="connsiteY252" fmla="*/ 13238498 h 13689533"/>
              <a:gd name="connsiteX253" fmla="*/ 5905867 w 8218654"/>
              <a:gd name="connsiteY253" fmla="*/ 13214366 h 13689533"/>
              <a:gd name="connsiteX254" fmla="*/ 5851800 w 8218654"/>
              <a:gd name="connsiteY254" fmla="*/ 13209087 h 13689533"/>
              <a:gd name="connsiteX255" fmla="*/ 5744615 w 8218654"/>
              <a:gd name="connsiteY255" fmla="*/ 13202559 h 13689533"/>
              <a:gd name="connsiteX256" fmla="*/ 5394025 w 8218654"/>
              <a:gd name="connsiteY256" fmla="*/ 13190235 h 13689533"/>
              <a:gd name="connsiteX257" fmla="*/ 5254179 w 8218654"/>
              <a:gd name="connsiteY257" fmla="*/ 13191673 h 13689533"/>
              <a:gd name="connsiteX258" fmla="*/ 5166617 w 8218654"/>
              <a:gd name="connsiteY258" fmla="*/ 13185693 h 13689533"/>
              <a:gd name="connsiteX259" fmla="*/ 5045831 w 8218654"/>
              <a:gd name="connsiteY259" fmla="*/ 13183281 h 13689533"/>
              <a:gd name="connsiteX260" fmla="*/ 4842764 w 8218654"/>
              <a:gd name="connsiteY260" fmla="*/ 13172396 h 13689533"/>
              <a:gd name="connsiteX261" fmla="*/ 4682447 w 8218654"/>
              <a:gd name="connsiteY261" fmla="*/ 13159597 h 13689533"/>
              <a:gd name="connsiteX262" fmla="*/ 4498424 w 8218654"/>
              <a:gd name="connsiteY262" fmla="*/ 13150199 h 13689533"/>
              <a:gd name="connsiteX263" fmla="*/ 4287820 w 8218654"/>
              <a:gd name="connsiteY263" fmla="*/ 13138502 h 13689533"/>
              <a:gd name="connsiteX264" fmla="*/ 4285145 w 8218654"/>
              <a:gd name="connsiteY264" fmla="*/ 13138503 h 13689533"/>
              <a:gd name="connsiteX265" fmla="*/ 4081610 w 8218654"/>
              <a:gd name="connsiteY265" fmla="*/ 13128360 h 13689533"/>
              <a:gd name="connsiteX266" fmla="*/ 3281038 w 8218654"/>
              <a:gd name="connsiteY266" fmla="*/ 13090616 h 13689533"/>
              <a:gd name="connsiteX267" fmla="*/ 3064645 w 8218654"/>
              <a:gd name="connsiteY267" fmla="*/ 13073296 h 13689533"/>
              <a:gd name="connsiteX268" fmla="*/ 3002576 w 8218654"/>
              <a:gd name="connsiteY268" fmla="*/ 13072638 h 13689533"/>
              <a:gd name="connsiteX269" fmla="*/ 2913561 w 8218654"/>
              <a:gd name="connsiteY269" fmla="*/ 13073290 h 13689533"/>
              <a:gd name="connsiteX270" fmla="*/ 2401719 w 8218654"/>
              <a:gd name="connsiteY270" fmla="*/ 13049159 h 13689533"/>
              <a:gd name="connsiteX271" fmla="*/ 2316646 w 8218654"/>
              <a:gd name="connsiteY271" fmla="*/ 13042277 h 13689533"/>
              <a:gd name="connsiteX272" fmla="*/ 2259711 w 8218654"/>
              <a:gd name="connsiteY272" fmla="*/ 13042401 h 13689533"/>
              <a:gd name="connsiteX273" fmla="*/ 2139672 w 8218654"/>
              <a:gd name="connsiteY273" fmla="*/ 13042716 h 13689533"/>
              <a:gd name="connsiteX274" fmla="*/ 2083988 w 8218654"/>
              <a:gd name="connsiteY274" fmla="*/ 13038167 h 13689533"/>
              <a:gd name="connsiteX275" fmla="*/ 2060648 w 8218654"/>
              <a:gd name="connsiteY275" fmla="*/ 13038508 h 13689533"/>
              <a:gd name="connsiteX276" fmla="*/ 1962061 w 8218654"/>
              <a:gd name="connsiteY276" fmla="*/ 13028431 h 13689533"/>
              <a:gd name="connsiteX277" fmla="*/ 1571805 w 8218654"/>
              <a:gd name="connsiteY277" fmla="*/ 13017643 h 13689533"/>
              <a:gd name="connsiteX278" fmla="*/ 1453958 w 8218654"/>
              <a:gd name="connsiteY278" fmla="*/ 13004710 h 13689533"/>
              <a:gd name="connsiteX279" fmla="*/ 1322159 w 8218654"/>
              <a:gd name="connsiteY279" fmla="*/ 13009423 h 13689533"/>
              <a:gd name="connsiteX280" fmla="*/ 1182441 w 8218654"/>
              <a:gd name="connsiteY280" fmla="*/ 13006361 h 13689533"/>
              <a:gd name="connsiteX281" fmla="*/ 908681 w 8218654"/>
              <a:gd name="connsiteY281" fmla="*/ 12980472 h 13689533"/>
              <a:gd name="connsiteX282" fmla="*/ 776009 w 8218654"/>
              <a:gd name="connsiteY282" fmla="*/ 12981828 h 13689533"/>
              <a:gd name="connsiteX283" fmla="*/ 0 w 8218654"/>
              <a:gd name="connsiteY283" fmla="*/ 12935927 h 13689533"/>
              <a:gd name="connsiteX284" fmla="*/ 18087 w 8218654"/>
              <a:gd name="connsiteY284" fmla="*/ 12663722 h 13689533"/>
              <a:gd name="connsiteX285" fmla="*/ 19330 w 8218654"/>
              <a:gd name="connsiteY285" fmla="*/ 12642465 h 13689533"/>
              <a:gd name="connsiteX286" fmla="*/ 22377 w 8218654"/>
              <a:gd name="connsiteY286" fmla="*/ 12517247 h 13689533"/>
              <a:gd name="connsiteX287" fmla="*/ 26316 w 8218654"/>
              <a:gd name="connsiteY287" fmla="*/ 12377747 h 13689533"/>
              <a:gd name="connsiteX288" fmla="*/ 171001 w 8218654"/>
              <a:gd name="connsiteY288" fmla="*/ 12378627 h 13689533"/>
              <a:gd name="connsiteX289" fmla="*/ 204973 w 8218654"/>
              <a:gd name="connsiteY289" fmla="*/ 12379670 h 13689533"/>
              <a:gd name="connsiteX290" fmla="*/ 203834 w 8218654"/>
              <a:gd name="connsiteY290" fmla="*/ 12333556 h 13689533"/>
              <a:gd name="connsiteX291" fmla="*/ 208317 w 8218654"/>
              <a:gd name="connsiteY291" fmla="*/ 12225891 h 13689533"/>
              <a:gd name="connsiteX292" fmla="*/ 209038 w 8218654"/>
              <a:gd name="connsiteY292" fmla="*/ 12176803 h 13689533"/>
              <a:gd name="connsiteX293" fmla="*/ 208317 w 8218654"/>
              <a:gd name="connsiteY293" fmla="*/ 12153628 h 13689533"/>
              <a:gd name="connsiteX294" fmla="*/ 208317 w 8218654"/>
              <a:gd name="connsiteY294" fmla="*/ 11352165 h 13689533"/>
              <a:gd name="connsiteX295" fmla="*/ 216342 w 8218654"/>
              <a:gd name="connsiteY295" fmla="*/ 11207940 h 13689533"/>
              <a:gd name="connsiteX296" fmla="*/ 212069 w 8218654"/>
              <a:gd name="connsiteY296" fmla="*/ 11086383 h 13689533"/>
              <a:gd name="connsiteX297" fmla="*/ 208378 w 8218654"/>
              <a:gd name="connsiteY297" fmla="*/ 11023615 h 13689533"/>
              <a:gd name="connsiteX298" fmla="*/ 206034 w 8218654"/>
              <a:gd name="connsiteY298" fmla="*/ 10998595 h 13689533"/>
              <a:gd name="connsiteX299" fmla="*/ 206305 w 8218654"/>
              <a:gd name="connsiteY299" fmla="*/ 10988346 h 13689533"/>
              <a:gd name="connsiteX300" fmla="*/ 205404 w 8218654"/>
              <a:gd name="connsiteY300" fmla="*/ 10973030 h 13689533"/>
              <a:gd name="connsiteX301" fmla="*/ 208317 w 8218654"/>
              <a:gd name="connsiteY301" fmla="*/ 10839755 h 13689533"/>
              <a:gd name="connsiteX302" fmla="*/ 201403 w 8218654"/>
              <a:gd name="connsiteY302" fmla="*/ 10420979 h 13689533"/>
              <a:gd name="connsiteX303" fmla="*/ 197587 w 8218654"/>
              <a:gd name="connsiteY303" fmla="*/ 10259972 h 13689533"/>
              <a:gd name="connsiteX304" fmla="*/ 197140 w 8218654"/>
              <a:gd name="connsiteY304" fmla="*/ 10254157 h 13689533"/>
              <a:gd name="connsiteX305" fmla="*/ 208317 w 8218654"/>
              <a:gd name="connsiteY305" fmla="*/ 9814934 h 13689533"/>
              <a:gd name="connsiteX306" fmla="*/ 216848 w 8218654"/>
              <a:gd name="connsiteY306" fmla="*/ 9751557 h 13689533"/>
              <a:gd name="connsiteX307" fmla="*/ 214917 w 8218654"/>
              <a:gd name="connsiteY307" fmla="*/ 9679117 h 13689533"/>
              <a:gd name="connsiteX308" fmla="*/ 206237 w 8218654"/>
              <a:gd name="connsiteY308" fmla="*/ 9474660 h 13689533"/>
              <a:gd name="connsiteX309" fmla="*/ 207593 w 8218654"/>
              <a:gd name="connsiteY309" fmla="*/ 9366730 h 13689533"/>
              <a:gd name="connsiteX310" fmla="*/ 199807 w 8218654"/>
              <a:gd name="connsiteY310" fmla="*/ 9280101 h 13689533"/>
              <a:gd name="connsiteX311" fmla="*/ 200203 w 8218654"/>
              <a:gd name="connsiteY311" fmla="*/ 9177534 h 13689533"/>
              <a:gd name="connsiteX312" fmla="*/ 206831 w 8218654"/>
              <a:gd name="connsiteY312" fmla="*/ 8979137 h 13689533"/>
              <a:gd name="connsiteX313" fmla="*/ 203369 w 8218654"/>
              <a:gd name="connsiteY313" fmla="*/ 8850322 h 13689533"/>
              <a:gd name="connsiteX314" fmla="*/ 208317 w 8218654"/>
              <a:gd name="connsiteY314" fmla="*/ 8652157 h 13689533"/>
              <a:gd name="connsiteX315" fmla="*/ 209121 w 8218654"/>
              <a:gd name="connsiteY315" fmla="*/ 8606486 h 13689533"/>
              <a:gd name="connsiteX316" fmla="*/ 208317 w 8218654"/>
              <a:gd name="connsiteY316" fmla="*/ 8494492 h 13689533"/>
              <a:gd name="connsiteX317" fmla="*/ 208317 w 8218654"/>
              <a:gd name="connsiteY317" fmla="*/ 7837556 h 13689533"/>
              <a:gd name="connsiteX318" fmla="*/ 210587 w 8218654"/>
              <a:gd name="connsiteY318" fmla="*/ 7571958 h 13689533"/>
              <a:gd name="connsiteX319" fmla="*/ 202552 w 8218654"/>
              <a:gd name="connsiteY319" fmla="*/ 7441941 h 13689533"/>
              <a:gd name="connsiteX320" fmla="*/ 189727 w 8218654"/>
              <a:gd name="connsiteY320" fmla="*/ 7440815 h 13689533"/>
              <a:gd name="connsiteX321" fmla="*/ 201597 w 8218654"/>
              <a:gd name="connsiteY321" fmla="*/ 7352837 h 13689533"/>
              <a:gd name="connsiteX322" fmla="*/ 201326 w 8218654"/>
              <a:gd name="connsiteY322" fmla="*/ 7312418 h 13689533"/>
              <a:gd name="connsiteX323" fmla="*/ 205247 w 8218654"/>
              <a:gd name="connsiteY323" fmla="*/ 7279026 h 13689533"/>
              <a:gd name="connsiteX324" fmla="*/ 204054 w 8218654"/>
              <a:gd name="connsiteY324" fmla="*/ 7227891 h 13689533"/>
              <a:gd name="connsiteX325" fmla="*/ 208317 w 8218654"/>
              <a:gd name="connsiteY325" fmla="*/ 6681348 h 13689533"/>
              <a:gd name="connsiteX326" fmla="*/ 208317 w 8218654"/>
              <a:gd name="connsiteY326" fmla="*/ 6241201 h 13689533"/>
              <a:gd name="connsiteX327" fmla="*/ 208317 w 8218654"/>
              <a:gd name="connsiteY327" fmla="*/ 5439739 h 13689533"/>
              <a:gd name="connsiteX328" fmla="*/ 348060 w 8218654"/>
              <a:gd name="connsiteY328" fmla="*/ 5430552 h 13689533"/>
              <a:gd name="connsiteX329" fmla="*/ 410003 w 8218654"/>
              <a:gd name="connsiteY329" fmla="*/ 5430087 h 13689533"/>
              <a:gd name="connsiteX330" fmla="*/ 418502 w 8218654"/>
              <a:gd name="connsiteY330" fmla="*/ 5337888 h 13689533"/>
              <a:gd name="connsiteX331" fmla="*/ 438557 w 8218654"/>
              <a:gd name="connsiteY331" fmla="*/ 5161281 h 13689533"/>
              <a:gd name="connsiteX332" fmla="*/ 442659 w 8218654"/>
              <a:gd name="connsiteY332" fmla="*/ 5115840 h 13689533"/>
              <a:gd name="connsiteX333" fmla="*/ 461412 w 8218654"/>
              <a:gd name="connsiteY333" fmla="*/ 4863188 h 13689533"/>
              <a:gd name="connsiteX334" fmla="*/ 505239 w 8218654"/>
              <a:gd name="connsiteY334" fmla="*/ 4539413 h 13689533"/>
              <a:gd name="connsiteX335" fmla="*/ 509737 w 8218654"/>
              <a:gd name="connsiteY335" fmla="*/ 4407588 h 13689533"/>
              <a:gd name="connsiteX336" fmla="*/ 550571 w 8218654"/>
              <a:gd name="connsiteY336" fmla="*/ 4113314 h 13689533"/>
              <a:gd name="connsiteX337" fmla="*/ 554646 w 8218654"/>
              <a:gd name="connsiteY337" fmla="*/ 4090029 h 13689533"/>
              <a:gd name="connsiteX338" fmla="*/ 561309 w 8218654"/>
              <a:gd name="connsiteY338" fmla="*/ 4025192 h 13689533"/>
              <a:gd name="connsiteX339" fmla="*/ 590720 w 8218654"/>
              <a:gd name="connsiteY339" fmla="*/ 3788857 h 13689533"/>
              <a:gd name="connsiteX340" fmla="*/ 591860 w 8218654"/>
              <a:gd name="connsiteY340" fmla="*/ 3744366 h 13689533"/>
              <a:gd name="connsiteX341" fmla="*/ 655093 w 8218654"/>
              <a:gd name="connsiteY341" fmla="*/ 3163122 h 13689533"/>
              <a:gd name="connsiteX342" fmla="*/ 681483 w 8218654"/>
              <a:gd name="connsiteY342" fmla="*/ 2956249 h 13689533"/>
              <a:gd name="connsiteX343" fmla="*/ 687775 w 8218654"/>
              <a:gd name="connsiteY343" fmla="*/ 2862704 h 13689533"/>
              <a:gd name="connsiteX344" fmla="*/ 717033 w 8218654"/>
              <a:gd name="connsiteY344" fmla="*/ 2573291 h 13689533"/>
              <a:gd name="connsiteX345" fmla="*/ 727976 w 8218654"/>
              <a:gd name="connsiteY345" fmla="*/ 2500581 h 13689533"/>
              <a:gd name="connsiteX346" fmla="*/ 733957 w 8218654"/>
              <a:gd name="connsiteY346" fmla="*/ 2438199 h 13689533"/>
              <a:gd name="connsiteX347" fmla="*/ 797189 w 8218654"/>
              <a:gd name="connsiteY347" fmla="*/ 1856955 h 13689533"/>
              <a:gd name="connsiteX348" fmla="*/ 804411 w 8218654"/>
              <a:gd name="connsiteY348" fmla="*/ 1813579 h 13689533"/>
              <a:gd name="connsiteX349" fmla="*/ 806426 w 8218654"/>
              <a:gd name="connsiteY349" fmla="*/ 1772055 h 13689533"/>
              <a:gd name="connsiteX350" fmla="*/ 817426 w 8218654"/>
              <a:gd name="connsiteY350" fmla="*/ 1614248 h 13689533"/>
              <a:gd name="connsiteX351" fmla="*/ 830846 w 8218654"/>
              <a:gd name="connsiteY351" fmla="*/ 1529468 h 13689533"/>
              <a:gd name="connsiteX352" fmla="*/ 831613 w 8218654"/>
              <a:gd name="connsiteY352" fmla="*/ 1518192 h 13689533"/>
              <a:gd name="connsiteX353" fmla="*/ 844792 w 8218654"/>
              <a:gd name="connsiteY353" fmla="*/ 1419390 h 13689533"/>
              <a:gd name="connsiteX354" fmla="*/ 872587 w 8218654"/>
              <a:gd name="connsiteY354" fmla="*/ 1229666 h 13689533"/>
              <a:gd name="connsiteX355" fmla="*/ 889015 w 8218654"/>
              <a:gd name="connsiteY355" fmla="*/ 1090688 h 13689533"/>
              <a:gd name="connsiteX356" fmla="*/ 893105 w 8218654"/>
              <a:gd name="connsiteY356" fmla="*/ 975293 h 13689533"/>
              <a:gd name="connsiteX357" fmla="*/ 926345 w 8218654"/>
              <a:gd name="connsiteY357" fmla="*/ 603024 h 13689533"/>
              <a:gd name="connsiteX358" fmla="*/ 933258 w 8218654"/>
              <a:gd name="connsiteY358" fmla="*/ 561150 h 13689533"/>
              <a:gd name="connsiteX359" fmla="*/ 858541 w 8218654"/>
              <a:gd name="connsiteY359" fmla="*/ 558921 h 13689533"/>
              <a:gd name="connsiteX360" fmla="*/ 704254 w 8218654"/>
              <a:gd name="connsiteY360" fmla="*/ 560161 h 13689533"/>
              <a:gd name="connsiteX361" fmla="*/ 715371 w 8218654"/>
              <a:gd name="connsiteY361" fmla="*/ 308151 h 13689533"/>
              <a:gd name="connsiteX362" fmla="*/ 715472 w 8218654"/>
              <a:gd name="connsiteY362" fmla="*/ 303934 h 13689533"/>
              <a:gd name="connsiteX363" fmla="*/ 714783 w 8218654"/>
              <a:gd name="connsiteY363" fmla="*/ 263201 h 13689533"/>
              <a:gd name="connsiteX364" fmla="*/ 730570 w 8218654"/>
              <a:gd name="connsiteY364" fmla="*/ 1981 h 13689533"/>
              <a:gd name="connsiteX365" fmla="*/ 1531143 w 8218654"/>
              <a:gd name="connsiteY365" fmla="*/ 39725 h 13689533"/>
              <a:gd name="connsiteX366" fmla="*/ 1970803 w 8218654"/>
              <a:gd name="connsiteY366" fmla="*/ 60454 h 13689533"/>
              <a:gd name="connsiteX367" fmla="*/ 2554827 w 8218654"/>
              <a:gd name="connsiteY367" fmla="*/ 87988 h 13689533"/>
              <a:gd name="connsiteX368" fmla="*/ 2568380 w 8218654"/>
              <a:gd name="connsiteY368" fmla="*/ 89303 h 13689533"/>
              <a:gd name="connsiteX369" fmla="*/ 2582798 w 8218654"/>
              <a:gd name="connsiteY369" fmla="*/ 90482 h 13689533"/>
              <a:gd name="connsiteX370" fmla="*/ 2699193 w 8218654"/>
              <a:gd name="connsiteY370" fmla="*/ 94794 h 13689533"/>
              <a:gd name="connsiteX371" fmla="*/ 2820100 w 8218654"/>
              <a:gd name="connsiteY371" fmla="*/ 101286 h 13689533"/>
              <a:gd name="connsiteX372" fmla="*/ 2876316 w 8218654"/>
              <a:gd name="connsiteY372" fmla="*/ 100605 h 13689533"/>
              <a:gd name="connsiteX373" fmla="*/ 2994486 w 8218654"/>
              <a:gd name="connsiteY373" fmla="*/ 108716 h 13689533"/>
              <a:gd name="connsiteX374" fmla="*/ 3313009 w 8218654"/>
              <a:gd name="connsiteY374" fmla="*/ 131355 h 13689533"/>
              <a:gd name="connsiteX375" fmla="*/ 3331190 w 8218654"/>
              <a:gd name="connsiteY375" fmla="*/ 131801 h 13689533"/>
              <a:gd name="connsiteX376" fmla="*/ 3499766 w 8218654"/>
              <a:gd name="connsiteY376" fmla="*/ 132538 h 13689533"/>
              <a:gd name="connsiteX377" fmla="*/ 3868619 w 8218654"/>
              <a:gd name="connsiteY377" fmla="*/ 144936 h 13689533"/>
              <a:gd name="connsiteX378" fmla="*/ 3934517 w 8218654"/>
              <a:gd name="connsiteY378" fmla="*/ 152173 h 13689533"/>
              <a:gd name="connsiteX379" fmla="*/ 4070293 w 8218654"/>
              <a:gd name="connsiteY379" fmla="*/ 158162 h 13689533"/>
              <a:gd name="connsiteX380" fmla="*/ 4172751 w 8218654"/>
              <a:gd name="connsiteY380" fmla="*/ 163922 h 13689533"/>
              <a:gd name="connsiteX381" fmla="*/ 4353603 w 8218654"/>
              <a:gd name="connsiteY381" fmla="*/ 168721 h 13689533"/>
              <a:gd name="connsiteX382" fmla="*/ 4535749 w 8218654"/>
              <a:gd name="connsiteY382" fmla="*/ 182610 h 13689533"/>
              <a:gd name="connsiteX383" fmla="*/ 4557251 w 8218654"/>
              <a:gd name="connsiteY383" fmla="*/ 184202 h 13689533"/>
              <a:gd name="connsiteX384" fmla="*/ 4597323 w 8218654"/>
              <a:gd name="connsiteY384" fmla="*/ 186775 h 13689533"/>
              <a:gd name="connsiteX385" fmla="*/ 4629802 w 8218654"/>
              <a:gd name="connsiteY385" fmla="*/ 189573 h 13689533"/>
              <a:gd name="connsiteX386" fmla="*/ 4710105 w 8218654"/>
              <a:gd name="connsiteY386" fmla="*/ 195518 h 13689533"/>
              <a:gd name="connsiteX387" fmla="*/ 4884363 w 8218654"/>
              <a:gd name="connsiteY387" fmla="*/ 197817 h 13689533"/>
              <a:gd name="connsiteX388" fmla="*/ 5054067 w 8218654"/>
              <a:gd name="connsiteY388" fmla="*/ 201992 h 13689533"/>
              <a:gd name="connsiteX389" fmla="*/ 5194406 w 8218654"/>
              <a:gd name="connsiteY389" fmla="*/ 215246 h 13689533"/>
              <a:gd name="connsiteX390" fmla="*/ 5251840 w 8218654"/>
              <a:gd name="connsiteY390" fmla="*/ 215142 h 13689533"/>
              <a:gd name="connsiteX391" fmla="*/ 5837202 w 8218654"/>
              <a:gd name="connsiteY391" fmla="*/ 222529 h 13689533"/>
              <a:gd name="connsiteX392" fmla="*/ 5946657 w 8218654"/>
              <a:gd name="connsiteY392" fmla="*/ 237968 h 13689533"/>
              <a:gd name="connsiteX393" fmla="*/ 5950773 w 8218654"/>
              <a:gd name="connsiteY393" fmla="*/ 238098 h 13689533"/>
              <a:gd name="connsiteX394" fmla="*/ 6485510 w 8218654"/>
              <a:gd name="connsiteY394" fmla="*/ 273305 h 13689533"/>
              <a:gd name="connsiteX395" fmla="*/ 6608443 w 8218654"/>
              <a:gd name="connsiteY395" fmla="*/ 271545 h 13689533"/>
              <a:gd name="connsiteX396" fmla="*/ 6728551 w 8218654"/>
              <a:gd name="connsiteY396" fmla="*/ 280807 h 13689533"/>
              <a:gd name="connsiteX397" fmla="*/ 6952792 w 8218654"/>
              <a:gd name="connsiteY397" fmla="*/ 285979 h 13689533"/>
              <a:gd name="connsiteX398" fmla="*/ 7145860 w 8218654"/>
              <a:gd name="connsiteY398" fmla="*/ 296651 h 13689533"/>
              <a:gd name="connsiteX399" fmla="*/ 7232501 w 8218654"/>
              <a:gd name="connsiteY399" fmla="*/ 305332 h 13689533"/>
              <a:gd name="connsiteX400" fmla="*/ 7283877 w 8218654"/>
              <a:gd name="connsiteY400" fmla="*/ 306748 h 13689533"/>
              <a:gd name="connsiteX401" fmla="*/ 7503858 w 8218654"/>
              <a:gd name="connsiteY401" fmla="*/ 319029 h 13689533"/>
              <a:gd name="connsiteX402" fmla="*/ 7529293 w 8218654"/>
              <a:gd name="connsiteY402" fmla="*/ 320577 h 13689533"/>
              <a:gd name="connsiteX403" fmla="*/ 7559503 w 8218654"/>
              <a:gd name="connsiteY403" fmla="*/ 320688 h 13689533"/>
              <a:gd name="connsiteX404" fmla="*/ 7632017 w 8218654"/>
              <a:gd name="connsiteY404" fmla="*/ 321303 h 13689533"/>
              <a:gd name="connsiteX405" fmla="*/ 7639949 w 8218654"/>
              <a:gd name="connsiteY405" fmla="*/ 244636 h 13689533"/>
              <a:gd name="connsiteX406" fmla="*/ 7660358 w 8218654"/>
              <a:gd name="connsiteY406" fmla="*/ 85567 h 13689533"/>
              <a:gd name="connsiteX407" fmla="*/ 7826217 w 8218654"/>
              <a:gd name="connsiteY407" fmla="*/ 100623 h 13689533"/>
              <a:gd name="connsiteX408" fmla="*/ 7928974 w 8218654"/>
              <a:gd name="connsiteY408" fmla="*/ 103170 h 13689533"/>
              <a:gd name="connsiteX409" fmla="*/ 8218538 w 8218654"/>
              <a:gd name="connsiteY409" fmla="*/ 111883 h 13689533"/>
              <a:gd name="connsiteX410" fmla="*/ 8180136 w 8218654"/>
              <a:gd name="connsiteY410" fmla="*/ 926412 h 13689533"/>
              <a:gd name="connsiteX411" fmla="*/ 8178278 w 8218654"/>
              <a:gd name="connsiteY411" fmla="*/ 943843 h 13689533"/>
              <a:gd name="connsiteX412" fmla="*/ 8173736 w 8218654"/>
              <a:gd name="connsiteY412" fmla="*/ 1062167 h 13689533"/>
              <a:gd name="connsiteX413" fmla="*/ 8147618 w 8218654"/>
              <a:gd name="connsiteY413" fmla="*/ 1477203 h 13689533"/>
              <a:gd name="connsiteX414" fmla="*/ 8144708 w 8218654"/>
              <a:gd name="connsiteY414" fmla="*/ 1520170 h 13689533"/>
              <a:gd name="connsiteX415" fmla="*/ 8141734 w 8218654"/>
              <a:gd name="connsiteY415" fmla="*/ 1740941 h 13689533"/>
              <a:gd name="connsiteX416" fmla="*/ 8141424 w 8218654"/>
              <a:gd name="connsiteY416" fmla="*/ 1899102 h 13689533"/>
              <a:gd name="connsiteX417" fmla="*/ 8136786 w 8218654"/>
              <a:gd name="connsiteY417" fmla="*/ 1959396 h 13689533"/>
              <a:gd name="connsiteX418" fmla="*/ 8131071 w 8218654"/>
              <a:gd name="connsiteY418" fmla="*/ 2211707 h 13689533"/>
              <a:gd name="connsiteX419" fmla="*/ 8103332 w 8218654"/>
              <a:gd name="connsiteY419" fmla="*/ 2555469 h 13689533"/>
              <a:gd name="connsiteX420" fmla="*/ 8099278 w 8218654"/>
              <a:gd name="connsiteY420" fmla="*/ 2587267 h 13689533"/>
              <a:gd name="connsiteX421" fmla="*/ 8096932 w 8218654"/>
              <a:gd name="connsiteY421" fmla="*/ 2691225 h 13689533"/>
              <a:gd name="connsiteX422" fmla="*/ 8093846 w 8218654"/>
              <a:gd name="connsiteY422" fmla="*/ 3018056 h 13689533"/>
              <a:gd name="connsiteX423" fmla="*/ 8080027 w 8218654"/>
              <a:gd name="connsiteY423" fmla="*/ 3150738 h 13689533"/>
              <a:gd name="connsiteX424" fmla="*/ 8083036 w 8218654"/>
              <a:gd name="connsiteY424" fmla="*/ 3219195 h 13689533"/>
              <a:gd name="connsiteX425" fmla="*/ 8052130 w 8218654"/>
              <a:gd name="connsiteY425" fmla="*/ 3641508 h 13689533"/>
              <a:gd name="connsiteX426" fmla="*/ 8039329 w 8218654"/>
              <a:gd name="connsiteY426" fmla="*/ 3913017 h 13689533"/>
              <a:gd name="connsiteX427" fmla="*/ 8032063 w 8218654"/>
              <a:gd name="connsiteY427" fmla="*/ 4052994 h 13689533"/>
              <a:gd name="connsiteX428" fmla="*/ 8029431 w 8218654"/>
              <a:gd name="connsiteY428" fmla="*/ 4085585 h 13689533"/>
              <a:gd name="connsiteX429" fmla="*/ 8026528 w 8218654"/>
              <a:gd name="connsiteY429" fmla="*/ 4184527 h 13689533"/>
              <a:gd name="connsiteX430" fmla="*/ 8013728 w 8218654"/>
              <a:gd name="connsiteY430" fmla="*/ 4456036 h 13689533"/>
              <a:gd name="connsiteX431" fmla="*/ 8002683 w 8218654"/>
              <a:gd name="connsiteY431" fmla="*/ 4846645 h 13689533"/>
              <a:gd name="connsiteX432" fmla="*/ 8002656 w 8218654"/>
              <a:gd name="connsiteY432" fmla="*/ 4846925 h 13689533"/>
              <a:gd name="connsiteX433" fmla="*/ 8003183 w 8218654"/>
              <a:gd name="connsiteY433" fmla="*/ 4883288 h 13689533"/>
              <a:gd name="connsiteX434" fmla="*/ 7981726 w 8218654"/>
              <a:gd name="connsiteY434" fmla="*/ 5134810 h 13689533"/>
              <a:gd name="connsiteX435" fmla="*/ 7936924 w 8218654"/>
              <a:gd name="connsiteY435" fmla="*/ 6085093 h 13689533"/>
              <a:gd name="connsiteX436" fmla="*/ 7912284 w 8218654"/>
              <a:gd name="connsiteY436" fmla="*/ 6383687 h 13689533"/>
              <a:gd name="connsiteX437" fmla="*/ 7917723 w 8218654"/>
              <a:gd name="connsiteY437" fmla="*/ 6492358 h 13689533"/>
              <a:gd name="connsiteX438" fmla="*/ 7919551 w 8218654"/>
              <a:gd name="connsiteY438" fmla="*/ 6711786 h 13689533"/>
              <a:gd name="connsiteX439" fmla="*/ 7906986 w 8218654"/>
              <a:gd name="connsiteY439" fmla="*/ 6845714 h 13689533"/>
              <a:gd name="connsiteX440" fmla="*/ 7907143 w 8218654"/>
              <a:gd name="connsiteY440" fmla="*/ 6851964 h 13689533"/>
              <a:gd name="connsiteX441" fmla="*/ 7882554 w 8218654"/>
              <a:gd name="connsiteY441" fmla="*/ 7165023 h 13689533"/>
              <a:gd name="connsiteX442" fmla="*/ 7873262 w 8218654"/>
              <a:gd name="connsiteY442" fmla="*/ 7274902 h 13689533"/>
              <a:gd name="connsiteX443" fmla="*/ 7873080 w 8218654"/>
              <a:gd name="connsiteY443" fmla="*/ 7278994 h 13689533"/>
              <a:gd name="connsiteX444" fmla="*/ 7872920 w 8218654"/>
              <a:gd name="connsiteY444" fmla="*/ 7442641 h 13689533"/>
              <a:gd name="connsiteX445" fmla="*/ 7874424 w 8218654"/>
              <a:gd name="connsiteY445" fmla="*/ 8000769 h 1368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</a:cxnLst>
            <a:rect l="l" t="t" r="r" b="b"/>
            <a:pathLst>
              <a:path w="8218654" h="13689533">
                <a:moveTo>
                  <a:pt x="7599517" y="1562404"/>
                </a:moveTo>
                <a:lnTo>
                  <a:pt x="7605770" y="1423042"/>
                </a:lnTo>
                <a:lnTo>
                  <a:pt x="7602755" y="1307360"/>
                </a:lnTo>
                <a:cubicBezTo>
                  <a:pt x="7598488" y="1223839"/>
                  <a:pt x="7595490" y="1096705"/>
                  <a:pt x="7597170" y="945828"/>
                </a:cubicBezTo>
                <a:lnTo>
                  <a:pt x="7598412" y="899361"/>
                </a:lnTo>
                <a:lnTo>
                  <a:pt x="7587399" y="898879"/>
                </a:lnTo>
                <a:cubicBezTo>
                  <a:pt x="7475379" y="890945"/>
                  <a:pt x="7365702" y="878388"/>
                  <a:pt x="7266329" y="869539"/>
                </a:cubicBezTo>
                <a:lnTo>
                  <a:pt x="7220436" y="865794"/>
                </a:lnTo>
                <a:lnTo>
                  <a:pt x="7194146" y="866135"/>
                </a:lnTo>
                <a:cubicBezTo>
                  <a:pt x="7019137" y="877948"/>
                  <a:pt x="6876340" y="859719"/>
                  <a:pt x="6650864" y="843185"/>
                </a:cubicBezTo>
                <a:lnTo>
                  <a:pt x="6453754" y="831852"/>
                </a:lnTo>
                <a:lnTo>
                  <a:pt x="6208529" y="833020"/>
                </a:lnTo>
                <a:cubicBezTo>
                  <a:pt x="5985474" y="832511"/>
                  <a:pt x="5855801" y="825265"/>
                  <a:pt x="5737365" y="797454"/>
                </a:cubicBezTo>
                <a:lnTo>
                  <a:pt x="5724298" y="795590"/>
                </a:lnTo>
                <a:lnTo>
                  <a:pt x="5580376" y="785355"/>
                </a:lnTo>
                <a:lnTo>
                  <a:pt x="5526287" y="782295"/>
                </a:lnTo>
                <a:lnTo>
                  <a:pt x="5341498" y="781927"/>
                </a:lnTo>
                <a:cubicBezTo>
                  <a:pt x="5182307" y="782876"/>
                  <a:pt x="5021642" y="782710"/>
                  <a:pt x="4936793" y="759710"/>
                </a:cubicBezTo>
                <a:lnTo>
                  <a:pt x="4918713" y="755981"/>
                </a:lnTo>
                <a:lnTo>
                  <a:pt x="4858047" y="755997"/>
                </a:lnTo>
                <a:cubicBezTo>
                  <a:pt x="4808646" y="761311"/>
                  <a:pt x="4700491" y="752758"/>
                  <a:pt x="4576738" y="743286"/>
                </a:cubicBezTo>
                <a:lnTo>
                  <a:pt x="4502228" y="738131"/>
                </a:lnTo>
                <a:lnTo>
                  <a:pt x="4479538" y="738314"/>
                </a:lnTo>
                <a:cubicBezTo>
                  <a:pt x="4417911" y="737765"/>
                  <a:pt x="4351865" y="735395"/>
                  <a:pt x="4280585" y="728772"/>
                </a:cubicBezTo>
                <a:lnTo>
                  <a:pt x="4241740" y="726138"/>
                </a:lnTo>
                <a:lnTo>
                  <a:pt x="4201840" y="725059"/>
                </a:lnTo>
                <a:cubicBezTo>
                  <a:pt x="4090047" y="726696"/>
                  <a:pt x="3966765" y="717501"/>
                  <a:pt x="3851046" y="708628"/>
                </a:cubicBezTo>
                <a:lnTo>
                  <a:pt x="3812963" y="705941"/>
                </a:lnTo>
                <a:lnTo>
                  <a:pt x="3692770" y="702620"/>
                </a:lnTo>
                <a:cubicBezTo>
                  <a:pt x="3639329" y="700742"/>
                  <a:pt x="3591815" y="698312"/>
                  <a:pt x="3552195" y="694431"/>
                </a:cubicBezTo>
                <a:lnTo>
                  <a:pt x="3550040" y="694211"/>
                </a:lnTo>
                <a:lnTo>
                  <a:pt x="3545632" y="694122"/>
                </a:lnTo>
                <a:cubicBezTo>
                  <a:pt x="3382551" y="699962"/>
                  <a:pt x="3133557" y="709254"/>
                  <a:pt x="2817242" y="659781"/>
                </a:cubicBezTo>
                <a:lnTo>
                  <a:pt x="2791293" y="656193"/>
                </a:lnTo>
                <a:lnTo>
                  <a:pt x="2751621" y="656687"/>
                </a:lnTo>
                <a:cubicBezTo>
                  <a:pt x="2495425" y="668754"/>
                  <a:pt x="2344423" y="646735"/>
                  <a:pt x="2217422" y="633909"/>
                </a:cubicBezTo>
                <a:lnTo>
                  <a:pt x="2208392" y="633305"/>
                </a:lnTo>
                <a:lnTo>
                  <a:pt x="2081213" y="638728"/>
                </a:lnTo>
                <a:cubicBezTo>
                  <a:pt x="1909858" y="638546"/>
                  <a:pt x="1695785" y="620297"/>
                  <a:pt x="1577010" y="601308"/>
                </a:cubicBezTo>
                <a:lnTo>
                  <a:pt x="1572087" y="600793"/>
                </a:lnTo>
                <a:lnTo>
                  <a:pt x="1506649" y="596094"/>
                </a:lnTo>
                <a:lnTo>
                  <a:pt x="1498824" y="694985"/>
                </a:lnTo>
                <a:cubicBezTo>
                  <a:pt x="1488616" y="804967"/>
                  <a:pt x="1475887" y="897912"/>
                  <a:pt x="1455732" y="970419"/>
                </a:cubicBezTo>
                <a:lnTo>
                  <a:pt x="1445960" y="1026020"/>
                </a:lnTo>
                <a:lnTo>
                  <a:pt x="1440101" y="1114098"/>
                </a:lnTo>
                <a:cubicBezTo>
                  <a:pt x="1423833" y="1499974"/>
                  <a:pt x="1370113" y="1659874"/>
                  <a:pt x="1353422" y="1910860"/>
                </a:cubicBezTo>
                <a:lnTo>
                  <a:pt x="1352541" y="1921663"/>
                </a:lnTo>
                <a:lnTo>
                  <a:pt x="1348608" y="2019863"/>
                </a:lnTo>
                <a:cubicBezTo>
                  <a:pt x="1345961" y="2055198"/>
                  <a:pt x="1342101" y="2092238"/>
                  <a:pt x="1337222" y="2132572"/>
                </a:cubicBezTo>
                <a:lnTo>
                  <a:pt x="1332477" y="2167533"/>
                </a:lnTo>
                <a:lnTo>
                  <a:pt x="1321378" y="2303551"/>
                </a:lnTo>
                <a:cubicBezTo>
                  <a:pt x="1314838" y="2367831"/>
                  <a:pt x="1307682" y="2429593"/>
                  <a:pt x="1299887" y="2485932"/>
                </a:cubicBezTo>
                <a:lnTo>
                  <a:pt x="1276882" y="2622034"/>
                </a:lnTo>
                <a:lnTo>
                  <a:pt x="1262711" y="2803772"/>
                </a:lnTo>
                <a:cubicBezTo>
                  <a:pt x="1257747" y="2866878"/>
                  <a:pt x="1252378" y="2928775"/>
                  <a:pt x="1245399" y="2987439"/>
                </a:cubicBezTo>
                <a:lnTo>
                  <a:pt x="1218600" y="3150686"/>
                </a:lnTo>
                <a:lnTo>
                  <a:pt x="1188570" y="3455849"/>
                </a:lnTo>
                <a:cubicBezTo>
                  <a:pt x="1173962" y="3599023"/>
                  <a:pt x="1155098" y="3771436"/>
                  <a:pt x="1132462" y="3941948"/>
                </a:cubicBezTo>
                <a:cubicBezTo>
                  <a:pt x="1087190" y="4282971"/>
                  <a:pt x="1082776" y="4344227"/>
                  <a:pt x="1077044" y="4451353"/>
                </a:cubicBezTo>
                <a:cubicBezTo>
                  <a:pt x="1075612" y="4478134"/>
                  <a:pt x="1070627" y="4516656"/>
                  <a:pt x="1063791" y="4564421"/>
                </a:cubicBezTo>
                <a:lnTo>
                  <a:pt x="1061554" y="4579896"/>
                </a:lnTo>
                <a:lnTo>
                  <a:pt x="1060703" y="4601562"/>
                </a:lnTo>
                <a:cubicBezTo>
                  <a:pt x="1061190" y="4761962"/>
                  <a:pt x="1041046" y="4874929"/>
                  <a:pt x="1021971" y="4972949"/>
                </a:cubicBezTo>
                <a:lnTo>
                  <a:pt x="1005957" y="5062204"/>
                </a:lnTo>
                <a:lnTo>
                  <a:pt x="998181" y="5176276"/>
                </a:lnTo>
                <a:lnTo>
                  <a:pt x="989429" y="5298800"/>
                </a:lnTo>
                <a:lnTo>
                  <a:pt x="988840" y="5413531"/>
                </a:lnTo>
                <a:cubicBezTo>
                  <a:pt x="983483" y="5522690"/>
                  <a:pt x="969485" y="5634152"/>
                  <a:pt x="952777" y="5722908"/>
                </a:cubicBezTo>
                <a:lnTo>
                  <a:pt x="926883" y="5833913"/>
                </a:lnTo>
                <a:lnTo>
                  <a:pt x="913984" y="6069235"/>
                </a:lnTo>
                <a:cubicBezTo>
                  <a:pt x="906155" y="6142146"/>
                  <a:pt x="894775" y="6208023"/>
                  <a:pt x="879530" y="6266922"/>
                </a:cubicBezTo>
                <a:lnTo>
                  <a:pt x="878901" y="6271753"/>
                </a:lnTo>
                <a:lnTo>
                  <a:pt x="878820" y="6273454"/>
                </a:lnTo>
                <a:cubicBezTo>
                  <a:pt x="878493" y="6337308"/>
                  <a:pt x="863301" y="6439872"/>
                  <a:pt x="847883" y="6547845"/>
                </a:cubicBezTo>
                <a:lnTo>
                  <a:pt x="847203" y="6552970"/>
                </a:lnTo>
                <a:lnTo>
                  <a:pt x="830526" y="6747095"/>
                </a:lnTo>
                <a:lnTo>
                  <a:pt x="807999" y="6985683"/>
                </a:lnTo>
                <a:lnTo>
                  <a:pt x="807914" y="6987144"/>
                </a:lnTo>
                <a:lnTo>
                  <a:pt x="807614" y="6989766"/>
                </a:lnTo>
                <a:lnTo>
                  <a:pt x="795209" y="7121141"/>
                </a:lnTo>
                <a:lnTo>
                  <a:pt x="767124" y="7334817"/>
                </a:lnTo>
                <a:lnTo>
                  <a:pt x="767117" y="7338284"/>
                </a:lnTo>
                <a:cubicBezTo>
                  <a:pt x="769058" y="7395362"/>
                  <a:pt x="769448" y="7448988"/>
                  <a:pt x="769086" y="7499055"/>
                </a:cubicBezTo>
                <a:lnTo>
                  <a:pt x="768807" y="7514389"/>
                </a:lnTo>
                <a:lnTo>
                  <a:pt x="772852" y="7612858"/>
                </a:lnTo>
                <a:cubicBezTo>
                  <a:pt x="774490" y="7653974"/>
                  <a:pt x="775650" y="7696569"/>
                  <a:pt x="775103" y="7746350"/>
                </a:cubicBezTo>
                <a:lnTo>
                  <a:pt x="768885" y="7883860"/>
                </a:lnTo>
                <a:lnTo>
                  <a:pt x="779995" y="8092263"/>
                </a:lnTo>
                <a:cubicBezTo>
                  <a:pt x="781966" y="8193754"/>
                  <a:pt x="779645" y="8312167"/>
                  <a:pt x="767117" y="8435368"/>
                </a:cubicBezTo>
                <a:lnTo>
                  <a:pt x="762189" y="8494174"/>
                </a:lnTo>
                <a:lnTo>
                  <a:pt x="767117" y="8652157"/>
                </a:lnTo>
                <a:cubicBezTo>
                  <a:pt x="772075" y="8797272"/>
                  <a:pt x="771817" y="8901068"/>
                  <a:pt x="770448" y="8998805"/>
                </a:cubicBezTo>
                <a:lnTo>
                  <a:pt x="768430" y="9186778"/>
                </a:lnTo>
                <a:lnTo>
                  <a:pt x="778878" y="9363505"/>
                </a:lnTo>
                <a:cubicBezTo>
                  <a:pt x="779925" y="9421212"/>
                  <a:pt x="778621" y="9471229"/>
                  <a:pt x="776532" y="9516296"/>
                </a:cubicBezTo>
                <a:lnTo>
                  <a:pt x="770243" y="9626030"/>
                </a:lnTo>
                <a:lnTo>
                  <a:pt x="770973" y="9699998"/>
                </a:lnTo>
                <a:lnTo>
                  <a:pt x="768667" y="9945540"/>
                </a:lnTo>
                <a:lnTo>
                  <a:pt x="769628" y="10067267"/>
                </a:lnTo>
                <a:lnTo>
                  <a:pt x="768315" y="10319960"/>
                </a:lnTo>
                <a:lnTo>
                  <a:pt x="772435" y="10407907"/>
                </a:lnTo>
                <a:cubicBezTo>
                  <a:pt x="774478" y="10445321"/>
                  <a:pt x="776077" y="10479307"/>
                  <a:pt x="775701" y="10513828"/>
                </a:cubicBezTo>
                <a:lnTo>
                  <a:pt x="767518" y="10617873"/>
                </a:lnTo>
                <a:lnTo>
                  <a:pt x="769691" y="10982286"/>
                </a:lnTo>
                <a:cubicBezTo>
                  <a:pt x="771183" y="11095540"/>
                  <a:pt x="771817" y="11186466"/>
                  <a:pt x="767117" y="11279902"/>
                </a:cubicBezTo>
                <a:lnTo>
                  <a:pt x="766596" y="11343305"/>
                </a:lnTo>
                <a:lnTo>
                  <a:pt x="767117" y="11352165"/>
                </a:lnTo>
                <a:cubicBezTo>
                  <a:pt x="772624" y="11424572"/>
                  <a:pt x="774686" y="11521482"/>
                  <a:pt x="774852" y="11631470"/>
                </a:cubicBezTo>
                <a:lnTo>
                  <a:pt x="773986" y="11716881"/>
                </a:lnTo>
                <a:lnTo>
                  <a:pt x="774120" y="11723226"/>
                </a:lnTo>
                <a:lnTo>
                  <a:pt x="773871" y="11728247"/>
                </a:lnTo>
                <a:lnTo>
                  <a:pt x="771223" y="11989248"/>
                </a:lnTo>
                <a:cubicBezTo>
                  <a:pt x="769154" y="12113970"/>
                  <a:pt x="766743" y="12240346"/>
                  <a:pt x="765541" y="12356953"/>
                </a:cubicBezTo>
                <a:lnTo>
                  <a:pt x="765306" y="12412666"/>
                </a:lnTo>
                <a:lnTo>
                  <a:pt x="893119" y="12419634"/>
                </a:lnTo>
                <a:lnTo>
                  <a:pt x="929907" y="12420047"/>
                </a:lnTo>
                <a:cubicBezTo>
                  <a:pt x="965940" y="12419937"/>
                  <a:pt x="999677" y="12419745"/>
                  <a:pt x="1031572" y="12420846"/>
                </a:cubicBezTo>
                <a:lnTo>
                  <a:pt x="1085114" y="12425908"/>
                </a:lnTo>
                <a:lnTo>
                  <a:pt x="1108607" y="12426331"/>
                </a:lnTo>
                <a:cubicBezTo>
                  <a:pt x="1146983" y="12426620"/>
                  <a:pt x="1180201" y="12426869"/>
                  <a:pt x="1215982" y="12428583"/>
                </a:cubicBezTo>
                <a:lnTo>
                  <a:pt x="1327043" y="12438571"/>
                </a:lnTo>
                <a:lnTo>
                  <a:pt x="1503830" y="12440328"/>
                </a:lnTo>
                <a:cubicBezTo>
                  <a:pt x="1627780" y="12441615"/>
                  <a:pt x="1755224" y="12444393"/>
                  <a:pt x="1845869" y="12454454"/>
                </a:cubicBezTo>
                <a:lnTo>
                  <a:pt x="1919009" y="12466538"/>
                </a:lnTo>
                <a:lnTo>
                  <a:pt x="1994939" y="12470560"/>
                </a:lnTo>
                <a:lnTo>
                  <a:pt x="2289099" y="12486615"/>
                </a:lnTo>
                <a:lnTo>
                  <a:pt x="2362414" y="12487885"/>
                </a:lnTo>
                <a:cubicBezTo>
                  <a:pt x="2572331" y="12499546"/>
                  <a:pt x="2867805" y="12480232"/>
                  <a:pt x="3090805" y="12522226"/>
                </a:cubicBezTo>
                <a:lnTo>
                  <a:pt x="3142408" y="12529951"/>
                </a:lnTo>
                <a:lnTo>
                  <a:pt x="3154657" y="12531052"/>
                </a:lnTo>
                <a:cubicBezTo>
                  <a:pt x="3290838" y="12537752"/>
                  <a:pt x="3424620" y="12531332"/>
                  <a:pt x="3530464" y="12542954"/>
                </a:cubicBezTo>
                <a:lnTo>
                  <a:pt x="3658944" y="12549977"/>
                </a:lnTo>
                <a:lnTo>
                  <a:pt x="3674829" y="12549761"/>
                </a:lnTo>
                <a:lnTo>
                  <a:pt x="3767633" y="12552753"/>
                </a:lnTo>
                <a:lnTo>
                  <a:pt x="3859725" y="12554704"/>
                </a:lnTo>
                <a:cubicBezTo>
                  <a:pt x="3988881" y="12557324"/>
                  <a:pt x="4117652" y="12561185"/>
                  <a:pt x="4186672" y="12573892"/>
                </a:cubicBezTo>
                <a:lnTo>
                  <a:pt x="4265162" y="12584181"/>
                </a:lnTo>
                <a:lnTo>
                  <a:pt x="4475403" y="12587505"/>
                </a:lnTo>
                <a:cubicBezTo>
                  <a:pt x="4739988" y="12583267"/>
                  <a:pt x="4821880" y="12602088"/>
                  <a:pt x="4932036" y="12610852"/>
                </a:cubicBezTo>
                <a:lnTo>
                  <a:pt x="4975612" y="12612285"/>
                </a:lnTo>
                <a:lnTo>
                  <a:pt x="4987245" y="12611636"/>
                </a:lnTo>
                <a:cubicBezTo>
                  <a:pt x="5165055" y="12582247"/>
                  <a:pt x="5342739" y="12611547"/>
                  <a:pt x="5499086" y="12635768"/>
                </a:cubicBezTo>
                <a:lnTo>
                  <a:pt x="5547502" y="12639809"/>
                </a:lnTo>
                <a:lnTo>
                  <a:pt x="5571269" y="12639171"/>
                </a:lnTo>
                <a:cubicBezTo>
                  <a:pt x="5680004" y="12623324"/>
                  <a:pt x="6164188" y="12634250"/>
                  <a:pt x="6371843" y="12676915"/>
                </a:cubicBezTo>
                <a:lnTo>
                  <a:pt x="6372521" y="12677015"/>
                </a:lnTo>
                <a:lnTo>
                  <a:pt x="6450587" y="12680627"/>
                </a:lnTo>
                <a:cubicBezTo>
                  <a:pt x="6635934" y="12693863"/>
                  <a:pt x="6811547" y="12697742"/>
                  <a:pt x="7021528" y="12706775"/>
                </a:cubicBezTo>
                <a:lnTo>
                  <a:pt x="7068404" y="12708949"/>
                </a:lnTo>
                <a:lnTo>
                  <a:pt x="7070964" y="12675647"/>
                </a:lnTo>
                <a:lnTo>
                  <a:pt x="7077928" y="12439251"/>
                </a:lnTo>
                <a:cubicBezTo>
                  <a:pt x="7079260" y="12231106"/>
                  <a:pt x="7082810" y="12060198"/>
                  <a:pt x="7089852" y="11907995"/>
                </a:cubicBezTo>
                <a:lnTo>
                  <a:pt x="7100789" y="11768609"/>
                </a:lnTo>
                <a:lnTo>
                  <a:pt x="7101032" y="11751079"/>
                </a:lnTo>
                <a:cubicBezTo>
                  <a:pt x="7110599" y="11518897"/>
                  <a:pt x="7133391" y="11409924"/>
                  <a:pt x="7135531" y="11217460"/>
                </a:cubicBezTo>
                <a:cubicBezTo>
                  <a:pt x="7136958" y="11089148"/>
                  <a:pt x="7150104" y="10945761"/>
                  <a:pt x="7161920" y="10787359"/>
                </a:cubicBezTo>
                <a:lnTo>
                  <a:pt x="7169725" y="10658710"/>
                </a:lnTo>
                <a:lnTo>
                  <a:pt x="7167533" y="10538684"/>
                </a:lnTo>
                <a:cubicBezTo>
                  <a:pt x="7159130" y="10385116"/>
                  <a:pt x="7165950" y="10303364"/>
                  <a:pt x="7174660" y="10233002"/>
                </a:cubicBezTo>
                <a:lnTo>
                  <a:pt x="7181151" y="10180056"/>
                </a:lnTo>
                <a:lnTo>
                  <a:pt x="7182761" y="10008609"/>
                </a:lnTo>
                <a:cubicBezTo>
                  <a:pt x="7185836" y="9929941"/>
                  <a:pt x="7190686" y="9858323"/>
                  <a:pt x="7195843" y="9792337"/>
                </a:cubicBezTo>
                <a:lnTo>
                  <a:pt x="7197293" y="9774617"/>
                </a:lnTo>
                <a:lnTo>
                  <a:pt x="7199882" y="9637014"/>
                </a:lnTo>
                <a:lnTo>
                  <a:pt x="7221285" y="9365699"/>
                </a:lnTo>
                <a:lnTo>
                  <a:pt x="7221884" y="9345295"/>
                </a:lnTo>
                <a:cubicBezTo>
                  <a:pt x="7226238" y="9271270"/>
                  <a:pt x="7233021" y="9277057"/>
                  <a:pt x="7231536" y="9181137"/>
                </a:cubicBezTo>
                <a:cubicBezTo>
                  <a:pt x="7230546" y="9117190"/>
                  <a:pt x="7240409" y="8954714"/>
                  <a:pt x="7250388" y="8787646"/>
                </a:cubicBezTo>
                <a:lnTo>
                  <a:pt x="7261288" y="8595071"/>
                </a:lnTo>
                <a:lnTo>
                  <a:pt x="7263538" y="8502363"/>
                </a:lnTo>
                <a:cubicBezTo>
                  <a:pt x="7264530" y="8401284"/>
                  <a:pt x="7266544" y="8336650"/>
                  <a:pt x="7268928" y="8293716"/>
                </a:cubicBezTo>
                <a:lnTo>
                  <a:pt x="7271556" y="8266628"/>
                </a:lnTo>
                <a:lnTo>
                  <a:pt x="7275767" y="8006432"/>
                </a:lnTo>
                <a:cubicBezTo>
                  <a:pt x="7278736" y="7927385"/>
                  <a:pt x="7283087" y="7838758"/>
                  <a:pt x="7289391" y="7740443"/>
                </a:cubicBezTo>
                <a:lnTo>
                  <a:pt x="7309289" y="7486028"/>
                </a:lnTo>
                <a:lnTo>
                  <a:pt x="7312137" y="7287774"/>
                </a:lnTo>
                <a:cubicBezTo>
                  <a:pt x="7314835" y="7180918"/>
                  <a:pt x="7320535" y="7071662"/>
                  <a:pt x="7333941" y="7009061"/>
                </a:cubicBezTo>
                <a:lnTo>
                  <a:pt x="7340699" y="6962981"/>
                </a:lnTo>
                <a:lnTo>
                  <a:pt x="7340815" y="6961749"/>
                </a:lnTo>
                <a:cubicBezTo>
                  <a:pt x="7348139" y="6881456"/>
                  <a:pt x="7354238" y="6794308"/>
                  <a:pt x="7346742" y="6737552"/>
                </a:cubicBezTo>
                <a:cubicBezTo>
                  <a:pt x="7339246" y="6680796"/>
                  <a:pt x="7339802" y="6612111"/>
                  <a:pt x="7344355" y="6541051"/>
                </a:cubicBezTo>
                <a:lnTo>
                  <a:pt x="7349185" y="6493892"/>
                </a:lnTo>
                <a:lnTo>
                  <a:pt x="7348741" y="6481794"/>
                </a:lnTo>
                <a:cubicBezTo>
                  <a:pt x="7347169" y="6368477"/>
                  <a:pt x="7349488" y="6198351"/>
                  <a:pt x="7362694" y="6030337"/>
                </a:cubicBezTo>
                <a:lnTo>
                  <a:pt x="7386811" y="5827144"/>
                </a:lnTo>
                <a:lnTo>
                  <a:pt x="7388194" y="5747643"/>
                </a:lnTo>
                <a:cubicBezTo>
                  <a:pt x="7394673" y="5600312"/>
                  <a:pt x="7408288" y="5403219"/>
                  <a:pt x="7418499" y="5222729"/>
                </a:cubicBezTo>
                <a:lnTo>
                  <a:pt x="7423657" y="5110089"/>
                </a:lnTo>
                <a:lnTo>
                  <a:pt x="7423546" y="5108494"/>
                </a:lnTo>
                <a:cubicBezTo>
                  <a:pt x="7415013" y="5022597"/>
                  <a:pt x="7423107" y="4948522"/>
                  <a:pt x="7432488" y="4865081"/>
                </a:cubicBezTo>
                <a:lnTo>
                  <a:pt x="7434944" y="4839835"/>
                </a:lnTo>
                <a:lnTo>
                  <a:pt x="7446468" y="4533392"/>
                </a:lnTo>
                <a:lnTo>
                  <a:pt x="7451393" y="4444405"/>
                </a:lnTo>
                <a:lnTo>
                  <a:pt x="7452792" y="4369000"/>
                </a:lnTo>
                <a:cubicBezTo>
                  <a:pt x="7456399" y="4299508"/>
                  <a:pt x="7461880" y="4225826"/>
                  <a:pt x="7467684" y="4147390"/>
                </a:cubicBezTo>
                <a:lnTo>
                  <a:pt x="7468529" y="4134819"/>
                </a:lnTo>
                <a:lnTo>
                  <a:pt x="7474749" y="4022457"/>
                </a:lnTo>
                <a:cubicBezTo>
                  <a:pt x="7486761" y="3827436"/>
                  <a:pt x="7488925" y="3723247"/>
                  <a:pt x="7491004" y="3635061"/>
                </a:cubicBezTo>
                <a:lnTo>
                  <a:pt x="7494884" y="3517437"/>
                </a:lnTo>
                <a:lnTo>
                  <a:pt x="7495828" y="3418622"/>
                </a:lnTo>
                <a:cubicBezTo>
                  <a:pt x="7497240" y="3309715"/>
                  <a:pt x="7498160" y="3419030"/>
                  <a:pt x="7506750" y="3343682"/>
                </a:cubicBezTo>
                <a:cubicBezTo>
                  <a:pt x="7518204" y="3243220"/>
                  <a:pt x="7516336" y="3055065"/>
                  <a:pt x="7525951" y="2936418"/>
                </a:cubicBezTo>
                <a:lnTo>
                  <a:pt x="7534813" y="2833970"/>
                </a:lnTo>
                <a:lnTo>
                  <a:pt x="7532352" y="2800662"/>
                </a:lnTo>
                <a:cubicBezTo>
                  <a:pt x="7514081" y="2690206"/>
                  <a:pt x="7523290" y="2446875"/>
                  <a:pt x="7564353" y="2121889"/>
                </a:cubicBezTo>
                <a:cubicBezTo>
                  <a:pt x="7547341" y="1884377"/>
                  <a:pt x="7568318" y="1912421"/>
                  <a:pt x="7577154" y="1850379"/>
                </a:cubicBezTo>
                <a:cubicBezTo>
                  <a:pt x="7581572" y="1819359"/>
                  <a:pt x="7591071" y="1710763"/>
                  <a:pt x="7599517" y="1562404"/>
                </a:cubicBezTo>
                <a:close/>
                <a:moveTo>
                  <a:pt x="7874424" y="8000769"/>
                </a:moveTo>
                <a:cubicBezTo>
                  <a:pt x="7871731" y="8049105"/>
                  <a:pt x="7867675" y="8097299"/>
                  <a:pt x="7861848" y="8149768"/>
                </a:cubicBezTo>
                <a:lnTo>
                  <a:pt x="7836279" y="8334091"/>
                </a:lnTo>
                <a:lnTo>
                  <a:pt x="7837517" y="8388188"/>
                </a:lnTo>
                <a:cubicBezTo>
                  <a:pt x="7833709" y="8498858"/>
                  <a:pt x="7813687" y="8559099"/>
                  <a:pt x="7815317" y="8664434"/>
                </a:cubicBezTo>
                <a:cubicBezTo>
                  <a:pt x="7817490" y="8804881"/>
                  <a:pt x="7792433" y="9248932"/>
                  <a:pt x="7776915" y="9478962"/>
                </a:cubicBezTo>
                <a:cubicBezTo>
                  <a:pt x="7761398" y="9708991"/>
                  <a:pt x="7767167" y="9670771"/>
                  <a:pt x="7764115" y="9750471"/>
                </a:cubicBezTo>
                <a:cubicBezTo>
                  <a:pt x="7761062" y="9830172"/>
                  <a:pt x="7745949" y="9965210"/>
                  <a:pt x="7751314" y="10021982"/>
                </a:cubicBezTo>
                <a:cubicBezTo>
                  <a:pt x="7752655" y="10036175"/>
                  <a:pt x="7752193" y="10055330"/>
                  <a:pt x="7750827" y="10077307"/>
                </a:cubicBezTo>
                <a:lnTo>
                  <a:pt x="7745442" y="10143243"/>
                </a:lnTo>
                <a:lnTo>
                  <a:pt x="7744914" y="10157736"/>
                </a:lnTo>
                <a:cubicBezTo>
                  <a:pt x="7738672" y="10309525"/>
                  <a:pt x="7738054" y="10348121"/>
                  <a:pt x="7737706" y="10363411"/>
                </a:cubicBezTo>
                <a:lnTo>
                  <a:pt x="7736898" y="10372918"/>
                </a:lnTo>
                <a:lnTo>
                  <a:pt x="7736804" y="10377517"/>
                </a:lnTo>
                <a:cubicBezTo>
                  <a:pt x="7730556" y="10481851"/>
                  <a:pt x="7714200" y="10632731"/>
                  <a:pt x="7719312" y="10700755"/>
                </a:cubicBezTo>
                <a:cubicBezTo>
                  <a:pt x="7726130" y="10791454"/>
                  <a:pt x="7707440" y="11032336"/>
                  <a:pt x="7693711" y="11243776"/>
                </a:cubicBezTo>
                <a:cubicBezTo>
                  <a:pt x="7690279" y="11296635"/>
                  <a:pt x="7689069" y="11349823"/>
                  <a:pt x="7688557" y="11403788"/>
                </a:cubicBezTo>
                <a:lnTo>
                  <a:pt x="7688506" y="11412531"/>
                </a:lnTo>
                <a:lnTo>
                  <a:pt x="7690970" y="11480556"/>
                </a:lnTo>
                <a:cubicBezTo>
                  <a:pt x="7690970" y="11513355"/>
                  <a:pt x="7689870" y="11545290"/>
                  <a:pt x="7688040" y="11576410"/>
                </a:cubicBezTo>
                <a:lnTo>
                  <a:pt x="7686919" y="11588213"/>
                </a:lnTo>
                <a:lnTo>
                  <a:pt x="7681694" y="11740486"/>
                </a:lnTo>
                <a:cubicBezTo>
                  <a:pt x="7677887" y="11799351"/>
                  <a:pt x="7671733" y="11859889"/>
                  <a:pt x="7661709" y="11922549"/>
                </a:cubicBezTo>
                <a:lnTo>
                  <a:pt x="7652471" y="12004820"/>
                </a:lnTo>
                <a:lnTo>
                  <a:pt x="7655309" y="12058303"/>
                </a:lnTo>
                <a:cubicBezTo>
                  <a:pt x="7670885" y="12196150"/>
                  <a:pt x="7645531" y="12365764"/>
                  <a:pt x="7631555" y="12549409"/>
                </a:cubicBezTo>
                <a:lnTo>
                  <a:pt x="7630260" y="12578878"/>
                </a:lnTo>
                <a:lnTo>
                  <a:pt x="7629478" y="12650572"/>
                </a:lnTo>
                <a:cubicBezTo>
                  <a:pt x="7629200" y="12710667"/>
                  <a:pt x="7628673" y="12772315"/>
                  <a:pt x="7626108" y="12832867"/>
                </a:cubicBezTo>
                <a:lnTo>
                  <a:pt x="7620799" y="12892658"/>
                </a:lnTo>
                <a:lnTo>
                  <a:pt x="7615940" y="13194096"/>
                </a:lnTo>
                <a:cubicBezTo>
                  <a:pt x="7609944" y="13361949"/>
                  <a:pt x="7598937" y="13535842"/>
                  <a:pt x="7578505" y="13687360"/>
                </a:cubicBezTo>
                <a:cubicBezTo>
                  <a:pt x="7529857" y="13690606"/>
                  <a:pt x="7483275" y="13689924"/>
                  <a:pt x="7437611" y="13687241"/>
                </a:cubicBezTo>
                <a:cubicBezTo>
                  <a:pt x="7300618" y="13679194"/>
                  <a:pt x="7171877" y="13653136"/>
                  <a:pt x="7020325" y="13661044"/>
                </a:cubicBezTo>
                <a:cubicBezTo>
                  <a:pt x="7017831" y="13610610"/>
                  <a:pt x="7022743" y="13570583"/>
                  <a:pt x="7027423" y="13529240"/>
                </a:cubicBezTo>
                <a:lnTo>
                  <a:pt x="7032358" y="13475219"/>
                </a:lnTo>
                <a:lnTo>
                  <a:pt x="7033303" y="13460637"/>
                </a:lnTo>
                <a:lnTo>
                  <a:pt x="7033126" y="13389535"/>
                </a:lnTo>
                <a:cubicBezTo>
                  <a:pt x="7032270" y="13375610"/>
                  <a:pt x="7032286" y="13356822"/>
                  <a:pt x="7032976" y="13333792"/>
                </a:cubicBezTo>
                <a:lnTo>
                  <a:pt x="7036134" y="13267830"/>
                </a:lnTo>
                <a:lnTo>
                  <a:pt x="7005216" y="13266403"/>
                </a:lnTo>
                <a:lnTo>
                  <a:pt x="6941647" y="13260981"/>
                </a:lnTo>
                <a:lnTo>
                  <a:pt x="6819550" y="13261409"/>
                </a:lnTo>
                <a:cubicBezTo>
                  <a:pt x="6710156" y="13263348"/>
                  <a:pt x="6612274" y="13264509"/>
                  <a:pt x="6489892" y="13241901"/>
                </a:cubicBezTo>
                <a:lnTo>
                  <a:pt x="6460184" y="13237707"/>
                </a:lnTo>
                <a:lnTo>
                  <a:pt x="6417709" y="13238498"/>
                </a:lnTo>
                <a:cubicBezTo>
                  <a:pt x="6192283" y="13259673"/>
                  <a:pt x="6030620" y="13229976"/>
                  <a:pt x="5905867" y="13214366"/>
                </a:cubicBezTo>
                <a:lnTo>
                  <a:pt x="5851800" y="13209087"/>
                </a:lnTo>
                <a:lnTo>
                  <a:pt x="5744615" y="13202559"/>
                </a:lnTo>
                <a:cubicBezTo>
                  <a:pt x="5631395" y="13196407"/>
                  <a:pt x="5510681" y="13191301"/>
                  <a:pt x="5394025" y="13190235"/>
                </a:cubicBezTo>
                <a:cubicBezTo>
                  <a:pt x="5347941" y="13193492"/>
                  <a:pt x="5300862" y="13193484"/>
                  <a:pt x="5254179" y="13191673"/>
                </a:cubicBezTo>
                <a:lnTo>
                  <a:pt x="5166617" y="13185693"/>
                </a:lnTo>
                <a:lnTo>
                  <a:pt x="5045831" y="13183281"/>
                </a:lnTo>
                <a:cubicBezTo>
                  <a:pt x="4983605" y="13180816"/>
                  <a:pt x="4917038" y="13177359"/>
                  <a:pt x="4842764" y="13172396"/>
                </a:cubicBezTo>
                <a:lnTo>
                  <a:pt x="4682447" y="13159597"/>
                </a:lnTo>
                <a:lnTo>
                  <a:pt x="4498424" y="13150199"/>
                </a:lnTo>
                <a:lnTo>
                  <a:pt x="4287820" y="13138502"/>
                </a:lnTo>
                <a:lnTo>
                  <a:pt x="4285145" y="13138503"/>
                </a:lnTo>
                <a:cubicBezTo>
                  <a:pt x="4232777" y="13140309"/>
                  <a:pt x="4197872" y="13142754"/>
                  <a:pt x="4081610" y="13128360"/>
                </a:cubicBezTo>
                <a:cubicBezTo>
                  <a:pt x="3910273" y="13122502"/>
                  <a:pt x="3619999" y="13130558"/>
                  <a:pt x="3281038" y="13090616"/>
                </a:cubicBezTo>
                <a:cubicBezTo>
                  <a:pt x="3196297" y="13080630"/>
                  <a:pt x="3126366" y="13075667"/>
                  <a:pt x="3064645" y="13073296"/>
                </a:cubicBezTo>
                <a:lnTo>
                  <a:pt x="3002576" y="13072638"/>
                </a:lnTo>
                <a:lnTo>
                  <a:pt x="2913561" y="13073290"/>
                </a:lnTo>
                <a:cubicBezTo>
                  <a:pt x="2814437" y="13076581"/>
                  <a:pt x="2652982" y="13079597"/>
                  <a:pt x="2401719" y="13049159"/>
                </a:cubicBezTo>
                <a:lnTo>
                  <a:pt x="2316646" y="13042277"/>
                </a:lnTo>
                <a:lnTo>
                  <a:pt x="2259711" y="13042401"/>
                </a:lnTo>
                <a:cubicBezTo>
                  <a:pt x="2222480" y="13043293"/>
                  <a:pt x="2185327" y="13044196"/>
                  <a:pt x="2139672" y="13042716"/>
                </a:cubicBezTo>
                <a:lnTo>
                  <a:pt x="2083988" y="13038167"/>
                </a:lnTo>
                <a:lnTo>
                  <a:pt x="2060648" y="13038508"/>
                </a:lnTo>
                <a:cubicBezTo>
                  <a:pt x="2031813" y="13037707"/>
                  <a:pt x="2000712" y="13035019"/>
                  <a:pt x="1962061" y="13028431"/>
                </a:cubicBezTo>
                <a:cubicBezTo>
                  <a:pt x="1846106" y="13008665"/>
                  <a:pt x="1700642" y="13022680"/>
                  <a:pt x="1571805" y="13017643"/>
                </a:cubicBezTo>
                <a:lnTo>
                  <a:pt x="1453958" y="13004710"/>
                </a:lnTo>
                <a:lnTo>
                  <a:pt x="1322159" y="13009423"/>
                </a:lnTo>
                <a:cubicBezTo>
                  <a:pt x="1276644" y="13009708"/>
                  <a:pt x="1230279" y="13008681"/>
                  <a:pt x="1182441" y="13006361"/>
                </a:cubicBezTo>
                <a:lnTo>
                  <a:pt x="908681" y="12980472"/>
                </a:lnTo>
                <a:lnTo>
                  <a:pt x="776009" y="12981828"/>
                </a:lnTo>
                <a:cubicBezTo>
                  <a:pt x="581065" y="12975762"/>
                  <a:pt x="296896" y="12950003"/>
                  <a:pt x="0" y="12935927"/>
                </a:cubicBezTo>
                <a:cubicBezTo>
                  <a:pt x="1428" y="12865635"/>
                  <a:pt x="10579" y="12765825"/>
                  <a:pt x="18087" y="12663722"/>
                </a:cubicBezTo>
                <a:lnTo>
                  <a:pt x="19330" y="12642465"/>
                </a:lnTo>
                <a:lnTo>
                  <a:pt x="22377" y="12517247"/>
                </a:lnTo>
                <a:cubicBezTo>
                  <a:pt x="23508" y="12466631"/>
                  <a:pt x="24662" y="12418760"/>
                  <a:pt x="26316" y="12377747"/>
                </a:cubicBezTo>
                <a:cubicBezTo>
                  <a:pt x="66973" y="12377315"/>
                  <a:pt x="116556" y="12377599"/>
                  <a:pt x="171001" y="12378627"/>
                </a:cubicBezTo>
                <a:lnTo>
                  <a:pt x="204973" y="12379670"/>
                </a:lnTo>
                <a:lnTo>
                  <a:pt x="203834" y="12333556"/>
                </a:lnTo>
                <a:cubicBezTo>
                  <a:pt x="203815" y="12298702"/>
                  <a:pt x="204970" y="12263246"/>
                  <a:pt x="208317" y="12225891"/>
                </a:cubicBezTo>
                <a:lnTo>
                  <a:pt x="209038" y="12176803"/>
                </a:lnTo>
                <a:lnTo>
                  <a:pt x="208317" y="12153628"/>
                </a:lnTo>
                <a:cubicBezTo>
                  <a:pt x="201932" y="12033663"/>
                  <a:pt x="180721" y="11644054"/>
                  <a:pt x="208317" y="11352165"/>
                </a:cubicBezTo>
                <a:lnTo>
                  <a:pt x="216342" y="11207940"/>
                </a:lnTo>
                <a:lnTo>
                  <a:pt x="212069" y="11086383"/>
                </a:lnTo>
                <a:lnTo>
                  <a:pt x="208378" y="11023615"/>
                </a:lnTo>
                <a:lnTo>
                  <a:pt x="206034" y="10998595"/>
                </a:lnTo>
                <a:lnTo>
                  <a:pt x="206305" y="10988346"/>
                </a:lnTo>
                <a:lnTo>
                  <a:pt x="205404" y="10973030"/>
                </a:lnTo>
                <a:cubicBezTo>
                  <a:pt x="204143" y="10934302"/>
                  <a:pt x="204477" y="10892254"/>
                  <a:pt x="208317" y="10839755"/>
                </a:cubicBezTo>
                <a:cubicBezTo>
                  <a:pt x="215997" y="10734758"/>
                  <a:pt x="207548" y="10574861"/>
                  <a:pt x="201403" y="10420979"/>
                </a:cubicBezTo>
                <a:lnTo>
                  <a:pt x="197587" y="10259972"/>
                </a:lnTo>
                <a:lnTo>
                  <a:pt x="197140" y="10254157"/>
                </a:lnTo>
                <a:cubicBezTo>
                  <a:pt x="188417" y="10094934"/>
                  <a:pt x="188326" y="9907925"/>
                  <a:pt x="208317" y="9814934"/>
                </a:cubicBezTo>
                <a:lnTo>
                  <a:pt x="216848" y="9751557"/>
                </a:lnTo>
                <a:lnTo>
                  <a:pt x="214917" y="9679117"/>
                </a:lnTo>
                <a:cubicBezTo>
                  <a:pt x="211792" y="9609105"/>
                  <a:pt x="208118" y="9538642"/>
                  <a:pt x="206237" y="9474660"/>
                </a:cubicBezTo>
                <a:lnTo>
                  <a:pt x="207593" y="9366730"/>
                </a:lnTo>
                <a:lnTo>
                  <a:pt x="199807" y="9280101"/>
                </a:lnTo>
                <a:cubicBezTo>
                  <a:pt x="198723" y="9247422"/>
                  <a:pt x="199125" y="9213429"/>
                  <a:pt x="200203" y="9177534"/>
                </a:cubicBezTo>
                <a:lnTo>
                  <a:pt x="206831" y="8979137"/>
                </a:lnTo>
                <a:lnTo>
                  <a:pt x="203369" y="8850322"/>
                </a:lnTo>
                <a:cubicBezTo>
                  <a:pt x="202906" y="8789143"/>
                  <a:pt x="204035" y="8723456"/>
                  <a:pt x="208317" y="8652157"/>
                </a:cubicBezTo>
                <a:lnTo>
                  <a:pt x="209121" y="8606486"/>
                </a:lnTo>
                <a:lnTo>
                  <a:pt x="208317" y="8494492"/>
                </a:lnTo>
                <a:cubicBezTo>
                  <a:pt x="206618" y="8355158"/>
                  <a:pt x="180864" y="8017716"/>
                  <a:pt x="208317" y="7837556"/>
                </a:cubicBezTo>
                <a:cubicBezTo>
                  <a:pt x="220328" y="7758736"/>
                  <a:pt x="216418" y="7664842"/>
                  <a:pt x="210587" y="7571958"/>
                </a:cubicBezTo>
                <a:lnTo>
                  <a:pt x="202552" y="7441941"/>
                </a:lnTo>
                <a:lnTo>
                  <a:pt x="189727" y="7440815"/>
                </a:lnTo>
                <a:lnTo>
                  <a:pt x="201597" y="7352837"/>
                </a:lnTo>
                <a:lnTo>
                  <a:pt x="201326" y="7312418"/>
                </a:lnTo>
                <a:lnTo>
                  <a:pt x="205247" y="7279026"/>
                </a:lnTo>
                <a:lnTo>
                  <a:pt x="204054" y="7227891"/>
                </a:lnTo>
                <a:cubicBezTo>
                  <a:pt x="204987" y="7065810"/>
                  <a:pt x="217735" y="6944996"/>
                  <a:pt x="208317" y="6681348"/>
                </a:cubicBezTo>
                <a:cubicBezTo>
                  <a:pt x="195760" y="6329818"/>
                  <a:pt x="222927" y="6367695"/>
                  <a:pt x="208317" y="6241201"/>
                </a:cubicBezTo>
                <a:cubicBezTo>
                  <a:pt x="193707" y="6114706"/>
                  <a:pt x="187025" y="5706486"/>
                  <a:pt x="208317" y="5439739"/>
                </a:cubicBezTo>
                <a:cubicBezTo>
                  <a:pt x="256139" y="5434975"/>
                  <a:pt x="302411" y="5432083"/>
                  <a:pt x="348060" y="5430552"/>
                </a:cubicBezTo>
                <a:lnTo>
                  <a:pt x="410003" y="5430087"/>
                </a:lnTo>
                <a:lnTo>
                  <a:pt x="418502" y="5337888"/>
                </a:lnTo>
                <a:lnTo>
                  <a:pt x="438557" y="5161281"/>
                </a:lnTo>
                <a:lnTo>
                  <a:pt x="442659" y="5115840"/>
                </a:lnTo>
                <a:cubicBezTo>
                  <a:pt x="447368" y="5025113"/>
                  <a:pt x="452246" y="4950479"/>
                  <a:pt x="461412" y="4863188"/>
                </a:cubicBezTo>
                <a:lnTo>
                  <a:pt x="505239" y="4539413"/>
                </a:lnTo>
                <a:lnTo>
                  <a:pt x="509737" y="4407588"/>
                </a:lnTo>
                <a:cubicBezTo>
                  <a:pt x="517582" y="4285920"/>
                  <a:pt x="534269" y="4196858"/>
                  <a:pt x="550571" y="4113314"/>
                </a:cubicBezTo>
                <a:lnTo>
                  <a:pt x="554646" y="4090029"/>
                </a:lnTo>
                <a:lnTo>
                  <a:pt x="561309" y="4025192"/>
                </a:lnTo>
                <a:lnTo>
                  <a:pt x="590720" y="3788857"/>
                </a:lnTo>
                <a:lnTo>
                  <a:pt x="591860" y="3744366"/>
                </a:lnTo>
                <a:cubicBezTo>
                  <a:pt x="588858" y="3432412"/>
                  <a:pt x="633937" y="3301064"/>
                  <a:pt x="655093" y="3163122"/>
                </a:cubicBezTo>
                <a:lnTo>
                  <a:pt x="681483" y="2956249"/>
                </a:lnTo>
                <a:lnTo>
                  <a:pt x="687775" y="2862704"/>
                </a:lnTo>
                <a:cubicBezTo>
                  <a:pt x="690044" y="2755928"/>
                  <a:pt x="703797" y="2658825"/>
                  <a:pt x="717033" y="2573291"/>
                </a:cubicBezTo>
                <a:lnTo>
                  <a:pt x="727976" y="2500581"/>
                </a:lnTo>
                <a:lnTo>
                  <a:pt x="733957" y="2438199"/>
                </a:lnTo>
                <a:cubicBezTo>
                  <a:pt x="759758" y="2121566"/>
                  <a:pt x="766127" y="1976766"/>
                  <a:pt x="797189" y="1856955"/>
                </a:cubicBezTo>
                <a:lnTo>
                  <a:pt x="804411" y="1813579"/>
                </a:lnTo>
                <a:lnTo>
                  <a:pt x="806426" y="1772055"/>
                </a:lnTo>
                <a:cubicBezTo>
                  <a:pt x="805010" y="1725010"/>
                  <a:pt x="809651" y="1672168"/>
                  <a:pt x="817426" y="1614248"/>
                </a:cubicBezTo>
                <a:lnTo>
                  <a:pt x="830846" y="1529468"/>
                </a:lnTo>
                <a:lnTo>
                  <a:pt x="831613" y="1518192"/>
                </a:lnTo>
                <a:cubicBezTo>
                  <a:pt x="834772" y="1481277"/>
                  <a:pt x="838801" y="1447408"/>
                  <a:pt x="844792" y="1419390"/>
                </a:cubicBezTo>
                <a:cubicBezTo>
                  <a:pt x="850782" y="1391372"/>
                  <a:pt x="860760" y="1322128"/>
                  <a:pt x="872587" y="1229666"/>
                </a:cubicBezTo>
                <a:lnTo>
                  <a:pt x="889015" y="1090688"/>
                </a:lnTo>
                <a:lnTo>
                  <a:pt x="893105" y="975293"/>
                </a:lnTo>
                <a:cubicBezTo>
                  <a:pt x="893656" y="811471"/>
                  <a:pt x="909028" y="705068"/>
                  <a:pt x="926345" y="603024"/>
                </a:cubicBezTo>
                <a:lnTo>
                  <a:pt x="933258" y="561150"/>
                </a:lnTo>
                <a:lnTo>
                  <a:pt x="858541" y="558921"/>
                </a:lnTo>
                <a:cubicBezTo>
                  <a:pt x="799538" y="557728"/>
                  <a:pt x="746549" y="557931"/>
                  <a:pt x="704254" y="560161"/>
                </a:cubicBezTo>
                <a:cubicBezTo>
                  <a:pt x="712602" y="466890"/>
                  <a:pt x="713647" y="392034"/>
                  <a:pt x="715371" y="308151"/>
                </a:cubicBezTo>
                <a:lnTo>
                  <a:pt x="715472" y="303934"/>
                </a:lnTo>
                <a:lnTo>
                  <a:pt x="714783" y="263201"/>
                </a:lnTo>
                <a:cubicBezTo>
                  <a:pt x="714277" y="188214"/>
                  <a:pt x="716788" y="102164"/>
                  <a:pt x="730570" y="1981"/>
                </a:cubicBezTo>
                <a:cubicBezTo>
                  <a:pt x="896527" y="-4507"/>
                  <a:pt x="1354565" y="4144"/>
                  <a:pt x="1531143" y="39725"/>
                </a:cubicBezTo>
                <a:cubicBezTo>
                  <a:pt x="1873491" y="81537"/>
                  <a:pt x="1862079" y="39877"/>
                  <a:pt x="1970803" y="60454"/>
                </a:cubicBezTo>
                <a:cubicBezTo>
                  <a:pt x="2079526" y="81031"/>
                  <a:pt x="2333063" y="57284"/>
                  <a:pt x="2554827" y="87988"/>
                </a:cubicBezTo>
                <a:lnTo>
                  <a:pt x="2568380" y="89303"/>
                </a:lnTo>
                <a:lnTo>
                  <a:pt x="2582798" y="90482"/>
                </a:lnTo>
                <a:cubicBezTo>
                  <a:pt x="2620158" y="93025"/>
                  <a:pt x="2658717" y="94800"/>
                  <a:pt x="2699193" y="94794"/>
                </a:cubicBezTo>
                <a:lnTo>
                  <a:pt x="2820100" y="101286"/>
                </a:lnTo>
                <a:lnTo>
                  <a:pt x="2876316" y="100605"/>
                </a:lnTo>
                <a:cubicBezTo>
                  <a:pt x="2909170" y="101171"/>
                  <a:pt x="2946688" y="103270"/>
                  <a:pt x="2994486" y="108716"/>
                </a:cubicBezTo>
                <a:cubicBezTo>
                  <a:pt x="3090082" y="119609"/>
                  <a:pt x="3199948" y="126676"/>
                  <a:pt x="3313009" y="131355"/>
                </a:cubicBezTo>
                <a:lnTo>
                  <a:pt x="3331190" y="131801"/>
                </a:lnTo>
                <a:lnTo>
                  <a:pt x="3499766" y="132538"/>
                </a:lnTo>
                <a:cubicBezTo>
                  <a:pt x="3692722" y="126919"/>
                  <a:pt x="3787462" y="135416"/>
                  <a:pt x="3868619" y="144936"/>
                </a:cubicBezTo>
                <a:lnTo>
                  <a:pt x="3934517" y="152173"/>
                </a:lnTo>
                <a:lnTo>
                  <a:pt x="4070293" y="158162"/>
                </a:lnTo>
                <a:lnTo>
                  <a:pt x="4172751" y="163922"/>
                </a:lnTo>
                <a:lnTo>
                  <a:pt x="4353603" y="168721"/>
                </a:lnTo>
                <a:cubicBezTo>
                  <a:pt x="4416472" y="172445"/>
                  <a:pt x="4476759" y="177609"/>
                  <a:pt x="4535749" y="182610"/>
                </a:cubicBezTo>
                <a:lnTo>
                  <a:pt x="4557251" y="184202"/>
                </a:lnTo>
                <a:lnTo>
                  <a:pt x="4597323" y="186775"/>
                </a:lnTo>
                <a:lnTo>
                  <a:pt x="4629802" y="189573"/>
                </a:lnTo>
                <a:lnTo>
                  <a:pt x="4710105" y="195518"/>
                </a:lnTo>
                <a:cubicBezTo>
                  <a:pt x="4767779" y="198587"/>
                  <a:pt x="4825438" y="199888"/>
                  <a:pt x="4884363" y="197817"/>
                </a:cubicBezTo>
                <a:cubicBezTo>
                  <a:pt x="4943288" y="195746"/>
                  <a:pt x="4998421" y="197857"/>
                  <a:pt x="5054067" y="201992"/>
                </a:cubicBezTo>
                <a:lnTo>
                  <a:pt x="5194406" y="215246"/>
                </a:lnTo>
                <a:lnTo>
                  <a:pt x="5251840" y="215142"/>
                </a:lnTo>
                <a:cubicBezTo>
                  <a:pt x="5511808" y="204773"/>
                  <a:pt x="5646993" y="201168"/>
                  <a:pt x="5837202" y="222529"/>
                </a:cubicBezTo>
                <a:lnTo>
                  <a:pt x="5946657" y="237968"/>
                </a:lnTo>
                <a:lnTo>
                  <a:pt x="5950773" y="238098"/>
                </a:lnTo>
                <a:cubicBezTo>
                  <a:pt x="6191225" y="250202"/>
                  <a:pt x="6359012" y="283742"/>
                  <a:pt x="6485510" y="273305"/>
                </a:cubicBezTo>
                <a:cubicBezTo>
                  <a:pt x="6527675" y="269826"/>
                  <a:pt x="6567715" y="269723"/>
                  <a:pt x="6608443" y="271545"/>
                </a:cubicBezTo>
                <a:lnTo>
                  <a:pt x="6728551" y="280807"/>
                </a:lnTo>
                <a:lnTo>
                  <a:pt x="6952792" y="285979"/>
                </a:lnTo>
                <a:cubicBezTo>
                  <a:pt x="7021071" y="288856"/>
                  <a:pt x="7087323" y="292417"/>
                  <a:pt x="7145860" y="296651"/>
                </a:cubicBezTo>
                <a:lnTo>
                  <a:pt x="7232501" y="305332"/>
                </a:lnTo>
                <a:lnTo>
                  <a:pt x="7283877" y="306748"/>
                </a:lnTo>
                <a:cubicBezTo>
                  <a:pt x="7356429" y="310063"/>
                  <a:pt x="7429921" y="314440"/>
                  <a:pt x="7503858" y="319029"/>
                </a:cubicBezTo>
                <a:lnTo>
                  <a:pt x="7529293" y="320577"/>
                </a:lnTo>
                <a:lnTo>
                  <a:pt x="7559503" y="320688"/>
                </a:lnTo>
                <a:lnTo>
                  <a:pt x="7632017" y="321303"/>
                </a:lnTo>
                <a:lnTo>
                  <a:pt x="7639949" y="244636"/>
                </a:lnTo>
                <a:cubicBezTo>
                  <a:pt x="7645569" y="196440"/>
                  <a:pt x="7652304" y="143833"/>
                  <a:pt x="7660358" y="85567"/>
                </a:cubicBezTo>
                <a:lnTo>
                  <a:pt x="7826217" y="100623"/>
                </a:lnTo>
                <a:lnTo>
                  <a:pt x="7928974" y="103170"/>
                </a:lnTo>
                <a:cubicBezTo>
                  <a:pt x="8015404" y="103574"/>
                  <a:pt x="8105327" y="102496"/>
                  <a:pt x="8218538" y="111883"/>
                </a:cubicBezTo>
                <a:cubicBezTo>
                  <a:pt x="8218989" y="431453"/>
                  <a:pt x="8220053" y="621197"/>
                  <a:pt x="8180136" y="926412"/>
                </a:cubicBezTo>
                <a:lnTo>
                  <a:pt x="8178278" y="943843"/>
                </a:lnTo>
                <a:lnTo>
                  <a:pt x="8173736" y="1062167"/>
                </a:lnTo>
                <a:cubicBezTo>
                  <a:pt x="8169456" y="1235006"/>
                  <a:pt x="8156851" y="1368713"/>
                  <a:pt x="8147618" y="1477203"/>
                </a:cubicBezTo>
                <a:lnTo>
                  <a:pt x="8144708" y="1520170"/>
                </a:lnTo>
                <a:lnTo>
                  <a:pt x="8141734" y="1740941"/>
                </a:lnTo>
                <a:cubicBezTo>
                  <a:pt x="8146339" y="1776928"/>
                  <a:pt x="8145361" y="1831626"/>
                  <a:pt x="8141424" y="1899102"/>
                </a:cubicBezTo>
                <a:lnTo>
                  <a:pt x="8136786" y="1959396"/>
                </a:lnTo>
                <a:lnTo>
                  <a:pt x="8131071" y="2211707"/>
                </a:lnTo>
                <a:cubicBezTo>
                  <a:pt x="8125243" y="2353474"/>
                  <a:pt x="8116570" y="2474072"/>
                  <a:pt x="8103332" y="2555469"/>
                </a:cubicBezTo>
                <a:lnTo>
                  <a:pt x="8099278" y="2587267"/>
                </a:lnTo>
                <a:lnTo>
                  <a:pt x="8096932" y="2691225"/>
                </a:lnTo>
                <a:cubicBezTo>
                  <a:pt x="8100773" y="2872731"/>
                  <a:pt x="8098928" y="2954614"/>
                  <a:pt x="8093846" y="3018056"/>
                </a:cubicBezTo>
                <a:lnTo>
                  <a:pt x="8080027" y="3150738"/>
                </a:lnTo>
                <a:lnTo>
                  <a:pt x="8083036" y="3219195"/>
                </a:lnTo>
                <a:cubicBezTo>
                  <a:pt x="8086040" y="3335058"/>
                  <a:pt x="8080539" y="3446250"/>
                  <a:pt x="8052130" y="3641508"/>
                </a:cubicBezTo>
                <a:cubicBezTo>
                  <a:pt x="8059120" y="3781225"/>
                  <a:pt x="8037394" y="3801762"/>
                  <a:pt x="8039329" y="3913017"/>
                </a:cubicBezTo>
                <a:cubicBezTo>
                  <a:pt x="8040296" y="3968645"/>
                  <a:pt x="8036035" y="4011524"/>
                  <a:pt x="8032063" y="4052994"/>
                </a:cubicBezTo>
                <a:lnTo>
                  <a:pt x="8029431" y="4085585"/>
                </a:lnTo>
                <a:lnTo>
                  <a:pt x="8026528" y="4184527"/>
                </a:lnTo>
                <a:cubicBezTo>
                  <a:pt x="8030772" y="4284525"/>
                  <a:pt x="8009404" y="4375527"/>
                  <a:pt x="8013728" y="4456036"/>
                </a:cubicBezTo>
                <a:cubicBezTo>
                  <a:pt x="8016970" y="4516418"/>
                  <a:pt x="8014212" y="4686496"/>
                  <a:pt x="8002683" y="4846645"/>
                </a:cubicBezTo>
                <a:lnTo>
                  <a:pt x="8002656" y="4846925"/>
                </a:lnTo>
                <a:lnTo>
                  <a:pt x="8003183" y="4883288"/>
                </a:lnTo>
                <a:cubicBezTo>
                  <a:pt x="7999644" y="5005226"/>
                  <a:pt x="7982164" y="5041576"/>
                  <a:pt x="7981726" y="5134810"/>
                </a:cubicBezTo>
                <a:cubicBezTo>
                  <a:pt x="7981142" y="5259121"/>
                  <a:pt x="7955897" y="5816941"/>
                  <a:pt x="7936924" y="6085093"/>
                </a:cubicBezTo>
                <a:lnTo>
                  <a:pt x="7912284" y="6383687"/>
                </a:lnTo>
                <a:lnTo>
                  <a:pt x="7917723" y="6492358"/>
                </a:lnTo>
                <a:cubicBezTo>
                  <a:pt x="7923754" y="6573932"/>
                  <a:pt x="7923370" y="6644463"/>
                  <a:pt x="7919551" y="6711786"/>
                </a:cubicBezTo>
                <a:lnTo>
                  <a:pt x="7906986" y="6845714"/>
                </a:lnTo>
                <a:lnTo>
                  <a:pt x="7907143" y="6851964"/>
                </a:lnTo>
                <a:cubicBezTo>
                  <a:pt x="7905559" y="6945703"/>
                  <a:pt x="7893759" y="7054790"/>
                  <a:pt x="7882554" y="7165023"/>
                </a:cubicBezTo>
                <a:lnTo>
                  <a:pt x="7873262" y="7274902"/>
                </a:lnTo>
                <a:lnTo>
                  <a:pt x="7873080" y="7278994"/>
                </a:lnTo>
                <a:cubicBezTo>
                  <a:pt x="7871898" y="7329121"/>
                  <a:pt x="7871721" y="7383344"/>
                  <a:pt x="7872920" y="7442641"/>
                </a:cubicBezTo>
                <a:cubicBezTo>
                  <a:pt x="7878318" y="7709478"/>
                  <a:pt x="7882503" y="7855761"/>
                  <a:pt x="7874424" y="800076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4926516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5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7F8FCF17-37C4-47A4-B9AC-8B9953D32929}"/>
              </a:ext>
            </a:extLst>
          </p:cNvPr>
          <p:cNvSpPr/>
          <p:nvPr/>
        </p:nvSpPr>
        <p:spPr>
          <a:xfrm flipV="1">
            <a:off x="-118981" y="-535837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6" name="Forma libre: forma 35">
            <a:extLst>
              <a:ext uri="{FF2B5EF4-FFF2-40B4-BE49-F238E27FC236}">
                <a16:creationId xmlns:a16="http://schemas.microsoft.com/office/drawing/2014/main" id="{187B4400-5E22-4575-8874-EF26CA468502}"/>
              </a:ext>
            </a:extLst>
          </p:cNvPr>
          <p:cNvSpPr/>
          <p:nvPr/>
        </p:nvSpPr>
        <p:spPr>
          <a:xfrm flipH="1" flipV="1">
            <a:off x="4019401" y="-575341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40DD996B-EB26-4D90-8C61-0FC3E74A9D1D}"/>
              </a:ext>
            </a:extLst>
          </p:cNvPr>
          <p:cNvGrpSpPr/>
          <p:nvPr/>
        </p:nvGrpSpPr>
        <p:grpSpPr>
          <a:xfrm>
            <a:off x="8060015" y="-57454"/>
            <a:ext cx="3893623" cy="7252005"/>
            <a:chOff x="8060015" y="-57454"/>
            <a:chExt cx="3893623" cy="7252005"/>
          </a:xfrm>
        </p:grpSpPr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DE8C6651-18D3-4C1F-A2F1-6F409DA8643C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880CA0B4-CCAB-4573-8FF3-A2A3EA534F33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30567E61-6D96-4DC7-9CBF-309326B5AEF4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16" name="Rectángulo: esquinas redondeadas 15">
            <a:hlinkClick r:id="rId2" action="ppaction://hlinksldjump">
              <a:snd r:embed="rId3" name="coin.wav"/>
            </a:hlinkClick>
            <a:extLst>
              <a:ext uri="{FF2B5EF4-FFF2-40B4-BE49-F238E27FC236}">
                <a16:creationId xmlns:a16="http://schemas.microsoft.com/office/drawing/2014/main" id="{668A007A-BF82-4E30-AC07-75C122260C31}"/>
              </a:ext>
            </a:extLst>
          </p:cNvPr>
          <p:cNvSpPr/>
          <p:nvPr/>
        </p:nvSpPr>
        <p:spPr>
          <a:xfrm>
            <a:off x="9468525" y="5201835"/>
            <a:ext cx="2124080" cy="825500"/>
          </a:xfrm>
          <a:prstGeom prst="round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4000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</a:rPr>
              <a:t>Volver</a:t>
            </a:r>
            <a:endParaRPr lang="es-US" sz="4000" dirty="0">
              <a:solidFill>
                <a:schemeClr val="bg2">
                  <a:lumMod val="9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54070E1E-8ABE-4F1B-AE09-53F465AF3B2C}"/>
              </a:ext>
            </a:extLst>
          </p:cNvPr>
          <p:cNvSpPr/>
          <p:nvPr/>
        </p:nvSpPr>
        <p:spPr>
          <a:xfrm rot="16038043">
            <a:off x="2287347" y="-3468127"/>
            <a:ext cx="8218654" cy="13689533"/>
          </a:xfrm>
          <a:custGeom>
            <a:avLst/>
            <a:gdLst>
              <a:gd name="connsiteX0" fmla="*/ 7599517 w 8218654"/>
              <a:gd name="connsiteY0" fmla="*/ 1562404 h 13689533"/>
              <a:gd name="connsiteX1" fmla="*/ 7605770 w 8218654"/>
              <a:gd name="connsiteY1" fmla="*/ 1423042 h 13689533"/>
              <a:gd name="connsiteX2" fmla="*/ 7602755 w 8218654"/>
              <a:gd name="connsiteY2" fmla="*/ 1307360 h 13689533"/>
              <a:gd name="connsiteX3" fmla="*/ 7597170 w 8218654"/>
              <a:gd name="connsiteY3" fmla="*/ 945828 h 13689533"/>
              <a:gd name="connsiteX4" fmla="*/ 7598412 w 8218654"/>
              <a:gd name="connsiteY4" fmla="*/ 899361 h 13689533"/>
              <a:gd name="connsiteX5" fmla="*/ 7587399 w 8218654"/>
              <a:gd name="connsiteY5" fmla="*/ 898879 h 13689533"/>
              <a:gd name="connsiteX6" fmla="*/ 7266329 w 8218654"/>
              <a:gd name="connsiteY6" fmla="*/ 869539 h 13689533"/>
              <a:gd name="connsiteX7" fmla="*/ 7220436 w 8218654"/>
              <a:gd name="connsiteY7" fmla="*/ 865794 h 13689533"/>
              <a:gd name="connsiteX8" fmla="*/ 7194146 w 8218654"/>
              <a:gd name="connsiteY8" fmla="*/ 866135 h 13689533"/>
              <a:gd name="connsiteX9" fmla="*/ 6650864 w 8218654"/>
              <a:gd name="connsiteY9" fmla="*/ 843185 h 13689533"/>
              <a:gd name="connsiteX10" fmla="*/ 6453754 w 8218654"/>
              <a:gd name="connsiteY10" fmla="*/ 831852 h 13689533"/>
              <a:gd name="connsiteX11" fmla="*/ 6208529 w 8218654"/>
              <a:gd name="connsiteY11" fmla="*/ 833020 h 13689533"/>
              <a:gd name="connsiteX12" fmla="*/ 5737365 w 8218654"/>
              <a:gd name="connsiteY12" fmla="*/ 797454 h 13689533"/>
              <a:gd name="connsiteX13" fmla="*/ 5724298 w 8218654"/>
              <a:gd name="connsiteY13" fmla="*/ 795590 h 13689533"/>
              <a:gd name="connsiteX14" fmla="*/ 5580376 w 8218654"/>
              <a:gd name="connsiteY14" fmla="*/ 785355 h 13689533"/>
              <a:gd name="connsiteX15" fmla="*/ 5526287 w 8218654"/>
              <a:gd name="connsiteY15" fmla="*/ 782295 h 13689533"/>
              <a:gd name="connsiteX16" fmla="*/ 5341498 w 8218654"/>
              <a:gd name="connsiteY16" fmla="*/ 781927 h 13689533"/>
              <a:gd name="connsiteX17" fmla="*/ 4936793 w 8218654"/>
              <a:gd name="connsiteY17" fmla="*/ 759710 h 13689533"/>
              <a:gd name="connsiteX18" fmla="*/ 4918713 w 8218654"/>
              <a:gd name="connsiteY18" fmla="*/ 755981 h 13689533"/>
              <a:gd name="connsiteX19" fmla="*/ 4858047 w 8218654"/>
              <a:gd name="connsiteY19" fmla="*/ 755997 h 13689533"/>
              <a:gd name="connsiteX20" fmla="*/ 4576738 w 8218654"/>
              <a:gd name="connsiteY20" fmla="*/ 743286 h 13689533"/>
              <a:gd name="connsiteX21" fmla="*/ 4502228 w 8218654"/>
              <a:gd name="connsiteY21" fmla="*/ 738131 h 13689533"/>
              <a:gd name="connsiteX22" fmla="*/ 4479538 w 8218654"/>
              <a:gd name="connsiteY22" fmla="*/ 738314 h 13689533"/>
              <a:gd name="connsiteX23" fmla="*/ 4280585 w 8218654"/>
              <a:gd name="connsiteY23" fmla="*/ 728772 h 13689533"/>
              <a:gd name="connsiteX24" fmla="*/ 4241740 w 8218654"/>
              <a:gd name="connsiteY24" fmla="*/ 726138 h 13689533"/>
              <a:gd name="connsiteX25" fmla="*/ 4201840 w 8218654"/>
              <a:gd name="connsiteY25" fmla="*/ 725059 h 13689533"/>
              <a:gd name="connsiteX26" fmla="*/ 3851046 w 8218654"/>
              <a:gd name="connsiteY26" fmla="*/ 708628 h 13689533"/>
              <a:gd name="connsiteX27" fmla="*/ 3812963 w 8218654"/>
              <a:gd name="connsiteY27" fmla="*/ 705941 h 13689533"/>
              <a:gd name="connsiteX28" fmla="*/ 3692770 w 8218654"/>
              <a:gd name="connsiteY28" fmla="*/ 702620 h 13689533"/>
              <a:gd name="connsiteX29" fmla="*/ 3552195 w 8218654"/>
              <a:gd name="connsiteY29" fmla="*/ 694431 h 13689533"/>
              <a:gd name="connsiteX30" fmla="*/ 3550040 w 8218654"/>
              <a:gd name="connsiteY30" fmla="*/ 694211 h 13689533"/>
              <a:gd name="connsiteX31" fmla="*/ 3545632 w 8218654"/>
              <a:gd name="connsiteY31" fmla="*/ 694122 h 13689533"/>
              <a:gd name="connsiteX32" fmla="*/ 2817242 w 8218654"/>
              <a:gd name="connsiteY32" fmla="*/ 659781 h 13689533"/>
              <a:gd name="connsiteX33" fmla="*/ 2791293 w 8218654"/>
              <a:gd name="connsiteY33" fmla="*/ 656193 h 13689533"/>
              <a:gd name="connsiteX34" fmla="*/ 2751621 w 8218654"/>
              <a:gd name="connsiteY34" fmla="*/ 656687 h 13689533"/>
              <a:gd name="connsiteX35" fmla="*/ 2217422 w 8218654"/>
              <a:gd name="connsiteY35" fmla="*/ 633909 h 13689533"/>
              <a:gd name="connsiteX36" fmla="*/ 2208392 w 8218654"/>
              <a:gd name="connsiteY36" fmla="*/ 633305 h 13689533"/>
              <a:gd name="connsiteX37" fmla="*/ 2081213 w 8218654"/>
              <a:gd name="connsiteY37" fmla="*/ 638728 h 13689533"/>
              <a:gd name="connsiteX38" fmla="*/ 1577010 w 8218654"/>
              <a:gd name="connsiteY38" fmla="*/ 601308 h 13689533"/>
              <a:gd name="connsiteX39" fmla="*/ 1572087 w 8218654"/>
              <a:gd name="connsiteY39" fmla="*/ 600793 h 13689533"/>
              <a:gd name="connsiteX40" fmla="*/ 1506649 w 8218654"/>
              <a:gd name="connsiteY40" fmla="*/ 596094 h 13689533"/>
              <a:gd name="connsiteX41" fmla="*/ 1498824 w 8218654"/>
              <a:gd name="connsiteY41" fmla="*/ 694985 h 13689533"/>
              <a:gd name="connsiteX42" fmla="*/ 1455732 w 8218654"/>
              <a:gd name="connsiteY42" fmla="*/ 970419 h 13689533"/>
              <a:gd name="connsiteX43" fmla="*/ 1445960 w 8218654"/>
              <a:gd name="connsiteY43" fmla="*/ 1026020 h 13689533"/>
              <a:gd name="connsiteX44" fmla="*/ 1440101 w 8218654"/>
              <a:gd name="connsiteY44" fmla="*/ 1114098 h 13689533"/>
              <a:gd name="connsiteX45" fmla="*/ 1353422 w 8218654"/>
              <a:gd name="connsiteY45" fmla="*/ 1910860 h 13689533"/>
              <a:gd name="connsiteX46" fmla="*/ 1352541 w 8218654"/>
              <a:gd name="connsiteY46" fmla="*/ 1921663 h 13689533"/>
              <a:gd name="connsiteX47" fmla="*/ 1348608 w 8218654"/>
              <a:gd name="connsiteY47" fmla="*/ 2019863 h 13689533"/>
              <a:gd name="connsiteX48" fmla="*/ 1337222 w 8218654"/>
              <a:gd name="connsiteY48" fmla="*/ 2132572 h 13689533"/>
              <a:gd name="connsiteX49" fmla="*/ 1332477 w 8218654"/>
              <a:gd name="connsiteY49" fmla="*/ 2167533 h 13689533"/>
              <a:gd name="connsiteX50" fmla="*/ 1321378 w 8218654"/>
              <a:gd name="connsiteY50" fmla="*/ 2303551 h 13689533"/>
              <a:gd name="connsiteX51" fmla="*/ 1299887 w 8218654"/>
              <a:gd name="connsiteY51" fmla="*/ 2485932 h 13689533"/>
              <a:gd name="connsiteX52" fmla="*/ 1276882 w 8218654"/>
              <a:gd name="connsiteY52" fmla="*/ 2622034 h 13689533"/>
              <a:gd name="connsiteX53" fmla="*/ 1262711 w 8218654"/>
              <a:gd name="connsiteY53" fmla="*/ 2803772 h 13689533"/>
              <a:gd name="connsiteX54" fmla="*/ 1245399 w 8218654"/>
              <a:gd name="connsiteY54" fmla="*/ 2987439 h 13689533"/>
              <a:gd name="connsiteX55" fmla="*/ 1218600 w 8218654"/>
              <a:gd name="connsiteY55" fmla="*/ 3150686 h 13689533"/>
              <a:gd name="connsiteX56" fmla="*/ 1188570 w 8218654"/>
              <a:gd name="connsiteY56" fmla="*/ 3455849 h 13689533"/>
              <a:gd name="connsiteX57" fmla="*/ 1132462 w 8218654"/>
              <a:gd name="connsiteY57" fmla="*/ 3941948 h 13689533"/>
              <a:gd name="connsiteX58" fmla="*/ 1077044 w 8218654"/>
              <a:gd name="connsiteY58" fmla="*/ 4451353 h 13689533"/>
              <a:gd name="connsiteX59" fmla="*/ 1063791 w 8218654"/>
              <a:gd name="connsiteY59" fmla="*/ 4564421 h 13689533"/>
              <a:gd name="connsiteX60" fmla="*/ 1061554 w 8218654"/>
              <a:gd name="connsiteY60" fmla="*/ 4579896 h 13689533"/>
              <a:gd name="connsiteX61" fmla="*/ 1060703 w 8218654"/>
              <a:gd name="connsiteY61" fmla="*/ 4601562 h 13689533"/>
              <a:gd name="connsiteX62" fmla="*/ 1021971 w 8218654"/>
              <a:gd name="connsiteY62" fmla="*/ 4972949 h 13689533"/>
              <a:gd name="connsiteX63" fmla="*/ 1005957 w 8218654"/>
              <a:gd name="connsiteY63" fmla="*/ 5062204 h 13689533"/>
              <a:gd name="connsiteX64" fmla="*/ 998181 w 8218654"/>
              <a:gd name="connsiteY64" fmla="*/ 5176276 h 13689533"/>
              <a:gd name="connsiteX65" fmla="*/ 989429 w 8218654"/>
              <a:gd name="connsiteY65" fmla="*/ 5298800 h 13689533"/>
              <a:gd name="connsiteX66" fmla="*/ 988840 w 8218654"/>
              <a:gd name="connsiteY66" fmla="*/ 5413531 h 13689533"/>
              <a:gd name="connsiteX67" fmla="*/ 952777 w 8218654"/>
              <a:gd name="connsiteY67" fmla="*/ 5722908 h 13689533"/>
              <a:gd name="connsiteX68" fmla="*/ 926883 w 8218654"/>
              <a:gd name="connsiteY68" fmla="*/ 5833913 h 13689533"/>
              <a:gd name="connsiteX69" fmla="*/ 913984 w 8218654"/>
              <a:gd name="connsiteY69" fmla="*/ 6069235 h 13689533"/>
              <a:gd name="connsiteX70" fmla="*/ 879530 w 8218654"/>
              <a:gd name="connsiteY70" fmla="*/ 6266922 h 13689533"/>
              <a:gd name="connsiteX71" fmla="*/ 878901 w 8218654"/>
              <a:gd name="connsiteY71" fmla="*/ 6271753 h 13689533"/>
              <a:gd name="connsiteX72" fmla="*/ 878820 w 8218654"/>
              <a:gd name="connsiteY72" fmla="*/ 6273454 h 13689533"/>
              <a:gd name="connsiteX73" fmla="*/ 847883 w 8218654"/>
              <a:gd name="connsiteY73" fmla="*/ 6547845 h 13689533"/>
              <a:gd name="connsiteX74" fmla="*/ 847203 w 8218654"/>
              <a:gd name="connsiteY74" fmla="*/ 6552970 h 13689533"/>
              <a:gd name="connsiteX75" fmla="*/ 830526 w 8218654"/>
              <a:gd name="connsiteY75" fmla="*/ 6747095 h 13689533"/>
              <a:gd name="connsiteX76" fmla="*/ 807999 w 8218654"/>
              <a:gd name="connsiteY76" fmla="*/ 6985683 h 13689533"/>
              <a:gd name="connsiteX77" fmla="*/ 807914 w 8218654"/>
              <a:gd name="connsiteY77" fmla="*/ 6987144 h 13689533"/>
              <a:gd name="connsiteX78" fmla="*/ 807614 w 8218654"/>
              <a:gd name="connsiteY78" fmla="*/ 6989766 h 13689533"/>
              <a:gd name="connsiteX79" fmla="*/ 795209 w 8218654"/>
              <a:gd name="connsiteY79" fmla="*/ 7121141 h 13689533"/>
              <a:gd name="connsiteX80" fmla="*/ 767124 w 8218654"/>
              <a:gd name="connsiteY80" fmla="*/ 7334817 h 13689533"/>
              <a:gd name="connsiteX81" fmla="*/ 767117 w 8218654"/>
              <a:gd name="connsiteY81" fmla="*/ 7338284 h 13689533"/>
              <a:gd name="connsiteX82" fmla="*/ 769086 w 8218654"/>
              <a:gd name="connsiteY82" fmla="*/ 7499055 h 13689533"/>
              <a:gd name="connsiteX83" fmla="*/ 768807 w 8218654"/>
              <a:gd name="connsiteY83" fmla="*/ 7514389 h 13689533"/>
              <a:gd name="connsiteX84" fmla="*/ 772852 w 8218654"/>
              <a:gd name="connsiteY84" fmla="*/ 7612858 h 13689533"/>
              <a:gd name="connsiteX85" fmla="*/ 775103 w 8218654"/>
              <a:gd name="connsiteY85" fmla="*/ 7746350 h 13689533"/>
              <a:gd name="connsiteX86" fmla="*/ 768885 w 8218654"/>
              <a:gd name="connsiteY86" fmla="*/ 7883860 h 13689533"/>
              <a:gd name="connsiteX87" fmla="*/ 779995 w 8218654"/>
              <a:gd name="connsiteY87" fmla="*/ 8092263 h 13689533"/>
              <a:gd name="connsiteX88" fmla="*/ 767117 w 8218654"/>
              <a:gd name="connsiteY88" fmla="*/ 8435368 h 13689533"/>
              <a:gd name="connsiteX89" fmla="*/ 762189 w 8218654"/>
              <a:gd name="connsiteY89" fmla="*/ 8494174 h 13689533"/>
              <a:gd name="connsiteX90" fmla="*/ 767117 w 8218654"/>
              <a:gd name="connsiteY90" fmla="*/ 8652157 h 13689533"/>
              <a:gd name="connsiteX91" fmla="*/ 770448 w 8218654"/>
              <a:gd name="connsiteY91" fmla="*/ 8998805 h 13689533"/>
              <a:gd name="connsiteX92" fmla="*/ 768430 w 8218654"/>
              <a:gd name="connsiteY92" fmla="*/ 9186778 h 13689533"/>
              <a:gd name="connsiteX93" fmla="*/ 778878 w 8218654"/>
              <a:gd name="connsiteY93" fmla="*/ 9363505 h 13689533"/>
              <a:gd name="connsiteX94" fmla="*/ 776532 w 8218654"/>
              <a:gd name="connsiteY94" fmla="*/ 9516296 h 13689533"/>
              <a:gd name="connsiteX95" fmla="*/ 770243 w 8218654"/>
              <a:gd name="connsiteY95" fmla="*/ 9626030 h 13689533"/>
              <a:gd name="connsiteX96" fmla="*/ 770973 w 8218654"/>
              <a:gd name="connsiteY96" fmla="*/ 9699998 h 13689533"/>
              <a:gd name="connsiteX97" fmla="*/ 768667 w 8218654"/>
              <a:gd name="connsiteY97" fmla="*/ 9945540 h 13689533"/>
              <a:gd name="connsiteX98" fmla="*/ 769628 w 8218654"/>
              <a:gd name="connsiteY98" fmla="*/ 10067267 h 13689533"/>
              <a:gd name="connsiteX99" fmla="*/ 768315 w 8218654"/>
              <a:gd name="connsiteY99" fmla="*/ 10319960 h 13689533"/>
              <a:gd name="connsiteX100" fmla="*/ 772435 w 8218654"/>
              <a:gd name="connsiteY100" fmla="*/ 10407907 h 13689533"/>
              <a:gd name="connsiteX101" fmla="*/ 775701 w 8218654"/>
              <a:gd name="connsiteY101" fmla="*/ 10513828 h 13689533"/>
              <a:gd name="connsiteX102" fmla="*/ 767518 w 8218654"/>
              <a:gd name="connsiteY102" fmla="*/ 10617873 h 13689533"/>
              <a:gd name="connsiteX103" fmla="*/ 769691 w 8218654"/>
              <a:gd name="connsiteY103" fmla="*/ 10982286 h 13689533"/>
              <a:gd name="connsiteX104" fmla="*/ 767117 w 8218654"/>
              <a:gd name="connsiteY104" fmla="*/ 11279902 h 13689533"/>
              <a:gd name="connsiteX105" fmla="*/ 766596 w 8218654"/>
              <a:gd name="connsiteY105" fmla="*/ 11343305 h 13689533"/>
              <a:gd name="connsiteX106" fmla="*/ 767117 w 8218654"/>
              <a:gd name="connsiteY106" fmla="*/ 11352165 h 13689533"/>
              <a:gd name="connsiteX107" fmla="*/ 774852 w 8218654"/>
              <a:gd name="connsiteY107" fmla="*/ 11631470 h 13689533"/>
              <a:gd name="connsiteX108" fmla="*/ 773986 w 8218654"/>
              <a:gd name="connsiteY108" fmla="*/ 11716881 h 13689533"/>
              <a:gd name="connsiteX109" fmla="*/ 774120 w 8218654"/>
              <a:gd name="connsiteY109" fmla="*/ 11723226 h 13689533"/>
              <a:gd name="connsiteX110" fmla="*/ 773871 w 8218654"/>
              <a:gd name="connsiteY110" fmla="*/ 11728247 h 13689533"/>
              <a:gd name="connsiteX111" fmla="*/ 771223 w 8218654"/>
              <a:gd name="connsiteY111" fmla="*/ 11989248 h 13689533"/>
              <a:gd name="connsiteX112" fmla="*/ 765541 w 8218654"/>
              <a:gd name="connsiteY112" fmla="*/ 12356953 h 13689533"/>
              <a:gd name="connsiteX113" fmla="*/ 765306 w 8218654"/>
              <a:gd name="connsiteY113" fmla="*/ 12412666 h 13689533"/>
              <a:gd name="connsiteX114" fmla="*/ 893119 w 8218654"/>
              <a:gd name="connsiteY114" fmla="*/ 12419634 h 13689533"/>
              <a:gd name="connsiteX115" fmla="*/ 929907 w 8218654"/>
              <a:gd name="connsiteY115" fmla="*/ 12420047 h 13689533"/>
              <a:gd name="connsiteX116" fmla="*/ 1031572 w 8218654"/>
              <a:gd name="connsiteY116" fmla="*/ 12420846 h 13689533"/>
              <a:gd name="connsiteX117" fmla="*/ 1085114 w 8218654"/>
              <a:gd name="connsiteY117" fmla="*/ 12425908 h 13689533"/>
              <a:gd name="connsiteX118" fmla="*/ 1108607 w 8218654"/>
              <a:gd name="connsiteY118" fmla="*/ 12426331 h 13689533"/>
              <a:gd name="connsiteX119" fmla="*/ 1215982 w 8218654"/>
              <a:gd name="connsiteY119" fmla="*/ 12428583 h 13689533"/>
              <a:gd name="connsiteX120" fmla="*/ 1327043 w 8218654"/>
              <a:gd name="connsiteY120" fmla="*/ 12438571 h 13689533"/>
              <a:gd name="connsiteX121" fmla="*/ 1503830 w 8218654"/>
              <a:gd name="connsiteY121" fmla="*/ 12440328 h 13689533"/>
              <a:gd name="connsiteX122" fmla="*/ 1845869 w 8218654"/>
              <a:gd name="connsiteY122" fmla="*/ 12454454 h 13689533"/>
              <a:gd name="connsiteX123" fmla="*/ 1919009 w 8218654"/>
              <a:gd name="connsiteY123" fmla="*/ 12466538 h 13689533"/>
              <a:gd name="connsiteX124" fmla="*/ 1994939 w 8218654"/>
              <a:gd name="connsiteY124" fmla="*/ 12470560 h 13689533"/>
              <a:gd name="connsiteX125" fmla="*/ 2289099 w 8218654"/>
              <a:gd name="connsiteY125" fmla="*/ 12486615 h 13689533"/>
              <a:gd name="connsiteX126" fmla="*/ 2362414 w 8218654"/>
              <a:gd name="connsiteY126" fmla="*/ 12487885 h 13689533"/>
              <a:gd name="connsiteX127" fmla="*/ 3090805 w 8218654"/>
              <a:gd name="connsiteY127" fmla="*/ 12522226 h 13689533"/>
              <a:gd name="connsiteX128" fmla="*/ 3142408 w 8218654"/>
              <a:gd name="connsiteY128" fmla="*/ 12529951 h 13689533"/>
              <a:gd name="connsiteX129" fmla="*/ 3154657 w 8218654"/>
              <a:gd name="connsiteY129" fmla="*/ 12531052 h 13689533"/>
              <a:gd name="connsiteX130" fmla="*/ 3530464 w 8218654"/>
              <a:gd name="connsiteY130" fmla="*/ 12542954 h 13689533"/>
              <a:gd name="connsiteX131" fmla="*/ 3658944 w 8218654"/>
              <a:gd name="connsiteY131" fmla="*/ 12549977 h 13689533"/>
              <a:gd name="connsiteX132" fmla="*/ 3674829 w 8218654"/>
              <a:gd name="connsiteY132" fmla="*/ 12549761 h 13689533"/>
              <a:gd name="connsiteX133" fmla="*/ 3767633 w 8218654"/>
              <a:gd name="connsiteY133" fmla="*/ 12552753 h 13689533"/>
              <a:gd name="connsiteX134" fmla="*/ 3859725 w 8218654"/>
              <a:gd name="connsiteY134" fmla="*/ 12554704 h 13689533"/>
              <a:gd name="connsiteX135" fmla="*/ 4186672 w 8218654"/>
              <a:gd name="connsiteY135" fmla="*/ 12573892 h 13689533"/>
              <a:gd name="connsiteX136" fmla="*/ 4265162 w 8218654"/>
              <a:gd name="connsiteY136" fmla="*/ 12584181 h 13689533"/>
              <a:gd name="connsiteX137" fmla="*/ 4475403 w 8218654"/>
              <a:gd name="connsiteY137" fmla="*/ 12587505 h 13689533"/>
              <a:gd name="connsiteX138" fmla="*/ 4932036 w 8218654"/>
              <a:gd name="connsiteY138" fmla="*/ 12610852 h 13689533"/>
              <a:gd name="connsiteX139" fmla="*/ 4975612 w 8218654"/>
              <a:gd name="connsiteY139" fmla="*/ 12612285 h 13689533"/>
              <a:gd name="connsiteX140" fmla="*/ 4987245 w 8218654"/>
              <a:gd name="connsiteY140" fmla="*/ 12611636 h 13689533"/>
              <a:gd name="connsiteX141" fmla="*/ 5499086 w 8218654"/>
              <a:gd name="connsiteY141" fmla="*/ 12635768 h 13689533"/>
              <a:gd name="connsiteX142" fmla="*/ 5547502 w 8218654"/>
              <a:gd name="connsiteY142" fmla="*/ 12639809 h 13689533"/>
              <a:gd name="connsiteX143" fmla="*/ 5571269 w 8218654"/>
              <a:gd name="connsiteY143" fmla="*/ 12639171 h 13689533"/>
              <a:gd name="connsiteX144" fmla="*/ 6371843 w 8218654"/>
              <a:gd name="connsiteY144" fmla="*/ 12676915 h 13689533"/>
              <a:gd name="connsiteX145" fmla="*/ 6372521 w 8218654"/>
              <a:gd name="connsiteY145" fmla="*/ 12677015 h 13689533"/>
              <a:gd name="connsiteX146" fmla="*/ 6450587 w 8218654"/>
              <a:gd name="connsiteY146" fmla="*/ 12680627 h 13689533"/>
              <a:gd name="connsiteX147" fmla="*/ 7021528 w 8218654"/>
              <a:gd name="connsiteY147" fmla="*/ 12706775 h 13689533"/>
              <a:gd name="connsiteX148" fmla="*/ 7068404 w 8218654"/>
              <a:gd name="connsiteY148" fmla="*/ 12708949 h 13689533"/>
              <a:gd name="connsiteX149" fmla="*/ 7070964 w 8218654"/>
              <a:gd name="connsiteY149" fmla="*/ 12675647 h 13689533"/>
              <a:gd name="connsiteX150" fmla="*/ 7077928 w 8218654"/>
              <a:gd name="connsiteY150" fmla="*/ 12439251 h 13689533"/>
              <a:gd name="connsiteX151" fmla="*/ 7089852 w 8218654"/>
              <a:gd name="connsiteY151" fmla="*/ 11907995 h 13689533"/>
              <a:gd name="connsiteX152" fmla="*/ 7100789 w 8218654"/>
              <a:gd name="connsiteY152" fmla="*/ 11768609 h 13689533"/>
              <a:gd name="connsiteX153" fmla="*/ 7101032 w 8218654"/>
              <a:gd name="connsiteY153" fmla="*/ 11751079 h 13689533"/>
              <a:gd name="connsiteX154" fmla="*/ 7135531 w 8218654"/>
              <a:gd name="connsiteY154" fmla="*/ 11217460 h 13689533"/>
              <a:gd name="connsiteX155" fmla="*/ 7161920 w 8218654"/>
              <a:gd name="connsiteY155" fmla="*/ 10787359 h 13689533"/>
              <a:gd name="connsiteX156" fmla="*/ 7169725 w 8218654"/>
              <a:gd name="connsiteY156" fmla="*/ 10658710 h 13689533"/>
              <a:gd name="connsiteX157" fmla="*/ 7167533 w 8218654"/>
              <a:gd name="connsiteY157" fmla="*/ 10538684 h 13689533"/>
              <a:gd name="connsiteX158" fmla="*/ 7174660 w 8218654"/>
              <a:gd name="connsiteY158" fmla="*/ 10233002 h 13689533"/>
              <a:gd name="connsiteX159" fmla="*/ 7181151 w 8218654"/>
              <a:gd name="connsiteY159" fmla="*/ 10180056 h 13689533"/>
              <a:gd name="connsiteX160" fmla="*/ 7182761 w 8218654"/>
              <a:gd name="connsiteY160" fmla="*/ 10008609 h 13689533"/>
              <a:gd name="connsiteX161" fmla="*/ 7195843 w 8218654"/>
              <a:gd name="connsiteY161" fmla="*/ 9792337 h 13689533"/>
              <a:gd name="connsiteX162" fmla="*/ 7197293 w 8218654"/>
              <a:gd name="connsiteY162" fmla="*/ 9774617 h 13689533"/>
              <a:gd name="connsiteX163" fmla="*/ 7199882 w 8218654"/>
              <a:gd name="connsiteY163" fmla="*/ 9637014 h 13689533"/>
              <a:gd name="connsiteX164" fmla="*/ 7221285 w 8218654"/>
              <a:gd name="connsiteY164" fmla="*/ 9365699 h 13689533"/>
              <a:gd name="connsiteX165" fmla="*/ 7221884 w 8218654"/>
              <a:gd name="connsiteY165" fmla="*/ 9345295 h 13689533"/>
              <a:gd name="connsiteX166" fmla="*/ 7231536 w 8218654"/>
              <a:gd name="connsiteY166" fmla="*/ 9181137 h 13689533"/>
              <a:gd name="connsiteX167" fmla="*/ 7250388 w 8218654"/>
              <a:gd name="connsiteY167" fmla="*/ 8787646 h 13689533"/>
              <a:gd name="connsiteX168" fmla="*/ 7261288 w 8218654"/>
              <a:gd name="connsiteY168" fmla="*/ 8595071 h 13689533"/>
              <a:gd name="connsiteX169" fmla="*/ 7263538 w 8218654"/>
              <a:gd name="connsiteY169" fmla="*/ 8502363 h 13689533"/>
              <a:gd name="connsiteX170" fmla="*/ 7268928 w 8218654"/>
              <a:gd name="connsiteY170" fmla="*/ 8293716 h 13689533"/>
              <a:gd name="connsiteX171" fmla="*/ 7271556 w 8218654"/>
              <a:gd name="connsiteY171" fmla="*/ 8266628 h 13689533"/>
              <a:gd name="connsiteX172" fmla="*/ 7275767 w 8218654"/>
              <a:gd name="connsiteY172" fmla="*/ 8006432 h 13689533"/>
              <a:gd name="connsiteX173" fmla="*/ 7289391 w 8218654"/>
              <a:gd name="connsiteY173" fmla="*/ 7740443 h 13689533"/>
              <a:gd name="connsiteX174" fmla="*/ 7309289 w 8218654"/>
              <a:gd name="connsiteY174" fmla="*/ 7486028 h 13689533"/>
              <a:gd name="connsiteX175" fmla="*/ 7312137 w 8218654"/>
              <a:gd name="connsiteY175" fmla="*/ 7287774 h 13689533"/>
              <a:gd name="connsiteX176" fmla="*/ 7333941 w 8218654"/>
              <a:gd name="connsiteY176" fmla="*/ 7009061 h 13689533"/>
              <a:gd name="connsiteX177" fmla="*/ 7340699 w 8218654"/>
              <a:gd name="connsiteY177" fmla="*/ 6962981 h 13689533"/>
              <a:gd name="connsiteX178" fmla="*/ 7340815 w 8218654"/>
              <a:gd name="connsiteY178" fmla="*/ 6961749 h 13689533"/>
              <a:gd name="connsiteX179" fmla="*/ 7346742 w 8218654"/>
              <a:gd name="connsiteY179" fmla="*/ 6737552 h 13689533"/>
              <a:gd name="connsiteX180" fmla="*/ 7344355 w 8218654"/>
              <a:gd name="connsiteY180" fmla="*/ 6541051 h 13689533"/>
              <a:gd name="connsiteX181" fmla="*/ 7349185 w 8218654"/>
              <a:gd name="connsiteY181" fmla="*/ 6493892 h 13689533"/>
              <a:gd name="connsiteX182" fmla="*/ 7348741 w 8218654"/>
              <a:gd name="connsiteY182" fmla="*/ 6481794 h 13689533"/>
              <a:gd name="connsiteX183" fmla="*/ 7362694 w 8218654"/>
              <a:gd name="connsiteY183" fmla="*/ 6030337 h 13689533"/>
              <a:gd name="connsiteX184" fmla="*/ 7386811 w 8218654"/>
              <a:gd name="connsiteY184" fmla="*/ 5827144 h 13689533"/>
              <a:gd name="connsiteX185" fmla="*/ 7388194 w 8218654"/>
              <a:gd name="connsiteY185" fmla="*/ 5747643 h 13689533"/>
              <a:gd name="connsiteX186" fmla="*/ 7418499 w 8218654"/>
              <a:gd name="connsiteY186" fmla="*/ 5222729 h 13689533"/>
              <a:gd name="connsiteX187" fmla="*/ 7423657 w 8218654"/>
              <a:gd name="connsiteY187" fmla="*/ 5110089 h 13689533"/>
              <a:gd name="connsiteX188" fmla="*/ 7423546 w 8218654"/>
              <a:gd name="connsiteY188" fmla="*/ 5108494 h 13689533"/>
              <a:gd name="connsiteX189" fmla="*/ 7432488 w 8218654"/>
              <a:gd name="connsiteY189" fmla="*/ 4865081 h 13689533"/>
              <a:gd name="connsiteX190" fmla="*/ 7434944 w 8218654"/>
              <a:gd name="connsiteY190" fmla="*/ 4839835 h 13689533"/>
              <a:gd name="connsiteX191" fmla="*/ 7446468 w 8218654"/>
              <a:gd name="connsiteY191" fmla="*/ 4533392 h 13689533"/>
              <a:gd name="connsiteX192" fmla="*/ 7451393 w 8218654"/>
              <a:gd name="connsiteY192" fmla="*/ 4444405 h 13689533"/>
              <a:gd name="connsiteX193" fmla="*/ 7452792 w 8218654"/>
              <a:gd name="connsiteY193" fmla="*/ 4369000 h 13689533"/>
              <a:gd name="connsiteX194" fmla="*/ 7467684 w 8218654"/>
              <a:gd name="connsiteY194" fmla="*/ 4147390 h 13689533"/>
              <a:gd name="connsiteX195" fmla="*/ 7468529 w 8218654"/>
              <a:gd name="connsiteY195" fmla="*/ 4134819 h 13689533"/>
              <a:gd name="connsiteX196" fmla="*/ 7474749 w 8218654"/>
              <a:gd name="connsiteY196" fmla="*/ 4022457 h 13689533"/>
              <a:gd name="connsiteX197" fmla="*/ 7491004 w 8218654"/>
              <a:gd name="connsiteY197" fmla="*/ 3635061 h 13689533"/>
              <a:gd name="connsiteX198" fmla="*/ 7494884 w 8218654"/>
              <a:gd name="connsiteY198" fmla="*/ 3517437 h 13689533"/>
              <a:gd name="connsiteX199" fmla="*/ 7495828 w 8218654"/>
              <a:gd name="connsiteY199" fmla="*/ 3418622 h 13689533"/>
              <a:gd name="connsiteX200" fmla="*/ 7506750 w 8218654"/>
              <a:gd name="connsiteY200" fmla="*/ 3343682 h 13689533"/>
              <a:gd name="connsiteX201" fmla="*/ 7525951 w 8218654"/>
              <a:gd name="connsiteY201" fmla="*/ 2936418 h 13689533"/>
              <a:gd name="connsiteX202" fmla="*/ 7534813 w 8218654"/>
              <a:gd name="connsiteY202" fmla="*/ 2833970 h 13689533"/>
              <a:gd name="connsiteX203" fmla="*/ 7532352 w 8218654"/>
              <a:gd name="connsiteY203" fmla="*/ 2800662 h 13689533"/>
              <a:gd name="connsiteX204" fmla="*/ 7564353 w 8218654"/>
              <a:gd name="connsiteY204" fmla="*/ 2121889 h 13689533"/>
              <a:gd name="connsiteX205" fmla="*/ 7577154 w 8218654"/>
              <a:gd name="connsiteY205" fmla="*/ 1850379 h 13689533"/>
              <a:gd name="connsiteX206" fmla="*/ 7599517 w 8218654"/>
              <a:gd name="connsiteY206" fmla="*/ 1562404 h 13689533"/>
              <a:gd name="connsiteX207" fmla="*/ 7874424 w 8218654"/>
              <a:gd name="connsiteY207" fmla="*/ 8000769 h 13689533"/>
              <a:gd name="connsiteX208" fmla="*/ 7861848 w 8218654"/>
              <a:gd name="connsiteY208" fmla="*/ 8149768 h 13689533"/>
              <a:gd name="connsiteX209" fmla="*/ 7836279 w 8218654"/>
              <a:gd name="connsiteY209" fmla="*/ 8334091 h 13689533"/>
              <a:gd name="connsiteX210" fmla="*/ 7837517 w 8218654"/>
              <a:gd name="connsiteY210" fmla="*/ 8388188 h 13689533"/>
              <a:gd name="connsiteX211" fmla="*/ 7815317 w 8218654"/>
              <a:gd name="connsiteY211" fmla="*/ 8664434 h 13689533"/>
              <a:gd name="connsiteX212" fmla="*/ 7776915 w 8218654"/>
              <a:gd name="connsiteY212" fmla="*/ 9478962 h 13689533"/>
              <a:gd name="connsiteX213" fmla="*/ 7764115 w 8218654"/>
              <a:gd name="connsiteY213" fmla="*/ 9750471 h 13689533"/>
              <a:gd name="connsiteX214" fmla="*/ 7751314 w 8218654"/>
              <a:gd name="connsiteY214" fmla="*/ 10021982 h 13689533"/>
              <a:gd name="connsiteX215" fmla="*/ 7750827 w 8218654"/>
              <a:gd name="connsiteY215" fmla="*/ 10077307 h 13689533"/>
              <a:gd name="connsiteX216" fmla="*/ 7745442 w 8218654"/>
              <a:gd name="connsiteY216" fmla="*/ 10143243 h 13689533"/>
              <a:gd name="connsiteX217" fmla="*/ 7744914 w 8218654"/>
              <a:gd name="connsiteY217" fmla="*/ 10157736 h 13689533"/>
              <a:gd name="connsiteX218" fmla="*/ 7737706 w 8218654"/>
              <a:gd name="connsiteY218" fmla="*/ 10363411 h 13689533"/>
              <a:gd name="connsiteX219" fmla="*/ 7736898 w 8218654"/>
              <a:gd name="connsiteY219" fmla="*/ 10372918 h 13689533"/>
              <a:gd name="connsiteX220" fmla="*/ 7736804 w 8218654"/>
              <a:gd name="connsiteY220" fmla="*/ 10377517 h 13689533"/>
              <a:gd name="connsiteX221" fmla="*/ 7719312 w 8218654"/>
              <a:gd name="connsiteY221" fmla="*/ 10700755 h 13689533"/>
              <a:gd name="connsiteX222" fmla="*/ 7693711 w 8218654"/>
              <a:gd name="connsiteY222" fmla="*/ 11243776 h 13689533"/>
              <a:gd name="connsiteX223" fmla="*/ 7688557 w 8218654"/>
              <a:gd name="connsiteY223" fmla="*/ 11403788 h 13689533"/>
              <a:gd name="connsiteX224" fmla="*/ 7688506 w 8218654"/>
              <a:gd name="connsiteY224" fmla="*/ 11412531 h 13689533"/>
              <a:gd name="connsiteX225" fmla="*/ 7690970 w 8218654"/>
              <a:gd name="connsiteY225" fmla="*/ 11480556 h 13689533"/>
              <a:gd name="connsiteX226" fmla="*/ 7688040 w 8218654"/>
              <a:gd name="connsiteY226" fmla="*/ 11576410 h 13689533"/>
              <a:gd name="connsiteX227" fmla="*/ 7686919 w 8218654"/>
              <a:gd name="connsiteY227" fmla="*/ 11588213 h 13689533"/>
              <a:gd name="connsiteX228" fmla="*/ 7681694 w 8218654"/>
              <a:gd name="connsiteY228" fmla="*/ 11740486 h 13689533"/>
              <a:gd name="connsiteX229" fmla="*/ 7661709 w 8218654"/>
              <a:gd name="connsiteY229" fmla="*/ 11922549 h 13689533"/>
              <a:gd name="connsiteX230" fmla="*/ 7652471 w 8218654"/>
              <a:gd name="connsiteY230" fmla="*/ 12004820 h 13689533"/>
              <a:gd name="connsiteX231" fmla="*/ 7655309 w 8218654"/>
              <a:gd name="connsiteY231" fmla="*/ 12058303 h 13689533"/>
              <a:gd name="connsiteX232" fmla="*/ 7631555 w 8218654"/>
              <a:gd name="connsiteY232" fmla="*/ 12549409 h 13689533"/>
              <a:gd name="connsiteX233" fmla="*/ 7630260 w 8218654"/>
              <a:gd name="connsiteY233" fmla="*/ 12578878 h 13689533"/>
              <a:gd name="connsiteX234" fmla="*/ 7629478 w 8218654"/>
              <a:gd name="connsiteY234" fmla="*/ 12650572 h 13689533"/>
              <a:gd name="connsiteX235" fmla="*/ 7626108 w 8218654"/>
              <a:gd name="connsiteY235" fmla="*/ 12832867 h 13689533"/>
              <a:gd name="connsiteX236" fmla="*/ 7620799 w 8218654"/>
              <a:gd name="connsiteY236" fmla="*/ 12892658 h 13689533"/>
              <a:gd name="connsiteX237" fmla="*/ 7615940 w 8218654"/>
              <a:gd name="connsiteY237" fmla="*/ 13194096 h 13689533"/>
              <a:gd name="connsiteX238" fmla="*/ 7578505 w 8218654"/>
              <a:gd name="connsiteY238" fmla="*/ 13687360 h 13689533"/>
              <a:gd name="connsiteX239" fmla="*/ 7437611 w 8218654"/>
              <a:gd name="connsiteY239" fmla="*/ 13687241 h 13689533"/>
              <a:gd name="connsiteX240" fmla="*/ 7020325 w 8218654"/>
              <a:gd name="connsiteY240" fmla="*/ 13661044 h 13689533"/>
              <a:gd name="connsiteX241" fmla="*/ 7027423 w 8218654"/>
              <a:gd name="connsiteY241" fmla="*/ 13529240 h 13689533"/>
              <a:gd name="connsiteX242" fmla="*/ 7032358 w 8218654"/>
              <a:gd name="connsiteY242" fmla="*/ 13475219 h 13689533"/>
              <a:gd name="connsiteX243" fmla="*/ 7033303 w 8218654"/>
              <a:gd name="connsiteY243" fmla="*/ 13460637 h 13689533"/>
              <a:gd name="connsiteX244" fmla="*/ 7033126 w 8218654"/>
              <a:gd name="connsiteY244" fmla="*/ 13389535 h 13689533"/>
              <a:gd name="connsiteX245" fmla="*/ 7032976 w 8218654"/>
              <a:gd name="connsiteY245" fmla="*/ 13333792 h 13689533"/>
              <a:gd name="connsiteX246" fmla="*/ 7036134 w 8218654"/>
              <a:gd name="connsiteY246" fmla="*/ 13267830 h 13689533"/>
              <a:gd name="connsiteX247" fmla="*/ 7005216 w 8218654"/>
              <a:gd name="connsiteY247" fmla="*/ 13266403 h 13689533"/>
              <a:gd name="connsiteX248" fmla="*/ 6941647 w 8218654"/>
              <a:gd name="connsiteY248" fmla="*/ 13260981 h 13689533"/>
              <a:gd name="connsiteX249" fmla="*/ 6819550 w 8218654"/>
              <a:gd name="connsiteY249" fmla="*/ 13261409 h 13689533"/>
              <a:gd name="connsiteX250" fmla="*/ 6489892 w 8218654"/>
              <a:gd name="connsiteY250" fmla="*/ 13241901 h 13689533"/>
              <a:gd name="connsiteX251" fmla="*/ 6460184 w 8218654"/>
              <a:gd name="connsiteY251" fmla="*/ 13237707 h 13689533"/>
              <a:gd name="connsiteX252" fmla="*/ 6417709 w 8218654"/>
              <a:gd name="connsiteY252" fmla="*/ 13238498 h 13689533"/>
              <a:gd name="connsiteX253" fmla="*/ 5905867 w 8218654"/>
              <a:gd name="connsiteY253" fmla="*/ 13214366 h 13689533"/>
              <a:gd name="connsiteX254" fmla="*/ 5851800 w 8218654"/>
              <a:gd name="connsiteY254" fmla="*/ 13209087 h 13689533"/>
              <a:gd name="connsiteX255" fmla="*/ 5744615 w 8218654"/>
              <a:gd name="connsiteY255" fmla="*/ 13202559 h 13689533"/>
              <a:gd name="connsiteX256" fmla="*/ 5394025 w 8218654"/>
              <a:gd name="connsiteY256" fmla="*/ 13190235 h 13689533"/>
              <a:gd name="connsiteX257" fmla="*/ 5254179 w 8218654"/>
              <a:gd name="connsiteY257" fmla="*/ 13191673 h 13689533"/>
              <a:gd name="connsiteX258" fmla="*/ 5166617 w 8218654"/>
              <a:gd name="connsiteY258" fmla="*/ 13185693 h 13689533"/>
              <a:gd name="connsiteX259" fmla="*/ 5045831 w 8218654"/>
              <a:gd name="connsiteY259" fmla="*/ 13183281 h 13689533"/>
              <a:gd name="connsiteX260" fmla="*/ 4842764 w 8218654"/>
              <a:gd name="connsiteY260" fmla="*/ 13172396 h 13689533"/>
              <a:gd name="connsiteX261" fmla="*/ 4682447 w 8218654"/>
              <a:gd name="connsiteY261" fmla="*/ 13159597 h 13689533"/>
              <a:gd name="connsiteX262" fmla="*/ 4498424 w 8218654"/>
              <a:gd name="connsiteY262" fmla="*/ 13150199 h 13689533"/>
              <a:gd name="connsiteX263" fmla="*/ 4287820 w 8218654"/>
              <a:gd name="connsiteY263" fmla="*/ 13138502 h 13689533"/>
              <a:gd name="connsiteX264" fmla="*/ 4285145 w 8218654"/>
              <a:gd name="connsiteY264" fmla="*/ 13138503 h 13689533"/>
              <a:gd name="connsiteX265" fmla="*/ 4081610 w 8218654"/>
              <a:gd name="connsiteY265" fmla="*/ 13128360 h 13689533"/>
              <a:gd name="connsiteX266" fmla="*/ 3281038 w 8218654"/>
              <a:gd name="connsiteY266" fmla="*/ 13090616 h 13689533"/>
              <a:gd name="connsiteX267" fmla="*/ 3064645 w 8218654"/>
              <a:gd name="connsiteY267" fmla="*/ 13073296 h 13689533"/>
              <a:gd name="connsiteX268" fmla="*/ 3002576 w 8218654"/>
              <a:gd name="connsiteY268" fmla="*/ 13072638 h 13689533"/>
              <a:gd name="connsiteX269" fmla="*/ 2913561 w 8218654"/>
              <a:gd name="connsiteY269" fmla="*/ 13073290 h 13689533"/>
              <a:gd name="connsiteX270" fmla="*/ 2401719 w 8218654"/>
              <a:gd name="connsiteY270" fmla="*/ 13049159 h 13689533"/>
              <a:gd name="connsiteX271" fmla="*/ 2316646 w 8218654"/>
              <a:gd name="connsiteY271" fmla="*/ 13042277 h 13689533"/>
              <a:gd name="connsiteX272" fmla="*/ 2259711 w 8218654"/>
              <a:gd name="connsiteY272" fmla="*/ 13042401 h 13689533"/>
              <a:gd name="connsiteX273" fmla="*/ 2139672 w 8218654"/>
              <a:gd name="connsiteY273" fmla="*/ 13042716 h 13689533"/>
              <a:gd name="connsiteX274" fmla="*/ 2083988 w 8218654"/>
              <a:gd name="connsiteY274" fmla="*/ 13038167 h 13689533"/>
              <a:gd name="connsiteX275" fmla="*/ 2060648 w 8218654"/>
              <a:gd name="connsiteY275" fmla="*/ 13038508 h 13689533"/>
              <a:gd name="connsiteX276" fmla="*/ 1962061 w 8218654"/>
              <a:gd name="connsiteY276" fmla="*/ 13028431 h 13689533"/>
              <a:gd name="connsiteX277" fmla="*/ 1571805 w 8218654"/>
              <a:gd name="connsiteY277" fmla="*/ 13017643 h 13689533"/>
              <a:gd name="connsiteX278" fmla="*/ 1453958 w 8218654"/>
              <a:gd name="connsiteY278" fmla="*/ 13004710 h 13689533"/>
              <a:gd name="connsiteX279" fmla="*/ 1322159 w 8218654"/>
              <a:gd name="connsiteY279" fmla="*/ 13009423 h 13689533"/>
              <a:gd name="connsiteX280" fmla="*/ 1182441 w 8218654"/>
              <a:gd name="connsiteY280" fmla="*/ 13006361 h 13689533"/>
              <a:gd name="connsiteX281" fmla="*/ 908681 w 8218654"/>
              <a:gd name="connsiteY281" fmla="*/ 12980472 h 13689533"/>
              <a:gd name="connsiteX282" fmla="*/ 776009 w 8218654"/>
              <a:gd name="connsiteY282" fmla="*/ 12981828 h 13689533"/>
              <a:gd name="connsiteX283" fmla="*/ 0 w 8218654"/>
              <a:gd name="connsiteY283" fmla="*/ 12935927 h 13689533"/>
              <a:gd name="connsiteX284" fmla="*/ 18087 w 8218654"/>
              <a:gd name="connsiteY284" fmla="*/ 12663722 h 13689533"/>
              <a:gd name="connsiteX285" fmla="*/ 19330 w 8218654"/>
              <a:gd name="connsiteY285" fmla="*/ 12642465 h 13689533"/>
              <a:gd name="connsiteX286" fmla="*/ 22377 w 8218654"/>
              <a:gd name="connsiteY286" fmla="*/ 12517247 h 13689533"/>
              <a:gd name="connsiteX287" fmla="*/ 26316 w 8218654"/>
              <a:gd name="connsiteY287" fmla="*/ 12377747 h 13689533"/>
              <a:gd name="connsiteX288" fmla="*/ 171001 w 8218654"/>
              <a:gd name="connsiteY288" fmla="*/ 12378627 h 13689533"/>
              <a:gd name="connsiteX289" fmla="*/ 204973 w 8218654"/>
              <a:gd name="connsiteY289" fmla="*/ 12379670 h 13689533"/>
              <a:gd name="connsiteX290" fmla="*/ 203834 w 8218654"/>
              <a:gd name="connsiteY290" fmla="*/ 12333556 h 13689533"/>
              <a:gd name="connsiteX291" fmla="*/ 208317 w 8218654"/>
              <a:gd name="connsiteY291" fmla="*/ 12225891 h 13689533"/>
              <a:gd name="connsiteX292" fmla="*/ 209038 w 8218654"/>
              <a:gd name="connsiteY292" fmla="*/ 12176803 h 13689533"/>
              <a:gd name="connsiteX293" fmla="*/ 208317 w 8218654"/>
              <a:gd name="connsiteY293" fmla="*/ 12153628 h 13689533"/>
              <a:gd name="connsiteX294" fmla="*/ 208317 w 8218654"/>
              <a:gd name="connsiteY294" fmla="*/ 11352165 h 13689533"/>
              <a:gd name="connsiteX295" fmla="*/ 216342 w 8218654"/>
              <a:gd name="connsiteY295" fmla="*/ 11207940 h 13689533"/>
              <a:gd name="connsiteX296" fmla="*/ 212069 w 8218654"/>
              <a:gd name="connsiteY296" fmla="*/ 11086383 h 13689533"/>
              <a:gd name="connsiteX297" fmla="*/ 208378 w 8218654"/>
              <a:gd name="connsiteY297" fmla="*/ 11023615 h 13689533"/>
              <a:gd name="connsiteX298" fmla="*/ 206034 w 8218654"/>
              <a:gd name="connsiteY298" fmla="*/ 10998595 h 13689533"/>
              <a:gd name="connsiteX299" fmla="*/ 206305 w 8218654"/>
              <a:gd name="connsiteY299" fmla="*/ 10988346 h 13689533"/>
              <a:gd name="connsiteX300" fmla="*/ 205404 w 8218654"/>
              <a:gd name="connsiteY300" fmla="*/ 10973030 h 13689533"/>
              <a:gd name="connsiteX301" fmla="*/ 208317 w 8218654"/>
              <a:gd name="connsiteY301" fmla="*/ 10839755 h 13689533"/>
              <a:gd name="connsiteX302" fmla="*/ 201403 w 8218654"/>
              <a:gd name="connsiteY302" fmla="*/ 10420979 h 13689533"/>
              <a:gd name="connsiteX303" fmla="*/ 197587 w 8218654"/>
              <a:gd name="connsiteY303" fmla="*/ 10259972 h 13689533"/>
              <a:gd name="connsiteX304" fmla="*/ 197140 w 8218654"/>
              <a:gd name="connsiteY304" fmla="*/ 10254157 h 13689533"/>
              <a:gd name="connsiteX305" fmla="*/ 208317 w 8218654"/>
              <a:gd name="connsiteY305" fmla="*/ 9814934 h 13689533"/>
              <a:gd name="connsiteX306" fmla="*/ 216848 w 8218654"/>
              <a:gd name="connsiteY306" fmla="*/ 9751557 h 13689533"/>
              <a:gd name="connsiteX307" fmla="*/ 214917 w 8218654"/>
              <a:gd name="connsiteY307" fmla="*/ 9679117 h 13689533"/>
              <a:gd name="connsiteX308" fmla="*/ 206237 w 8218654"/>
              <a:gd name="connsiteY308" fmla="*/ 9474660 h 13689533"/>
              <a:gd name="connsiteX309" fmla="*/ 207593 w 8218654"/>
              <a:gd name="connsiteY309" fmla="*/ 9366730 h 13689533"/>
              <a:gd name="connsiteX310" fmla="*/ 199807 w 8218654"/>
              <a:gd name="connsiteY310" fmla="*/ 9280101 h 13689533"/>
              <a:gd name="connsiteX311" fmla="*/ 200203 w 8218654"/>
              <a:gd name="connsiteY311" fmla="*/ 9177534 h 13689533"/>
              <a:gd name="connsiteX312" fmla="*/ 206831 w 8218654"/>
              <a:gd name="connsiteY312" fmla="*/ 8979137 h 13689533"/>
              <a:gd name="connsiteX313" fmla="*/ 203369 w 8218654"/>
              <a:gd name="connsiteY313" fmla="*/ 8850322 h 13689533"/>
              <a:gd name="connsiteX314" fmla="*/ 208317 w 8218654"/>
              <a:gd name="connsiteY314" fmla="*/ 8652157 h 13689533"/>
              <a:gd name="connsiteX315" fmla="*/ 209121 w 8218654"/>
              <a:gd name="connsiteY315" fmla="*/ 8606486 h 13689533"/>
              <a:gd name="connsiteX316" fmla="*/ 208317 w 8218654"/>
              <a:gd name="connsiteY316" fmla="*/ 8494492 h 13689533"/>
              <a:gd name="connsiteX317" fmla="*/ 208317 w 8218654"/>
              <a:gd name="connsiteY317" fmla="*/ 7837556 h 13689533"/>
              <a:gd name="connsiteX318" fmla="*/ 210587 w 8218654"/>
              <a:gd name="connsiteY318" fmla="*/ 7571958 h 13689533"/>
              <a:gd name="connsiteX319" fmla="*/ 202552 w 8218654"/>
              <a:gd name="connsiteY319" fmla="*/ 7441941 h 13689533"/>
              <a:gd name="connsiteX320" fmla="*/ 189727 w 8218654"/>
              <a:gd name="connsiteY320" fmla="*/ 7440815 h 13689533"/>
              <a:gd name="connsiteX321" fmla="*/ 201597 w 8218654"/>
              <a:gd name="connsiteY321" fmla="*/ 7352837 h 13689533"/>
              <a:gd name="connsiteX322" fmla="*/ 201326 w 8218654"/>
              <a:gd name="connsiteY322" fmla="*/ 7312418 h 13689533"/>
              <a:gd name="connsiteX323" fmla="*/ 205247 w 8218654"/>
              <a:gd name="connsiteY323" fmla="*/ 7279026 h 13689533"/>
              <a:gd name="connsiteX324" fmla="*/ 204054 w 8218654"/>
              <a:gd name="connsiteY324" fmla="*/ 7227891 h 13689533"/>
              <a:gd name="connsiteX325" fmla="*/ 208317 w 8218654"/>
              <a:gd name="connsiteY325" fmla="*/ 6681348 h 13689533"/>
              <a:gd name="connsiteX326" fmla="*/ 208317 w 8218654"/>
              <a:gd name="connsiteY326" fmla="*/ 6241201 h 13689533"/>
              <a:gd name="connsiteX327" fmla="*/ 208317 w 8218654"/>
              <a:gd name="connsiteY327" fmla="*/ 5439739 h 13689533"/>
              <a:gd name="connsiteX328" fmla="*/ 348060 w 8218654"/>
              <a:gd name="connsiteY328" fmla="*/ 5430552 h 13689533"/>
              <a:gd name="connsiteX329" fmla="*/ 410003 w 8218654"/>
              <a:gd name="connsiteY329" fmla="*/ 5430087 h 13689533"/>
              <a:gd name="connsiteX330" fmla="*/ 418502 w 8218654"/>
              <a:gd name="connsiteY330" fmla="*/ 5337888 h 13689533"/>
              <a:gd name="connsiteX331" fmla="*/ 438557 w 8218654"/>
              <a:gd name="connsiteY331" fmla="*/ 5161281 h 13689533"/>
              <a:gd name="connsiteX332" fmla="*/ 442659 w 8218654"/>
              <a:gd name="connsiteY332" fmla="*/ 5115840 h 13689533"/>
              <a:gd name="connsiteX333" fmla="*/ 461412 w 8218654"/>
              <a:gd name="connsiteY333" fmla="*/ 4863188 h 13689533"/>
              <a:gd name="connsiteX334" fmla="*/ 505239 w 8218654"/>
              <a:gd name="connsiteY334" fmla="*/ 4539413 h 13689533"/>
              <a:gd name="connsiteX335" fmla="*/ 509737 w 8218654"/>
              <a:gd name="connsiteY335" fmla="*/ 4407588 h 13689533"/>
              <a:gd name="connsiteX336" fmla="*/ 550571 w 8218654"/>
              <a:gd name="connsiteY336" fmla="*/ 4113314 h 13689533"/>
              <a:gd name="connsiteX337" fmla="*/ 554646 w 8218654"/>
              <a:gd name="connsiteY337" fmla="*/ 4090029 h 13689533"/>
              <a:gd name="connsiteX338" fmla="*/ 561309 w 8218654"/>
              <a:gd name="connsiteY338" fmla="*/ 4025192 h 13689533"/>
              <a:gd name="connsiteX339" fmla="*/ 590720 w 8218654"/>
              <a:gd name="connsiteY339" fmla="*/ 3788857 h 13689533"/>
              <a:gd name="connsiteX340" fmla="*/ 591860 w 8218654"/>
              <a:gd name="connsiteY340" fmla="*/ 3744366 h 13689533"/>
              <a:gd name="connsiteX341" fmla="*/ 655093 w 8218654"/>
              <a:gd name="connsiteY341" fmla="*/ 3163122 h 13689533"/>
              <a:gd name="connsiteX342" fmla="*/ 681483 w 8218654"/>
              <a:gd name="connsiteY342" fmla="*/ 2956249 h 13689533"/>
              <a:gd name="connsiteX343" fmla="*/ 687775 w 8218654"/>
              <a:gd name="connsiteY343" fmla="*/ 2862704 h 13689533"/>
              <a:gd name="connsiteX344" fmla="*/ 717033 w 8218654"/>
              <a:gd name="connsiteY344" fmla="*/ 2573291 h 13689533"/>
              <a:gd name="connsiteX345" fmla="*/ 727976 w 8218654"/>
              <a:gd name="connsiteY345" fmla="*/ 2500581 h 13689533"/>
              <a:gd name="connsiteX346" fmla="*/ 733957 w 8218654"/>
              <a:gd name="connsiteY346" fmla="*/ 2438199 h 13689533"/>
              <a:gd name="connsiteX347" fmla="*/ 797189 w 8218654"/>
              <a:gd name="connsiteY347" fmla="*/ 1856955 h 13689533"/>
              <a:gd name="connsiteX348" fmla="*/ 804411 w 8218654"/>
              <a:gd name="connsiteY348" fmla="*/ 1813579 h 13689533"/>
              <a:gd name="connsiteX349" fmla="*/ 806426 w 8218654"/>
              <a:gd name="connsiteY349" fmla="*/ 1772055 h 13689533"/>
              <a:gd name="connsiteX350" fmla="*/ 817426 w 8218654"/>
              <a:gd name="connsiteY350" fmla="*/ 1614248 h 13689533"/>
              <a:gd name="connsiteX351" fmla="*/ 830846 w 8218654"/>
              <a:gd name="connsiteY351" fmla="*/ 1529468 h 13689533"/>
              <a:gd name="connsiteX352" fmla="*/ 831613 w 8218654"/>
              <a:gd name="connsiteY352" fmla="*/ 1518192 h 13689533"/>
              <a:gd name="connsiteX353" fmla="*/ 844792 w 8218654"/>
              <a:gd name="connsiteY353" fmla="*/ 1419390 h 13689533"/>
              <a:gd name="connsiteX354" fmla="*/ 872587 w 8218654"/>
              <a:gd name="connsiteY354" fmla="*/ 1229666 h 13689533"/>
              <a:gd name="connsiteX355" fmla="*/ 889015 w 8218654"/>
              <a:gd name="connsiteY355" fmla="*/ 1090688 h 13689533"/>
              <a:gd name="connsiteX356" fmla="*/ 893105 w 8218654"/>
              <a:gd name="connsiteY356" fmla="*/ 975293 h 13689533"/>
              <a:gd name="connsiteX357" fmla="*/ 926345 w 8218654"/>
              <a:gd name="connsiteY357" fmla="*/ 603024 h 13689533"/>
              <a:gd name="connsiteX358" fmla="*/ 933258 w 8218654"/>
              <a:gd name="connsiteY358" fmla="*/ 561150 h 13689533"/>
              <a:gd name="connsiteX359" fmla="*/ 858541 w 8218654"/>
              <a:gd name="connsiteY359" fmla="*/ 558921 h 13689533"/>
              <a:gd name="connsiteX360" fmla="*/ 704254 w 8218654"/>
              <a:gd name="connsiteY360" fmla="*/ 560161 h 13689533"/>
              <a:gd name="connsiteX361" fmla="*/ 715371 w 8218654"/>
              <a:gd name="connsiteY361" fmla="*/ 308151 h 13689533"/>
              <a:gd name="connsiteX362" fmla="*/ 715472 w 8218654"/>
              <a:gd name="connsiteY362" fmla="*/ 303934 h 13689533"/>
              <a:gd name="connsiteX363" fmla="*/ 714783 w 8218654"/>
              <a:gd name="connsiteY363" fmla="*/ 263201 h 13689533"/>
              <a:gd name="connsiteX364" fmla="*/ 730570 w 8218654"/>
              <a:gd name="connsiteY364" fmla="*/ 1981 h 13689533"/>
              <a:gd name="connsiteX365" fmla="*/ 1531143 w 8218654"/>
              <a:gd name="connsiteY365" fmla="*/ 39725 h 13689533"/>
              <a:gd name="connsiteX366" fmla="*/ 1970803 w 8218654"/>
              <a:gd name="connsiteY366" fmla="*/ 60454 h 13689533"/>
              <a:gd name="connsiteX367" fmla="*/ 2554827 w 8218654"/>
              <a:gd name="connsiteY367" fmla="*/ 87988 h 13689533"/>
              <a:gd name="connsiteX368" fmla="*/ 2568380 w 8218654"/>
              <a:gd name="connsiteY368" fmla="*/ 89303 h 13689533"/>
              <a:gd name="connsiteX369" fmla="*/ 2582798 w 8218654"/>
              <a:gd name="connsiteY369" fmla="*/ 90482 h 13689533"/>
              <a:gd name="connsiteX370" fmla="*/ 2699193 w 8218654"/>
              <a:gd name="connsiteY370" fmla="*/ 94794 h 13689533"/>
              <a:gd name="connsiteX371" fmla="*/ 2820100 w 8218654"/>
              <a:gd name="connsiteY371" fmla="*/ 101286 h 13689533"/>
              <a:gd name="connsiteX372" fmla="*/ 2876316 w 8218654"/>
              <a:gd name="connsiteY372" fmla="*/ 100605 h 13689533"/>
              <a:gd name="connsiteX373" fmla="*/ 2994486 w 8218654"/>
              <a:gd name="connsiteY373" fmla="*/ 108716 h 13689533"/>
              <a:gd name="connsiteX374" fmla="*/ 3313009 w 8218654"/>
              <a:gd name="connsiteY374" fmla="*/ 131355 h 13689533"/>
              <a:gd name="connsiteX375" fmla="*/ 3331190 w 8218654"/>
              <a:gd name="connsiteY375" fmla="*/ 131801 h 13689533"/>
              <a:gd name="connsiteX376" fmla="*/ 3499766 w 8218654"/>
              <a:gd name="connsiteY376" fmla="*/ 132538 h 13689533"/>
              <a:gd name="connsiteX377" fmla="*/ 3868619 w 8218654"/>
              <a:gd name="connsiteY377" fmla="*/ 144936 h 13689533"/>
              <a:gd name="connsiteX378" fmla="*/ 3934517 w 8218654"/>
              <a:gd name="connsiteY378" fmla="*/ 152173 h 13689533"/>
              <a:gd name="connsiteX379" fmla="*/ 4070293 w 8218654"/>
              <a:gd name="connsiteY379" fmla="*/ 158162 h 13689533"/>
              <a:gd name="connsiteX380" fmla="*/ 4172751 w 8218654"/>
              <a:gd name="connsiteY380" fmla="*/ 163922 h 13689533"/>
              <a:gd name="connsiteX381" fmla="*/ 4353603 w 8218654"/>
              <a:gd name="connsiteY381" fmla="*/ 168721 h 13689533"/>
              <a:gd name="connsiteX382" fmla="*/ 4535749 w 8218654"/>
              <a:gd name="connsiteY382" fmla="*/ 182610 h 13689533"/>
              <a:gd name="connsiteX383" fmla="*/ 4557251 w 8218654"/>
              <a:gd name="connsiteY383" fmla="*/ 184202 h 13689533"/>
              <a:gd name="connsiteX384" fmla="*/ 4597323 w 8218654"/>
              <a:gd name="connsiteY384" fmla="*/ 186775 h 13689533"/>
              <a:gd name="connsiteX385" fmla="*/ 4629802 w 8218654"/>
              <a:gd name="connsiteY385" fmla="*/ 189573 h 13689533"/>
              <a:gd name="connsiteX386" fmla="*/ 4710105 w 8218654"/>
              <a:gd name="connsiteY386" fmla="*/ 195518 h 13689533"/>
              <a:gd name="connsiteX387" fmla="*/ 4884363 w 8218654"/>
              <a:gd name="connsiteY387" fmla="*/ 197817 h 13689533"/>
              <a:gd name="connsiteX388" fmla="*/ 5054067 w 8218654"/>
              <a:gd name="connsiteY388" fmla="*/ 201992 h 13689533"/>
              <a:gd name="connsiteX389" fmla="*/ 5194406 w 8218654"/>
              <a:gd name="connsiteY389" fmla="*/ 215246 h 13689533"/>
              <a:gd name="connsiteX390" fmla="*/ 5251840 w 8218654"/>
              <a:gd name="connsiteY390" fmla="*/ 215142 h 13689533"/>
              <a:gd name="connsiteX391" fmla="*/ 5837202 w 8218654"/>
              <a:gd name="connsiteY391" fmla="*/ 222529 h 13689533"/>
              <a:gd name="connsiteX392" fmla="*/ 5946657 w 8218654"/>
              <a:gd name="connsiteY392" fmla="*/ 237968 h 13689533"/>
              <a:gd name="connsiteX393" fmla="*/ 5950773 w 8218654"/>
              <a:gd name="connsiteY393" fmla="*/ 238098 h 13689533"/>
              <a:gd name="connsiteX394" fmla="*/ 6485510 w 8218654"/>
              <a:gd name="connsiteY394" fmla="*/ 273305 h 13689533"/>
              <a:gd name="connsiteX395" fmla="*/ 6608443 w 8218654"/>
              <a:gd name="connsiteY395" fmla="*/ 271545 h 13689533"/>
              <a:gd name="connsiteX396" fmla="*/ 6728551 w 8218654"/>
              <a:gd name="connsiteY396" fmla="*/ 280807 h 13689533"/>
              <a:gd name="connsiteX397" fmla="*/ 6952792 w 8218654"/>
              <a:gd name="connsiteY397" fmla="*/ 285979 h 13689533"/>
              <a:gd name="connsiteX398" fmla="*/ 7145860 w 8218654"/>
              <a:gd name="connsiteY398" fmla="*/ 296651 h 13689533"/>
              <a:gd name="connsiteX399" fmla="*/ 7232501 w 8218654"/>
              <a:gd name="connsiteY399" fmla="*/ 305332 h 13689533"/>
              <a:gd name="connsiteX400" fmla="*/ 7283877 w 8218654"/>
              <a:gd name="connsiteY400" fmla="*/ 306748 h 13689533"/>
              <a:gd name="connsiteX401" fmla="*/ 7503858 w 8218654"/>
              <a:gd name="connsiteY401" fmla="*/ 319029 h 13689533"/>
              <a:gd name="connsiteX402" fmla="*/ 7529293 w 8218654"/>
              <a:gd name="connsiteY402" fmla="*/ 320577 h 13689533"/>
              <a:gd name="connsiteX403" fmla="*/ 7559503 w 8218654"/>
              <a:gd name="connsiteY403" fmla="*/ 320688 h 13689533"/>
              <a:gd name="connsiteX404" fmla="*/ 7632017 w 8218654"/>
              <a:gd name="connsiteY404" fmla="*/ 321303 h 13689533"/>
              <a:gd name="connsiteX405" fmla="*/ 7639949 w 8218654"/>
              <a:gd name="connsiteY405" fmla="*/ 244636 h 13689533"/>
              <a:gd name="connsiteX406" fmla="*/ 7660358 w 8218654"/>
              <a:gd name="connsiteY406" fmla="*/ 85567 h 13689533"/>
              <a:gd name="connsiteX407" fmla="*/ 7826217 w 8218654"/>
              <a:gd name="connsiteY407" fmla="*/ 100623 h 13689533"/>
              <a:gd name="connsiteX408" fmla="*/ 7928974 w 8218654"/>
              <a:gd name="connsiteY408" fmla="*/ 103170 h 13689533"/>
              <a:gd name="connsiteX409" fmla="*/ 8218538 w 8218654"/>
              <a:gd name="connsiteY409" fmla="*/ 111883 h 13689533"/>
              <a:gd name="connsiteX410" fmla="*/ 8180136 w 8218654"/>
              <a:gd name="connsiteY410" fmla="*/ 926412 h 13689533"/>
              <a:gd name="connsiteX411" fmla="*/ 8178278 w 8218654"/>
              <a:gd name="connsiteY411" fmla="*/ 943843 h 13689533"/>
              <a:gd name="connsiteX412" fmla="*/ 8173736 w 8218654"/>
              <a:gd name="connsiteY412" fmla="*/ 1062167 h 13689533"/>
              <a:gd name="connsiteX413" fmla="*/ 8147618 w 8218654"/>
              <a:gd name="connsiteY413" fmla="*/ 1477203 h 13689533"/>
              <a:gd name="connsiteX414" fmla="*/ 8144708 w 8218654"/>
              <a:gd name="connsiteY414" fmla="*/ 1520170 h 13689533"/>
              <a:gd name="connsiteX415" fmla="*/ 8141734 w 8218654"/>
              <a:gd name="connsiteY415" fmla="*/ 1740941 h 13689533"/>
              <a:gd name="connsiteX416" fmla="*/ 8141424 w 8218654"/>
              <a:gd name="connsiteY416" fmla="*/ 1899102 h 13689533"/>
              <a:gd name="connsiteX417" fmla="*/ 8136786 w 8218654"/>
              <a:gd name="connsiteY417" fmla="*/ 1959396 h 13689533"/>
              <a:gd name="connsiteX418" fmla="*/ 8131071 w 8218654"/>
              <a:gd name="connsiteY418" fmla="*/ 2211707 h 13689533"/>
              <a:gd name="connsiteX419" fmla="*/ 8103332 w 8218654"/>
              <a:gd name="connsiteY419" fmla="*/ 2555469 h 13689533"/>
              <a:gd name="connsiteX420" fmla="*/ 8099278 w 8218654"/>
              <a:gd name="connsiteY420" fmla="*/ 2587267 h 13689533"/>
              <a:gd name="connsiteX421" fmla="*/ 8096932 w 8218654"/>
              <a:gd name="connsiteY421" fmla="*/ 2691225 h 13689533"/>
              <a:gd name="connsiteX422" fmla="*/ 8093846 w 8218654"/>
              <a:gd name="connsiteY422" fmla="*/ 3018056 h 13689533"/>
              <a:gd name="connsiteX423" fmla="*/ 8080027 w 8218654"/>
              <a:gd name="connsiteY423" fmla="*/ 3150738 h 13689533"/>
              <a:gd name="connsiteX424" fmla="*/ 8083036 w 8218654"/>
              <a:gd name="connsiteY424" fmla="*/ 3219195 h 13689533"/>
              <a:gd name="connsiteX425" fmla="*/ 8052130 w 8218654"/>
              <a:gd name="connsiteY425" fmla="*/ 3641508 h 13689533"/>
              <a:gd name="connsiteX426" fmla="*/ 8039329 w 8218654"/>
              <a:gd name="connsiteY426" fmla="*/ 3913017 h 13689533"/>
              <a:gd name="connsiteX427" fmla="*/ 8032063 w 8218654"/>
              <a:gd name="connsiteY427" fmla="*/ 4052994 h 13689533"/>
              <a:gd name="connsiteX428" fmla="*/ 8029431 w 8218654"/>
              <a:gd name="connsiteY428" fmla="*/ 4085585 h 13689533"/>
              <a:gd name="connsiteX429" fmla="*/ 8026528 w 8218654"/>
              <a:gd name="connsiteY429" fmla="*/ 4184527 h 13689533"/>
              <a:gd name="connsiteX430" fmla="*/ 8013728 w 8218654"/>
              <a:gd name="connsiteY430" fmla="*/ 4456036 h 13689533"/>
              <a:gd name="connsiteX431" fmla="*/ 8002683 w 8218654"/>
              <a:gd name="connsiteY431" fmla="*/ 4846645 h 13689533"/>
              <a:gd name="connsiteX432" fmla="*/ 8002656 w 8218654"/>
              <a:gd name="connsiteY432" fmla="*/ 4846925 h 13689533"/>
              <a:gd name="connsiteX433" fmla="*/ 8003183 w 8218654"/>
              <a:gd name="connsiteY433" fmla="*/ 4883288 h 13689533"/>
              <a:gd name="connsiteX434" fmla="*/ 7981726 w 8218654"/>
              <a:gd name="connsiteY434" fmla="*/ 5134810 h 13689533"/>
              <a:gd name="connsiteX435" fmla="*/ 7936924 w 8218654"/>
              <a:gd name="connsiteY435" fmla="*/ 6085093 h 13689533"/>
              <a:gd name="connsiteX436" fmla="*/ 7912284 w 8218654"/>
              <a:gd name="connsiteY436" fmla="*/ 6383687 h 13689533"/>
              <a:gd name="connsiteX437" fmla="*/ 7917723 w 8218654"/>
              <a:gd name="connsiteY437" fmla="*/ 6492358 h 13689533"/>
              <a:gd name="connsiteX438" fmla="*/ 7919551 w 8218654"/>
              <a:gd name="connsiteY438" fmla="*/ 6711786 h 13689533"/>
              <a:gd name="connsiteX439" fmla="*/ 7906986 w 8218654"/>
              <a:gd name="connsiteY439" fmla="*/ 6845714 h 13689533"/>
              <a:gd name="connsiteX440" fmla="*/ 7907143 w 8218654"/>
              <a:gd name="connsiteY440" fmla="*/ 6851964 h 13689533"/>
              <a:gd name="connsiteX441" fmla="*/ 7882554 w 8218654"/>
              <a:gd name="connsiteY441" fmla="*/ 7165023 h 13689533"/>
              <a:gd name="connsiteX442" fmla="*/ 7873262 w 8218654"/>
              <a:gd name="connsiteY442" fmla="*/ 7274902 h 13689533"/>
              <a:gd name="connsiteX443" fmla="*/ 7873080 w 8218654"/>
              <a:gd name="connsiteY443" fmla="*/ 7278994 h 13689533"/>
              <a:gd name="connsiteX444" fmla="*/ 7872920 w 8218654"/>
              <a:gd name="connsiteY444" fmla="*/ 7442641 h 13689533"/>
              <a:gd name="connsiteX445" fmla="*/ 7874424 w 8218654"/>
              <a:gd name="connsiteY445" fmla="*/ 8000769 h 1368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</a:cxnLst>
            <a:rect l="l" t="t" r="r" b="b"/>
            <a:pathLst>
              <a:path w="8218654" h="13689533">
                <a:moveTo>
                  <a:pt x="7599517" y="1562404"/>
                </a:moveTo>
                <a:lnTo>
                  <a:pt x="7605770" y="1423042"/>
                </a:lnTo>
                <a:lnTo>
                  <a:pt x="7602755" y="1307360"/>
                </a:lnTo>
                <a:cubicBezTo>
                  <a:pt x="7598488" y="1223839"/>
                  <a:pt x="7595490" y="1096705"/>
                  <a:pt x="7597170" y="945828"/>
                </a:cubicBezTo>
                <a:lnTo>
                  <a:pt x="7598412" y="899361"/>
                </a:lnTo>
                <a:lnTo>
                  <a:pt x="7587399" y="898879"/>
                </a:lnTo>
                <a:cubicBezTo>
                  <a:pt x="7475379" y="890945"/>
                  <a:pt x="7365702" y="878388"/>
                  <a:pt x="7266329" y="869539"/>
                </a:cubicBezTo>
                <a:lnTo>
                  <a:pt x="7220436" y="865794"/>
                </a:lnTo>
                <a:lnTo>
                  <a:pt x="7194146" y="866135"/>
                </a:lnTo>
                <a:cubicBezTo>
                  <a:pt x="7019137" y="877948"/>
                  <a:pt x="6876340" y="859719"/>
                  <a:pt x="6650864" y="843185"/>
                </a:cubicBezTo>
                <a:lnTo>
                  <a:pt x="6453754" y="831852"/>
                </a:lnTo>
                <a:lnTo>
                  <a:pt x="6208529" y="833020"/>
                </a:lnTo>
                <a:cubicBezTo>
                  <a:pt x="5985474" y="832511"/>
                  <a:pt x="5855801" y="825265"/>
                  <a:pt x="5737365" y="797454"/>
                </a:cubicBezTo>
                <a:lnTo>
                  <a:pt x="5724298" y="795590"/>
                </a:lnTo>
                <a:lnTo>
                  <a:pt x="5580376" y="785355"/>
                </a:lnTo>
                <a:lnTo>
                  <a:pt x="5526287" y="782295"/>
                </a:lnTo>
                <a:lnTo>
                  <a:pt x="5341498" y="781927"/>
                </a:lnTo>
                <a:cubicBezTo>
                  <a:pt x="5182307" y="782876"/>
                  <a:pt x="5021642" y="782710"/>
                  <a:pt x="4936793" y="759710"/>
                </a:cubicBezTo>
                <a:lnTo>
                  <a:pt x="4918713" y="755981"/>
                </a:lnTo>
                <a:lnTo>
                  <a:pt x="4858047" y="755997"/>
                </a:lnTo>
                <a:cubicBezTo>
                  <a:pt x="4808646" y="761311"/>
                  <a:pt x="4700491" y="752758"/>
                  <a:pt x="4576738" y="743286"/>
                </a:cubicBezTo>
                <a:lnTo>
                  <a:pt x="4502228" y="738131"/>
                </a:lnTo>
                <a:lnTo>
                  <a:pt x="4479538" y="738314"/>
                </a:lnTo>
                <a:cubicBezTo>
                  <a:pt x="4417911" y="737765"/>
                  <a:pt x="4351865" y="735395"/>
                  <a:pt x="4280585" y="728772"/>
                </a:cubicBezTo>
                <a:lnTo>
                  <a:pt x="4241740" y="726138"/>
                </a:lnTo>
                <a:lnTo>
                  <a:pt x="4201840" y="725059"/>
                </a:lnTo>
                <a:cubicBezTo>
                  <a:pt x="4090047" y="726696"/>
                  <a:pt x="3966765" y="717501"/>
                  <a:pt x="3851046" y="708628"/>
                </a:cubicBezTo>
                <a:lnTo>
                  <a:pt x="3812963" y="705941"/>
                </a:lnTo>
                <a:lnTo>
                  <a:pt x="3692770" y="702620"/>
                </a:lnTo>
                <a:cubicBezTo>
                  <a:pt x="3639329" y="700742"/>
                  <a:pt x="3591815" y="698312"/>
                  <a:pt x="3552195" y="694431"/>
                </a:cubicBezTo>
                <a:lnTo>
                  <a:pt x="3550040" y="694211"/>
                </a:lnTo>
                <a:lnTo>
                  <a:pt x="3545632" y="694122"/>
                </a:lnTo>
                <a:cubicBezTo>
                  <a:pt x="3382551" y="699962"/>
                  <a:pt x="3133557" y="709254"/>
                  <a:pt x="2817242" y="659781"/>
                </a:cubicBezTo>
                <a:lnTo>
                  <a:pt x="2791293" y="656193"/>
                </a:lnTo>
                <a:lnTo>
                  <a:pt x="2751621" y="656687"/>
                </a:lnTo>
                <a:cubicBezTo>
                  <a:pt x="2495425" y="668754"/>
                  <a:pt x="2344423" y="646735"/>
                  <a:pt x="2217422" y="633909"/>
                </a:cubicBezTo>
                <a:lnTo>
                  <a:pt x="2208392" y="633305"/>
                </a:lnTo>
                <a:lnTo>
                  <a:pt x="2081213" y="638728"/>
                </a:lnTo>
                <a:cubicBezTo>
                  <a:pt x="1909858" y="638546"/>
                  <a:pt x="1695785" y="620297"/>
                  <a:pt x="1577010" y="601308"/>
                </a:cubicBezTo>
                <a:lnTo>
                  <a:pt x="1572087" y="600793"/>
                </a:lnTo>
                <a:lnTo>
                  <a:pt x="1506649" y="596094"/>
                </a:lnTo>
                <a:lnTo>
                  <a:pt x="1498824" y="694985"/>
                </a:lnTo>
                <a:cubicBezTo>
                  <a:pt x="1488616" y="804967"/>
                  <a:pt x="1475887" y="897912"/>
                  <a:pt x="1455732" y="970419"/>
                </a:cubicBezTo>
                <a:lnTo>
                  <a:pt x="1445960" y="1026020"/>
                </a:lnTo>
                <a:lnTo>
                  <a:pt x="1440101" y="1114098"/>
                </a:lnTo>
                <a:cubicBezTo>
                  <a:pt x="1423833" y="1499974"/>
                  <a:pt x="1370113" y="1659874"/>
                  <a:pt x="1353422" y="1910860"/>
                </a:cubicBezTo>
                <a:lnTo>
                  <a:pt x="1352541" y="1921663"/>
                </a:lnTo>
                <a:lnTo>
                  <a:pt x="1348608" y="2019863"/>
                </a:lnTo>
                <a:cubicBezTo>
                  <a:pt x="1345961" y="2055198"/>
                  <a:pt x="1342101" y="2092238"/>
                  <a:pt x="1337222" y="2132572"/>
                </a:cubicBezTo>
                <a:lnTo>
                  <a:pt x="1332477" y="2167533"/>
                </a:lnTo>
                <a:lnTo>
                  <a:pt x="1321378" y="2303551"/>
                </a:lnTo>
                <a:cubicBezTo>
                  <a:pt x="1314838" y="2367831"/>
                  <a:pt x="1307682" y="2429593"/>
                  <a:pt x="1299887" y="2485932"/>
                </a:cubicBezTo>
                <a:lnTo>
                  <a:pt x="1276882" y="2622034"/>
                </a:lnTo>
                <a:lnTo>
                  <a:pt x="1262711" y="2803772"/>
                </a:lnTo>
                <a:cubicBezTo>
                  <a:pt x="1257747" y="2866878"/>
                  <a:pt x="1252378" y="2928775"/>
                  <a:pt x="1245399" y="2987439"/>
                </a:cubicBezTo>
                <a:lnTo>
                  <a:pt x="1218600" y="3150686"/>
                </a:lnTo>
                <a:lnTo>
                  <a:pt x="1188570" y="3455849"/>
                </a:lnTo>
                <a:cubicBezTo>
                  <a:pt x="1173962" y="3599023"/>
                  <a:pt x="1155098" y="3771436"/>
                  <a:pt x="1132462" y="3941948"/>
                </a:cubicBezTo>
                <a:cubicBezTo>
                  <a:pt x="1087190" y="4282971"/>
                  <a:pt x="1082776" y="4344227"/>
                  <a:pt x="1077044" y="4451353"/>
                </a:cubicBezTo>
                <a:cubicBezTo>
                  <a:pt x="1075612" y="4478134"/>
                  <a:pt x="1070627" y="4516656"/>
                  <a:pt x="1063791" y="4564421"/>
                </a:cubicBezTo>
                <a:lnTo>
                  <a:pt x="1061554" y="4579896"/>
                </a:lnTo>
                <a:lnTo>
                  <a:pt x="1060703" y="4601562"/>
                </a:lnTo>
                <a:cubicBezTo>
                  <a:pt x="1061190" y="4761962"/>
                  <a:pt x="1041046" y="4874929"/>
                  <a:pt x="1021971" y="4972949"/>
                </a:cubicBezTo>
                <a:lnTo>
                  <a:pt x="1005957" y="5062204"/>
                </a:lnTo>
                <a:lnTo>
                  <a:pt x="998181" y="5176276"/>
                </a:lnTo>
                <a:lnTo>
                  <a:pt x="989429" y="5298800"/>
                </a:lnTo>
                <a:lnTo>
                  <a:pt x="988840" y="5413531"/>
                </a:lnTo>
                <a:cubicBezTo>
                  <a:pt x="983483" y="5522690"/>
                  <a:pt x="969485" y="5634152"/>
                  <a:pt x="952777" y="5722908"/>
                </a:cubicBezTo>
                <a:lnTo>
                  <a:pt x="926883" y="5833913"/>
                </a:lnTo>
                <a:lnTo>
                  <a:pt x="913984" y="6069235"/>
                </a:lnTo>
                <a:cubicBezTo>
                  <a:pt x="906155" y="6142146"/>
                  <a:pt x="894775" y="6208023"/>
                  <a:pt x="879530" y="6266922"/>
                </a:cubicBezTo>
                <a:lnTo>
                  <a:pt x="878901" y="6271753"/>
                </a:lnTo>
                <a:lnTo>
                  <a:pt x="878820" y="6273454"/>
                </a:lnTo>
                <a:cubicBezTo>
                  <a:pt x="878493" y="6337308"/>
                  <a:pt x="863301" y="6439872"/>
                  <a:pt x="847883" y="6547845"/>
                </a:cubicBezTo>
                <a:lnTo>
                  <a:pt x="847203" y="6552970"/>
                </a:lnTo>
                <a:lnTo>
                  <a:pt x="830526" y="6747095"/>
                </a:lnTo>
                <a:lnTo>
                  <a:pt x="807999" y="6985683"/>
                </a:lnTo>
                <a:lnTo>
                  <a:pt x="807914" y="6987144"/>
                </a:lnTo>
                <a:lnTo>
                  <a:pt x="807614" y="6989766"/>
                </a:lnTo>
                <a:lnTo>
                  <a:pt x="795209" y="7121141"/>
                </a:lnTo>
                <a:lnTo>
                  <a:pt x="767124" y="7334817"/>
                </a:lnTo>
                <a:lnTo>
                  <a:pt x="767117" y="7338284"/>
                </a:lnTo>
                <a:cubicBezTo>
                  <a:pt x="769058" y="7395362"/>
                  <a:pt x="769448" y="7448988"/>
                  <a:pt x="769086" y="7499055"/>
                </a:cubicBezTo>
                <a:lnTo>
                  <a:pt x="768807" y="7514389"/>
                </a:lnTo>
                <a:lnTo>
                  <a:pt x="772852" y="7612858"/>
                </a:lnTo>
                <a:cubicBezTo>
                  <a:pt x="774490" y="7653974"/>
                  <a:pt x="775650" y="7696569"/>
                  <a:pt x="775103" y="7746350"/>
                </a:cubicBezTo>
                <a:lnTo>
                  <a:pt x="768885" y="7883860"/>
                </a:lnTo>
                <a:lnTo>
                  <a:pt x="779995" y="8092263"/>
                </a:lnTo>
                <a:cubicBezTo>
                  <a:pt x="781966" y="8193754"/>
                  <a:pt x="779645" y="8312167"/>
                  <a:pt x="767117" y="8435368"/>
                </a:cubicBezTo>
                <a:lnTo>
                  <a:pt x="762189" y="8494174"/>
                </a:lnTo>
                <a:lnTo>
                  <a:pt x="767117" y="8652157"/>
                </a:lnTo>
                <a:cubicBezTo>
                  <a:pt x="772075" y="8797272"/>
                  <a:pt x="771817" y="8901068"/>
                  <a:pt x="770448" y="8998805"/>
                </a:cubicBezTo>
                <a:lnTo>
                  <a:pt x="768430" y="9186778"/>
                </a:lnTo>
                <a:lnTo>
                  <a:pt x="778878" y="9363505"/>
                </a:lnTo>
                <a:cubicBezTo>
                  <a:pt x="779925" y="9421212"/>
                  <a:pt x="778621" y="9471229"/>
                  <a:pt x="776532" y="9516296"/>
                </a:cubicBezTo>
                <a:lnTo>
                  <a:pt x="770243" y="9626030"/>
                </a:lnTo>
                <a:lnTo>
                  <a:pt x="770973" y="9699998"/>
                </a:lnTo>
                <a:lnTo>
                  <a:pt x="768667" y="9945540"/>
                </a:lnTo>
                <a:lnTo>
                  <a:pt x="769628" y="10067267"/>
                </a:lnTo>
                <a:lnTo>
                  <a:pt x="768315" y="10319960"/>
                </a:lnTo>
                <a:lnTo>
                  <a:pt x="772435" y="10407907"/>
                </a:lnTo>
                <a:cubicBezTo>
                  <a:pt x="774478" y="10445321"/>
                  <a:pt x="776077" y="10479307"/>
                  <a:pt x="775701" y="10513828"/>
                </a:cubicBezTo>
                <a:lnTo>
                  <a:pt x="767518" y="10617873"/>
                </a:lnTo>
                <a:lnTo>
                  <a:pt x="769691" y="10982286"/>
                </a:lnTo>
                <a:cubicBezTo>
                  <a:pt x="771183" y="11095540"/>
                  <a:pt x="771817" y="11186466"/>
                  <a:pt x="767117" y="11279902"/>
                </a:cubicBezTo>
                <a:lnTo>
                  <a:pt x="766596" y="11343305"/>
                </a:lnTo>
                <a:lnTo>
                  <a:pt x="767117" y="11352165"/>
                </a:lnTo>
                <a:cubicBezTo>
                  <a:pt x="772624" y="11424572"/>
                  <a:pt x="774686" y="11521482"/>
                  <a:pt x="774852" y="11631470"/>
                </a:cubicBezTo>
                <a:lnTo>
                  <a:pt x="773986" y="11716881"/>
                </a:lnTo>
                <a:lnTo>
                  <a:pt x="774120" y="11723226"/>
                </a:lnTo>
                <a:lnTo>
                  <a:pt x="773871" y="11728247"/>
                </a:lnTo>
                <a:lnTo>
                  <a:pt x="771223" y="11989248"/>
                </a:lnTo>
                <a:cubicBezTo>
                  <a:pt x="769154" y="12113970"/>
                  <a:pt x="766743" y="12240346"/>
                  <a:pt x="765541" y="12356953"/>
                </a:cubicBezTo>
                <a:lnTo>
                  <a:pt x="765306" y="12412666"/>
                </a:lnTo>
                <a:lnTo>
                  <a:pt x="893119" y="12419634"/>
                </a:lnTo>
                <a:lnTo>
                  <a:pt x="929907" y="12420047"/>
                </a:lnTo>
                <a:cubicBezTo>
                  <a:pt x="965940" y="12419937"/>
                  <a:pt x="999677" y="12419745"/>
                  <a:pt x="1031572" y="12420846"/>
                </a:cubicBezTo>
                <a:lnTo>
                  <a:pt x="1085114" y="12425908"/>
                </a:lnTo>
                <a:lnTo>
                  <a:pt x="1108607" y="12426331"/>
                </a:lnTo>
                <a:cubicBezTo>
                  <a:pt x="1146983" y="12426620"/>
                  <a:pt x="1180201" y="12426869"/>
                  <a:pt x="1215982" y="12428583"/>
                </a:cubicBezTo>
                <a:lnTo>
                  <a:pt x="1327043" y="12438571"/>
                </a:lnTo>
                <a:lnTo>
                  <a:pt x="1503830" y="12440328"/>
                </a:lnTo>
                <a:cubicBezTo>
                  <a:pt x="1627780" y="12441615"/>
                  <a:pt x="1755224" y="12444393"/>
                  <a:pt x="1845869" y="12454454"/>
                </a:cubicBezTo>
                <a:lnTo>
                  <a:pt x="1919009" y="12466538"/>
                </a:lnTo>
                <a:lnTo>
                  <a:pt x="1994939" y="12470560"/>
                </a:lnTo>
                <a:lnTo>
                  <a:pt x="2289099" y="12486615"/>
                </a:lnTo>
                <a:lnTo>
                  <a:pt x="2362414" y="12487885"/>
                </a:lnTo>
                <a:cubicBezTo>
                  <a:pt x="2572331" y="12499546"/>
                  <a:pt x="2867805" y="12480232"/>
                  <a:pt x="3090805" y="12522226"/>
                </a:cubicBezTo>
                <a:lnTo>
                  <a:pt x="3142408" y="12529951"/>
                </a:lnTo>
                <a:lnTo>
                  <a:pt x="3154657" y="12531052"/>
                </a:lnTo>
                <a:cubicBezTo>
                  <a:pt x="3290838" y="12537752"/>
                  <a:pt x="3424620" y="12531332"/>
                  <a:pt x="3530464" y="12542954"/>
                </a:cubicBezTo>
                <a:lnTo>
                  <a:pt x="3658944" y="12549977"/>
                </a:lnTo>
                <a:lnTo>
                  <a:pt x="3674829" y="12549761"/>
                </a:lnTo>
                <a:lnTo>
                  <a:pt x="3767633" y="12552753"/>
                </a:lnTo>
                <a:lnTo>
                  <a:pt x="3859725" y="12554704"/>
                </a:lnTo>
                <a:cubicBezTo>
                  <a:pt x="3988881" y="12557324"/>
                  <a:pt x="4117652" y="12561185"/>
                  <a:pt x="4186672" y="12573892"/>
                </a:cubicBezTo>
                <a:lnTo>
                  <a:pt x="4265162" y="12584181"/>
                </a:lnTo>
                <a:lnTo>
                  <a:pt x="4475403" y="12587505"/>
                </a:lnTo>
                <a:cubicBezTo>
                  <a:pt x="4739988" y="12583267"/>
                  <a:pt x="4821880" y="12602088"/>
                  <a:pt x="4932036" y="12610852"/>
                </a:cubicBezTo>
                <a:lnTo>
                  <a:pt x="4975612" y="12612285"/>
                </a:lnTo>
                <a:lnTo>
                  <a:pt x="4987245" y="12611636"/>
                </a:lnTo>
                <a:cubicBezTo>
                  <a:pt x="5165055" y="12582247"/>
                  <a:pt x="5342739" y="12611547"/>
                  <a:pt x="5499086" y="12635768"/>
                </a:cubicBezTo>
                <a:lnTo>
                  <a:pt x="5547502" y="12639809"/>
                </a:lnTo>
                <a:lnTo>
                  <a:pt x="5571269" y="12639171"/>
                </a:lnTo>
                <a:cubicBezTo>
                  <a:pt x="5680004" y="12623324"/>
                  <a:pt x="6164188" y="12634250"/>
                  <a:pt x="6371843" y="12676915"/>
                </a:cubicBezTo>
                <a:lnTo>
                  <a:pt x="6372521" y="12677015"/>
                </a:lnTo>
                <a:lnTo>
                  <a:pt x="6450587" y="12680627"/>
                </a:lnTo>
                <a:cubicBezTo>
                  <a:pt x="6635934" y="12693863"/>
                  <a:pt x="6811547" y="12697742"/>
                  <a:pt x="7021528" y="12706775"/>
                </a:cubicBezTo>
                <a:lnTo>
                  <a:pt x="7068404" y="12708949"/>
                </a:lnTo>
                <a:lnTo>
                  <a:pt x="7070964" y="12675647"/>
                </a:lnTo>
                <a:lnTo>
                  <a:pt x="7077928" y="12439251"/>
                </a:lnTo>
                <a:cubicBezTo>
                  <a:pt x="7079260" y="12231106"/>
                  <a:pt x="7082810" y="12060198"/>
                  <a:pt x="7089852" y="11907995"/>
                </a:cubicBezTo>
                <a:lnTo>
                  <a:pt x="7100789" y="11768609"/>
                </a:lnTo>
                <a:lnTo>
                  <a:pt x="7101032" y="11751079"/>
                </a:lnTo>
                <a:cubicBezTo>
                  <a:pt x="7110599" y="11518897"/>
                  <a:pt x="7133391" y="11409924"/>
                  <a:pt x="7135531" y="11217460"/>
                </a:cubicBezTo>
                <a:cubicBezTo>
                  <a:pt x="7136958" y="11089148"/>
                  <a:pt x="7150104" y="10945761"/>
                  <a:pt x="7161920" y="10787359"/>
                </a:cubicBezTo>
                <a:lnTo>
                  <a:pt x="7169725" y="10658710"/>
                </a:lnTo>
                <a:lnTo>
                  <a:pt x="7167533" y="10538684"/>
                </a:lnTo>
                <a:cubicBezTo>
                  <a:pt x="7159130" y="10385116"/>
                  <a:pt x="7165950" y="10303364"/>
                  <a:pt x="7174660" y="10233002"/>
                </a:cubicBezTo>
                <a:lnTo>
                  <a:pt x="7181151" y="10180056"/>
                </a:lnTo>
                <a:lnTo>
                  <a:pt x="7182761" y="10008609"/>
                </a:lnTo>
                <a:cubicBezTo>
                  <a:pt x="7185836" y="9929941"/>
                  <a:pt x="7190686" y="9858323"/>
                  <a:pt x="7195843" y="9792337"/>
                </a:cubicBezTo>
                <a:lnTo>
                  <a:pt x="7197293" y="9774617"/>
                </a:lnTo>
                <a:lnTo>
                  <a:pt x="7199882" y="9637014"/>
                </a:lnTo>
                <a:lnTo>
                  <a:pt x="7221285" y="9365699"/>
                </a:lnTo>
                <a:lnTo>
                  <a:pt x="7221884" y="9345295"/>
                </a:lnTo>
                <a:cubicBezTo>
                  <a:pt x="7226238" y="9271270"/>
                  <a:pt x="7233021" y="9277057"/>
                  <a:pt x="7231536" y="9181137"/>
                </a:cubicBezTo>
                <a:cubicBezTo>
                  <a:pt x="7230546" y="9117190"/>
                  <a:pt x="7240409" y="8954714"/>
                  <a:pt x="7250388" y="8787646"/>
                </a:cubicBezTo>
                <a:lnTo>
                  <a:pt x="7261288" y="8595071"/>
                </a:lnTo>
                <a:lnTo>
                  <a:pt x="7263538" y="8502363"/>
                </a:lnTo>
                <a:cubicBezTo>
                  <a:pt x="7264530" y="8401284"/>
                  <a:pt x="7266544" y="8336650"/>
                  <a:pt x="7268928" y="8293716"/>
                </a:cubicBezTo>
                <a:lnTo>
                  <a:pt x="7271556" y="8266628"/>
                </a:lnTo>
                <a:lnTo>
                  <a:pt x="7275767" y="8006432"/>
                </a:lnTo>
                <a:cubicBezTo>
                  <a:pt x="7278736" y="7927385"/>
                  <a:pt x="7283087" y="7838758"/>
                  <a:pt x="7289391" y="7740443"/>
                </a:cubicBezTo>
                <a:lnTo>
                  <a:pt x="7309289" y="7486028"/>
                </a:lnTo>
                <a:lnTo>
                  <a:pt x="7312137" y="7287774"/>
                </a:lnTo>
                <a:cubicBezTo>
                  <a:pt x="7314835" y="7180918"/>
                  <a:pt x="7320535" y="7071662"/>
                  <a:pt x="7333941" y="7009061"/>
                </a:cubicBezTo>
                <a:lnTo>
                  <a:pt x="7340699" y="6962981"/>
                </a:lnTo>
                <a:lnTo>
                  <a:pt x="7340815" y="6961749"/>
                </a:lnTo>
                <a:cubicBezTo>
                  <a:pt x="7348139" y="6881456"/>
                  <a:pt x="7354238" y="6794308"/>
                  <a:pt x="7346742" y="6737552"/>
                </a:cubicBezTo>
                <a:cubicBezTo>
                  <a:pt x="7339246" y="6680796"/>
                  <a:pt x="7339802" y="6612111"/>
                  <a:pt x="7344355" y="6541051"/>
                </a:cubicBezTo>
                <a:lnTo>
                  <a:pt x="7349185" y="6493892"/>
                </a:lnTo>
                <a:lnTo>
                  <a:pt x="7348741" y="6481794"/>
                </a:lnTo>
                <a:cubicBezTo>
                  <a:pt x="7347169" y="6368477"/>
                  <a:pt x="7349488" y="6198351"/>
                  <a:pt x="7362694" y="6030337"/>
                </a:cubicBezTo>
                <a:lnTo>
                  <a:pt x="7386811" y="5827144"/>
                </a:lnTo>
                <a:lnTo>
                  <a:pt x="7388194" y="5747643"/>
                </a:lnTo>
                <a:cubicBezTo>
                  <a:pt x="7394673" y="5600312"/>
                  <a:pt x="7408288" y="5403219"/>
                  <a:pt x="7418499" y="5222729"/>
                </a:cubicBezTo>
                <a:lnTo>
                  <a:pt x="7423657" y="5110089"/>
                </a:lnTo>
                <a:lnTo>
                  <a:pt x="7423546" y="5108494"/>
                </a:lnTo>
                <a:cubicBezTo>
                  <a:pt x="7415013" y="5022597"/>
                  <a:pt x="7423107" y="4948522"/>
                  <a:pt x="7432488" y="4865081"/>
                </a:cubicBezTo>
                <a:lnTo>
                  <a:pt x="7434944" y="4839835"/>
                </a:lnTo>
                <a:lnTo>
                  <a:pt x="7446468" y="4533392"/>
                </a:lnTo>
                <a:lnTo>
                  <a:pt x="7451393" y="4444405"/>
                </a:lnTo>
                <a:lnTo>
                  <a:pt x="7452792" y="4369000"/>
                </a:lnTo>
                <a:cubicBezTo>
                  <a:pt x="7456399" y="4299508"/>
                  <a:pt x="7461880" y="4225826"/>
                  <a:pt x="7467684" y="4147390"/>
                </a:cubicBezTo>
                <a:lnTo>
                  <a:pt x="7468529" y="4134819"/>
                </a:lnTo>
                <a:lnTo>
                  <a:pt x="7474749" y="4022457"/>
                </a:lnTo>
                <a:cubicBezTo>
                  <a:pt x="7486761" y="3827436"/>
                  <a:pt x="7488925" y="3723247"/>
                  <a:pt x="7491004" y="3635061"/>
                </a:cubicBezTo>
                <a:lnTo>
                  <a:pt x="7494884" y="3517437"/>
                </a:lnTo>
                <a:lnTo>
                  <a:pt x="7495828" y="3418622"/>
                </a:lnTo>
                <a:cubicBezTo>
                  <a:pt x="7497240" y="3309715"/>
                  <a:pt x="7498160" y="3419030"/>
                  <a:pt x="7506750" y="3343682"/>
                </a:cubicBezTo>
                <a:cubicBezTo>
                  <a:pt x="7518204" y="3243220"/>
                  <a:pt x="7516336" y="3055065"/>
                  <a:pt x="7525951" y="2936418"/>
                </a:cubicBezTo>
                <a:lnTo>
                  <a:pt x="7534813" y="2833970"/>
                </a:lnTo>
                <a:lnTo>
                  <a:pt x="7532352" y="2800662"/>
                </a:lnTo>
                <a:cubicBezTo>
                  <a:pt x="7514081" y="2690206"/>
                  <a:pt x="7523290" y="2446875"/>
                  <a:pt x="7564353" y="2121889"/>
                </a:cubicBezTo>
                <a:cubicBezTo>
                  <a:pt x="7547341" y="1884377"/>
                  <a:pt x="7568318" y="1912421"/>
                  <a:pt x="7577154" y="1850379"/>
                </a:cubicBezTo>
                <a:cubicBezTo>
                  <a:pt x="7581572" y="1819359"/>
                  <a:pt x="7591071" y="1710763"/>
                  <a:pt x="7599517" y="1562404"/>
                </a:cubicBezTo>
                <a:close/>
                <a:moveTo>
                  <a:pt x="7874424" y="8000769"/>
                </a:moveTo>
                <a:cubicBezTo>
                  <a:pt x="7871731" y="8049105"/>
                  <a:pt x="7867675" y="8097299"/>
                  <a:pt x="7861848" y="8149768"/>
                </a:cubicBezTo>
                <a:lnTo>
                  <a:pt x="7836279" y="8334091"/>
                </a:lnTo>
                <a:lnTo>
                  <a:pt x="7837517" y="8388188"/>
                </a:lnTo>
                <a:cubicBezTo>
                  <a:pt x="7833709" y="8498858"/>
                  <a:pt x="7813687" y="8559099"/>
                  <a:pt x="7815317" y="8664434"/>
                </a:cubicBezTo>
                <a:cubicBezTo>
                  <a:pt x="7817490" y="8804881"/>
                  <a:pt x="7792433" y="9248932"/>
                  <a:pt x="7776915" y="9478962"/>
                </a:cubicBezTo>
                <a:cubicBezTo>
                  <a:pt x="7761398" y="9708991"/>
                  <a:pt x="7767167" y="9670771"/>
                  <a:pt x="7764115" y="9750471"/>
                </a:cubicBezTo>
                <a:cubicBezTo>
                  <a:pt x="7761062" y="9830172"/>
                  <a:pt x="7745949" y="9965210"/>
                  <a:pt x="7751314" y="10021982"/>
                </a:cubicBezTo>
                <a:cubicBezTo>
                  <a:pt x="7752655" y="10036175"/>
                  <a:pt x="7752193" y="10055330"/>
                  <a:pt x="7750827" y="10077307"/>
                </a:cubicBezTo>
                <a:lnTo>
                  <a:pt x="7745442" y="10143243"/>
                </a:lnTo>
                <a:lnTo>
                  <a:pt x="7744914" y="10157736"/>
                </a:lnTo>
                <a:cubicBezTo>
                  <a:pt x="7738672" y="10309525"/>
                  <a:pt x="7738054" y="10348121"/>
                  <a:pt x="7737706" y="10363411"/>
                </a:cubicBezTo>
                <a:lnTo>
                  <a:pt x="7736898" y="10372918"/>
                </a:lnTo>
                <a:lnTo>
                  <a:pt x="7736804" y="10377517"/>
                </a:lnTo>
                <a:cubicBezTo>
                  <a:pt x="7730556" y="10481851"/>
                  <a:pt x="7714200" y="10632731"/>
                  <a:pt x="7719312" y="10700755"/>
                </a:cubicBezTo>
                <a:cubicBezTo>
                  <a:pt x="7726130" y="10791454"/>
                  <a:pt x="7707440" y="11032336"/>
                  <a:pt x="7693711" y="11243776"/>
                </a:cubicBezTo>
                <a:cubicBezTo>
                  <a:pt x="7690279" y="11296635"/>
                  <a:pt x="7689069" y="11349823"/>
                  <a:pt x="7688557" y="11403788"/>
                </a:cubicBezTo>
                <a:lnTo>
                  <a:pt x="7688506" y="11412531"/>
                </a:lnTo>
                <a:lnTo>
                  <a:pt x="7690970" y="11480556"/>
                </a:lnTo>
                <a:cubicBezTo>
                  <a:pt x="7690970" y="11513355"/>
                  <a:pt x="7689870" y="11545290"/>
                  <a:pt x="7688040" y="11576410"/>
                </a:cubicBezTo>
                <a:lnTo>
                  <a:pt x="7686919" y="11588213"/>
                </a:lnTo>
                <a:lnTo>
                  <a:pt x="7681694" y="11740486"/>
                </a:lnTo>
                <a:cubicBezTo>
                  <a:pt x="7677887" y="11799351"/>
                  <a:pt x="7671733" y="11859889"/>
                  <a:pt x="7661709" y="11922549"/>
                </a:cubicBezTo>
                <a:lnTo>
                  <a:pt x="7652471" y="12004820"/>
                </a:lnTo>
                <a:lnTo>
                  <a:pt x="7655309" y="12058303"/>
                </a:lnTo>
                <a:cubicBezTo>
                  <a:pt x="7670885" y="12196150"/>
                  <a:pt x="7645531" y="12365764"/>
                  <a:pt x="7631555" y="12549409"/>
                </a:cubicBezTo>
                <a:lnTo>
                  <a:pt x="7630260" y="12578878"/>
                </a:lnTo>
                <a:lnTo>
                  <a:pt x="7629478" y="12650572"/>
                </a:lnTo>
                <a:cubicBezTo>
                  <a:pt x="7629200" y="12710667"/>
                  <a:pt x="7628673" y="12772315"/>
                  <a:pt x="7626108" y="12832867"/>
                </a:cubicBezTo>
                <a:lnTo>
                  <a:pt x="7620799" y="12892658"/>
                </a:lnTo>
                <a:lnTo>
                  <a:pt x="7615940" y="13194096"/>
                </a:lnTo>
                <a:cubicBezTo>
                  <a:pt x="7609944" y="13361949"/>
                  <a:pt x="7598937" y="13535842"/>
                  <a:pt x="7578505" y="13687360"/>
                </a:cubicBezTo>
                <a:cubicBezTo>
                  <a:pt x="7529857" y="13690606"/>
                  <a:pt x="7483275" y="13689924"/>
                  <a:pt x="7437611" y="13687241"/>
                </a:cubicBezTo>
                <a:cubicBezTo>
                  <a:pt x="7300618" y="13679194"/>
                  <a:pt x="7171877" y="13653136"/>
                  <a:pt x="7020325" y="13661044"/>
                </a:cubicBezTo>
                <a:cubicBezTo>
                  <a:pt x="7017831" y="13610610"/>
                  <a:pt x="7022743" y="13570583"/>
                  <a:pt x="7027423" y="13529240"/>
                </a:cubicBezTo>
                <a:lnTo>
                  <a:pt x="7032358" y="13475219"/>
                </a:lnTo>
                <a:lnTo>
                  <a:pt x="7033303" y="13460637"/>
                </a:lnTo>
                <a:lnTo>
                  <a:pt x="7033126" y="13389535"/>
                </a:lnTo>
                <a:cubicBezTo>
                  <a:pt x="7032270" y="13375610"/>
                  <a:pt x="7032286" y="13356822"/>
                  <a:pt x="7032976" y="13333792"/>
                </a:cubicBezTo>
                <a:lnTo>
                  <a:pt x="7036134" y="13267830"/>
                </a:lnTo>
                <a:lnTo>
                  <a:pt x="7005216" y="13266403"/>
                </a:lnTo>
                <a:lnTo>
                  <a:pt x="6941647" y="13260981"/>
                </a:lnTo>
                <a:lnTo>
                  <a:pt x="6819550" y="13261409"/>
                </a:lnTo>
                <a:cubicBezTo>
                  <a:pt x="6710156" y="13263348"/>
                  <a:pt x="6612274" y="13264509"/>
                  <a:pt x="6489892" y="13241901"/>
                </a:cubicBezTo>
                <a:lnTo>
                  <a:pt x="6460184" y="13237707"/>
                </a:lnTo>
                <a:lnTo>
                  <a:pt x="6417709" y="13238498"/>
                </a:lnTo>
                <a:cubicBezTo>
                  <a:pt x="6192283" y="13259673"/>
                  <a:pt x="6030620" y="13229976"/>
                  <a:pt x="5905867" y="13214366"/>
                </a:cubicBezTo>
                <a:lnTo>
                  <a:pt x="5851800" y="13209087"/>
                </a:lnTo>
                <a:lnTo>
                  <a:pt x="5744615" y="13202559"/>
                </a:lnTo>
                <a:cubicBezTo>
                  <a:pt x="5631395" y="13196407"/>
                  <a:pt x="5510681" y="13191301"/>
                  <a:pt x="5394025" y="13190235"/>
                </a:cubicBezTo>
                <a:cubicBezTo>
                  <a:pt x="5347941" y="13193492"/>
                  <a:pt x="5300862" y="13193484"/>
                  <a:pt x="5254179" y="13191673"/>
                </a:cubicBezTo>
                <a:lnTo>
                  <a:pt x="5166617" y="13185693"/>
                </a:lnTo>
                <a:lnTo>
                  <a:pt x="5045831" y="13183281"/>
                </a:lnTo>
                <a:cubicBezTo>
                  <a:pt x="4983605" y="13180816"/>
                  <a:pt x="4917038" y="13177359"/>
                  <a:pt x="4842764" y="13172396"/>
                </a:cubicBezTo>
                <a:lnTo>
                  <a:pt x="4682447" y="13159597"/>
                </a:lnTo>
                <a:lnTo>
                  <a:pt x="4498424" y="13150199"/>
                </a:lnTo>
                <a:lnTo>
                  <a:pt x="4287820" y="13138502"/>
                </a:lnTo>
                <a:lnTo>
                  <a:pt x="4285145" y="13138503"/>
                </a:lnTo>
                <a:cubicBezTo>
                  <a:pt x="4232777" y="13140309"/>
                  <a:pt x="4197872" y="13142754"/>
                  <a:pt x="4081610" y="13128360"/>
                </a:cubicBezTo>
                <a:cubicBezTo>
                  <a:pt x="3910273" y="13122502"/>
                  <a:pt x="3619999" y="13130558"/>
                  <a:pt x="3281038" y="13090616"/>
                </a:cubicBezTo>
                <a:cubicBezTo>
                  <a:pt x="3196297" y="13080630"/>
                  <a:pt x="3126366" y="13075667"/>
                  <a:pt x="3064645" y="13073296"/>
                </a:cubicBezTo>
                <a:lnTo>
                  <a:pt x="3002576" y="13072638"/>
                </a:lnTo>
                <a:lnTo>
                  <a:pt x="2913561" y="13073290"/>
                </a:lnTo>
                <a:cubicBezTo>
                  <a:pt x="2814437" y="13076581"/>
                  <a:pt x="2652982" y="13079597"/>
                  <a:pt x="2401719" y="13049159"/>
                </a:cubicBezTo>
                <a:lnTo>
                  <a:pt x="2316646" y="13042277"/>
                </a:lnTo>
                <a:lnTo>
                  <a:pt x="2259711" y="13042401"/>
                </a:lnTo>
                <a:cubicBezTo>
                  <a:pt x="2222480" y="13043293"/>
                  <a:pt x="2185327" y="13044196"/>
                  <a:pt x="2139672" y="13042716"/>
                </a:cubicBezTo>
                <a:lnTo>
                  <a:pt x="2083988" y="13038167"/>
                </a:lnTo>
                <a:lnTo>
                  <a:pt x="2060648" y="13038508"/>
                </a:lnTo>
                <a:cubicBezTo>
                  <a:pt x="2031813" y="13037707"/>
                  <a:pt x="2000712" y="13035019"/>
                  <a:pt x="1962061" y="13028431"/>
                </a:cubicBezTo>
                <a:cubicBezTo>
                  <a:pt x="1846106" y="13008665"/>
                  <a:pt x="1700642" y="13022680"/>
                  <a:pt x="1571805" y="13017643"/>
                </a:cubicBezTo>
                <a:lnTo>
                  <a:pt x="1453958" y="13004710"/>
                </a:lnTo>
                <a:lnTo>
                  <a:pt x="1322159" y="13009423"/>
                </a:lnTo>
                <a:cubicBezTo>
                  <a:pt x="1276644" y="13009708"/>
                  <a:pt x="1230279" y="13008681"/>
                  <a:pt x="1182441" y="13006361"/>
                </a:cubicBezTo>
                <a:lnTo>
                  <a:pt x="908681" y="12980472"/>
                </a:lnTo>
                <a:lnTo>
                  <a:pt x="776009" y="12981828"/>
                </a:lnTo>
                <a:cubicBezTo>
                  <a:pt x="581065" y="12975762"/>
                  <a:pt x="296896" y="12950003"/>
                  <a:pt x="0" y="12935927"/>
                </a:cubicBezTo>
                <a:cubicBezTo>
                  <a:pt x="1428" y="12865635"/>
                  <a:pt x="10579" y="12765825"/>
                  <a:pt x="18087" y="12663722"/>
                </a:cubicBezTo>
                <a:lnTo>
                  <a:pt x="19330" y="12642465"/>
                </a:lnTo>
                <a:lnTo>
                  <a:pt x="22377" y="12517247"/>
                </a:lnTo>
                <a:cubicBezTo>
                  <a:pt x="23508" y="12466631"/>
                  <a:pt x="24662" y="12418760"/>
                  <a:pt x="26316" y="12377747"/>
                </a:cubicBezTo>
                <a:cubicBezTo>
                  <a:pt x="66973" y="12377315"/>
                  <a:pt x="116556" y="12377599"/>
                  <a:pt x="171001" y="12378627"/>
                </a:cubicBezTo>
                <a:lnTo>
                  <a:pt x="204973" y="12379670"/>
                </a:lnTo>
                <a:lnTo>
                  <a:pt x="203834" y="12333556"/>
                </a:lnTo>
                <a:cubicBezTo>
                  <a:pt x="203815" y="12298702"/>
                  <a:pt x="204970" y="12263246"/>
                  <a:pt x="208317" y="12225891"/>
                </a:cubicBezTo>
                <a:lnTo>
                  <a:pt x="209038" y="12176803"/>
                </a:lnTo>
                <a:lnTo>
                  <a:pt x="208317" y="12153628"/>
                </a:lnTo>
                <a:cubicBezTo>
                  <a:pt x="201932" y="12033663"/>
                  <a:pt x="180721" y="11644054"/>
                  <a:pt x="208317" y="11352165"/>
                </a:cubicBezTo>
                <a:lnTo>
                  <a:pt x="216342" y="11207940"/>
                </a:lnTo>
                <a:lnTo>
                  <a:pt x="212069" y="11086383"/>
                </a:lnTo>
                <a:lnTo>
                  <a:pt x="208378" y="11023615"/>
                </a:lnTo>
                <a:lnTo>
                  <a:pt x="206034" y="10998595"/>
                </a:lnTo>
                <a:lnTo>
                  <a:pt x="206305" y="10988346"/>
                </a:lnTo>
                <a:lnTo>
                  <a:pt x="205404" y="10973030"/>
                </a:lnTo>
                <a:cubicBezTo>
                  <a:pt x="204143" y="10934302"/>
                  <a:pt x="204477" y="10892254"/>
                  <a:pt x="208317" y="10839755"/>
                </a:cubicBezTo>
                <a:cubicBezTo>
                  <a:pt x="215997" y="10734758"/>
                  <a:pt x="207548" y="10574861"/>
                  <a:pt x="201403" y="10420979"/>
                </a:cubicBezTo>
                <a:lnTo>
                  <a:pt x="197587" y="10259972"/>
                </a:lnTo>
                <a:lnTo>
                  <a:pt x="197140" y="10254157"/>
                </a:lnTo>
                <a:cubicBezTo>
                  <a:pt x="188417" y="10094934"/>
                  <a:pt x="188326" y="9907925"/>
                  <a:pt x="208317" y="9814934"/>
                </a:cubicBezTo>
                <a:lnTo>
                  <a:pt x="216848" y="9751557"/>
                </a:lnTo>
                <a:lnTo>
                  <a:pt x="214917" y="9679117"/>
                </a:lnTo>
                <a:cubicBezTo>
                  <a:pt x="211792" y="9609105"/>
                  <a:pt x="208118" y="9538642"/>
                  <a:pt x="206237" y="9474660"/>
                </a:cubicBezTo>
                <a:lnTo>
                  <a:pt x="207593" y="9366730"/>
                </a:lnTo>
                <a:lnTo>
                  <a:pt x="199807" y="9280101"/>
                </a:lnTo>
                <a:cubicBezTo>
                  <a:pt x="198723" y="9247422"/>
                  <a:pt x="199125" y="9213429"/>
                  <a:pt x="200203" y="9177534"/>
                </a:cubicBezTo>
                <a:lnTo>
                  <a:pt x="206831" y="8979137"/>
                </a:lnTo>
                <a:lnTo>
                  <a:pt x="203369" y="8850322"/>
                </a:lnTo>
                <a:cubicBezTo>
                  <a:pt x="202906" y="8789143"/>
                  <a:pt x="204035" y="8723456"/>
                  <a:pt x="208317" y="8652157"/>
                </a:cubicBezTo>
                <a:lnTo>
                  <a:pt x="209121" y="8606486"/>
                </a:lnTo>
                <a:lnTo>
                  <a:pt x="208317" y="8494492"/>
                </a:lnTo>
                <a:cubicBezTo>
                  <a:pt x="206618" y="8355158"/>
                  <a:pt x="180864" y="8017716"/>
                  <a:pt x="208317" y="7837556"/>
                </a:cubicBezTo>
                <a:cubicBezTo>
                  <a:pt x="220328" y="7758736"/>
                  <a:pt x="216418" y="7664842"/>
                  <a:pt x="210587" y="7571958"/>
                </a:cubicBezTo>
                <a:lnTo>
                  <a:pt x="202552" y="7441941"/>
                </a:lnTo>
                <a:lnTo>
                  <a:pt x="189727" y="7440815"/>
                </a:lnTo>
                <a:lnTo>
                  <a:pt x="201597" y="7352837"/>
                </a:lnTo>
                <a:lnTo>
                  <a:pt x="201326" y="7312418"/>
                </a:lnTo>
                <a:lnTo>
                  <a:pt x="205247" y="7279026"/>
                </a:lnTo>
                <a:lnTo>
                  <a:pt x="204054" y="7227891"/>
                </a:lnTo>
                <a:cubicBezTo>
                  <a:pt x="204987" y="7065810"/>
                  <a:pt x="217735" y="6944996"/>
                  <a:pt x="208317" y="6681348"/>
                </a:cubicBezTo>
                <a:cubicBezTo>
                  <a:pt x="195760" y="6329818"/>
                  <a:pt x="222927" y="6367695"/>
                  <a:pt x="208317" y="6241201"/>
                </a:cubicBezTo>
                <a:cubicBezTo>
                  <a:pt x="193707" y="6114706"/>
                  <a:pt x="187025" y="5706486"/>
                  <a:pt x="208317" y="5439739"/>
                </a:cubicBezTo>
                <a:cubicBezTo>
                  <a:pt x="256139" y="5434975"/>
                  <a:pt x="302411" y="5432083"/>
                  <a:pt x="348060" y="5430552"/>
                </a:cubicBezTo>
                <a:lnTo>
                  <a:pt x="410003" y="5430087"/>
                </a:lnTo>
                <a:lnTo>
                  <a:pt x="418502" y="5337888"/>
                </a:lnTo>
                <a:lnTo>
                  <a:pt x="438557" y="5161281"/>
                </a:lnTo>
                <a:lnTo>
                  <a:pt x="442659" y="5115840"/>
                </a:lnTo>
                <a:cubicBezTo>
                  <a:pt x="447368" y="5025113"/>
                  <a:pt x="452246" y="4950479"/>
                  <a:pt x="461412" y="4863188"/>
                </a:cubicBezTo>
                <a:lnTo>
                  <a:pt x="505239" y="4539413"/>
                </a:lnTo>
                <a:lnTo>
                  <a:pt x="509737" y="4407588"/>
                </a:lnTo>
                <a:cubicBezTo>
                  <a:pt x="517582" y="4285920"/>
                  <a:pt x="534269" y="4196858"/>
                  <a:pt x="550571" y="4113314"/>
                </a:cubicBezTo>
                <a:lnTo>
                  <a:pt x="554646" y="4090029"/>
                </a:lnTo>
                <a:lnTo>
                  <a:pt x="561309" y="4025192"/>
                </a:lnTo>
                <a:lnTo>
                  <a:pt x="590720" y="3788857"/>
                </a:lnTo>
                <a:lnTo>
                  <a:pt x="591860" y="3744366"/>
                </a:lnTo>
                <a:cubicBezTo>
                  <a:pt x="588858" y="3432412"/>
                  <a:pt x="633937" y="3301064"/>
                  <a:pt x="655093" y="3163122"/>
                </a:cubicBezTo>
                <a:lnTo>
                  <a:pt x="681483" y="2956249"/>
                </a:lnTo>
                <a:lnTo>
                  <a:pt x="687775" y="2862704"/>
                </a:lnTo>
                <a:cubicBezTo>
                  <a:pt x="690044" y="2755928"/>
                  <a:pt x="703797" y="2658825"/>
                  <a:pt x="717033" y="2573291"/>
                </a:cubicBezTo>
                <a:lnTo>
                  <a:pt x="727976" y="2500581"/>
                </a:lnTo>
                <a:lnTo>
                  <a:pt x="733957" y="2438199"/>
                </a:lnTo>
                <a:cubicBezTo>
                  <a:pt x="759758" y="2121566"/>
                  <a:pt x="766127" y="1976766"/>
                  <a:pt x="797189" y="1856955"/>
                </a:cubicBezTo>
                <a:lnTo>
                  <a:pt x="804411" y="1813579"/>
                </a:lnTo>
                <a:lnTo>
                  <a:pt x="806426" y="1772055"/>
                </a:lnTo>
                <a:cubicBezTo>
                  <a:pt x="805010" y="1725010"/>
                  <a:pt x="809651" y="1672168"/>
                  <a:pt x="817426" y="1614248"/>
                </a:cubicBezTo>
                <a:lnTo>
                  <a:pt x="830846" y="1529468"/>
                </a:lnTo>
                <a:lnTo>
                  <a:pt x="831613" y="1518192"/>
                </a:lnTo>
                <a:cubicBezTo>
                  <a:pt x="834772" y="1481277"/>
                  <a:pt x="838801" y="1447408"/>
                  <a:pt x="844792" y="1419390"/>
                </a:cubicBezTo>
                <a:cubicBezTo>
                  <a:pt x="850782" y="1391372"/>
                  <a:pt x="860760" y="1322128"/>
                  <a:pt x="872587" y="1229666"/>
                </a:cubicBezTo>
                <a:lnTo>
                  <a:pt x="889015" y="1090688"/>
                </a:lnTo>
                <a:lnTo>
                  <a:pt x="893105" y="975293"/>
                </a:lnTo>
                <a:cubicBezTo>
                  <a:pt x="893656" y="811471"/>
                  <a:pt x="909028" y="705068"/>
                  <a:pt x="926345" y="603024"/>
                </a:cubicBezTo>
                <a:lnTo>
                  <a:pt x="933258" y="561150"/>
                </a:lnTo>
                <a:lnTo>
                  <a:pt x="858541" y="558921"/>
                </a:lnTo>
                <a:cubicBezTo>
                  <a:pt x="799538" y="557728"/>
                  <a:pt x="746549" y="557931"/>
                  <a:pt x="704254" y="560161"/>
                </a:cubicBezTo>
                <a:cubicBezTo>
                  <a:pt x="712602" y="466890"/>
                  <a:pt x="713647" y="392034"/>
                  <a:pt x="715371" y="308151"/>
                </a:cubicBezTo>
                <a:lnTo>
                  <a:pt x="715472" y="303934"/>
                </a:lnTo>
                <a:lnTo>
                  <a:pt x="714783" y="263201"/>
                </a:lnTo>
                <a:cubicBezTo>
                  <a:pt x="714277" y="188214"/>
                  <a:pt x="716788" y="102164"/>
                  <a:pt x="730570" y="1981"/>
                </a:cubicBezTo>
                <a:cubicBezTo>
                  <a:pt x="896527" y="-4507"/>
                  <a:pt x="1354565" y="4144"/>
                  <a:pt x="1531143" y="39725"/>
                </a:cubicBezTo>
                <a:cubicBezTo>
                  <a:pt x="1873491" y="81537"/>
                  <a:pt x="1862079" y="39877"/>
                  <a:pt x="1970803" y="60454"/>
                </a:cubicBezTo>
                <a:cubicBezTo>
                  <a:pt x="2079526" y="81031"/>
                  <a:pt x="2333063" y="57284"/>
                  <a:pt x="2554827" y="87988"/>
                </a:cubicBezTo>
                <a:lnTo>
                  <a:pt x="2568380" y="89303"/>
                </a:lnTo>
                <a:lnTo>
                  <a:pt x="2582798" y="90482"/>
                </a:lnTo>
                <a:cubicBezTo>
                  <a:pt x="2620158" y="93025"/>
                  <a:pt x="2658717" y="94800"/>
                  <a:pt x="2699193" y="94794"/>
                </a:cubicBezTo>
                <a:lnTo>
                  <a:pt x="2820100" y="101286"/>
                </a:lnTo>
                <a:lnTo>
                  <a:pt x="2876316" y="100605"/>
                </a:lnTo>
                <a:cubicBezTo>
                  <a:pt x="2909170" y="101171"/>
                  <a:pt x="2946688" y="103270"/>
                  <a:pt x="2994486" y="108716"/>
                </a:cubicBezTo>
                <a:cubicBezTo>
                  <a:pt x="3090082" y="119609"/>
                  <a:pt x="3199948" y="126676"/>
                  <a:pt x="3313009" y="131355"/>
                </a:cubicBezTo>
                <a:lnTo>
                  <a:pt x="3331190" y="131801"/>
                </a:lnTo>
                <a:lnTo>
                  <a:pt x="3499766" y="132538"/>
                </a:lnTo>
                <a:cubicBezTo>
                  <a:pt x="3692722" y="126919"/>
                  <a:pt x="3787462" y="135416"/>
                  <a:pt x="3868619" y="144936"/>
                </a:cubicBezTo>
                <a:lnTo>
                  <a:pt x="3934517" y="152173"/>
                </a:lnTo>
                <a:lnTo>
                  <a:pt x="4070293" y="158162"/>
                </a:lnTo>
                <a:lnTo>
                  <a:pt x="4172751" y="163922"/>
                </a:lnTo>
                <a:lnTo>
                  <a:pt x="4353603" y="168721"/>
                </a:lnTo>
                <a:cubicBezTo>
                  <a:pt x="4416472" y="172445"/>
                  <a:pt x="4476759" y="177609"/>
                  <a:pt x="4535749" y="182610"/>
                </a:cubicBezTo>
                <a:lnTo>
                  <a:pt x="4557251" y="184202"/>
                </a:lnTo>
                <a:lnTo>
                  <a:pt x="4597323" y="186775"/>
                </a:lnTo>
                <a:lnTo>
                  <a:pt x="4629802" y="189573"/>
                </a:lnTo>
                <a:lnTo>
                  <a:pt x="4710105" y="195518"/>
                </a:lnTo>
                <a:cubicBezTo>
                  <a:pt x="4767779" y="198587"/>
                  <a:pt x="4825438" y="199888"/>
                  <a:pt x="4884363" y="197817"/>
                </a:cubicBezTo>
                <a:cubicBezTo>
                  <a:pt x="4943288" y="195746"/>
                  <a:pt x="4998421" y="197857"/>
                  <a:pt x="5054067" y="201992"/>
                </a:cubicBezTo>
                <a:lnTo>
                  <a:pt x="5194406" y="215246"/>
                </a:lnTo>
                <a:lnTo>
                  <a:pt x="5251840" y="215142"/>
                </a:lnTo>
                <a:cubicBezTo>
                  <a:pt x="5511808" y="204773"/>
                  <a:pt x="5646993" y="201168"/>
                  <a:pt x="5837202" y="222529"/>
                </a:cubicBezTo>
                <a:lnTo>
                  <a:pt x="5946657" y="237968"/>
                </a:lnTo>
                <a:lnTo>
                  <a:pt x="5950773" y="238098"/>
                </a:lnTo>
                <a:cubicBezTo>
                  <a:pt x="6191225" y="250202"/>
                  <a:pt x="6359012" y="283742"/>
                  <a:pt x="6485510" y="273305"/>
                </a:cubicBezTo>
                <a:cubicBezTo>
                  <a:pt x="6527675" y="269826"/>
                  <a:pt x="6567715" y="269723"/>
                  <a:pt x="6608443" y="271545"/>
                </a:cubicBezTo>
                <a:lnTo>
                  <a:pt x="6728551" y="280807"/>
                </a:lnTo>
                <a:lnTo>
                  <a:pt x="6952792" y="285979"/>
                </a:lnTo>
                <a:cubicBezTo>
                  <a:pt x="7021071" y="288856"/>
                  <a:pt x="7087323" y="292417"/>
                  <a:pt x="7145860" y="296651"/>
                </a:cubicBezTo>
                <a:lnTo>
                  <a:pt x="7232501" y="305332"/>
                </a:lnTo>
                <a:lnTo>
                  <a:pt x="7283877" y="306748"/>
                </a:lnTo>
                <a:cubicBezTo>
                  <a:pt x="7356429" y="310063"/>
                  <a:pt x="7429921" y="314440"/>
                  <a:pt x="7503858" y="319029"/>
                </a:cubicBezTo>
                <a:lnTo>
                  <a:pt x="7529293" y="320577"/>
                </a:lnTo>
                <a:lnTo>
                  <a:pt x="7559503" y="320688"/>
                </a:lnTo>
                <a:lnTo>
                  <a:pt x="7632017" y="321303"/>
                </a:lnTo>
                <a:lnTo>
                  <a:pt x="7639949" y="244636"/>
                </a:lnTo>
                <a:cubicBezTo>
                  <a:pt x="7645569" y="196440"/>
                  <a:pt x="7652304" y="143833"/>
                  <a:pt x="7660358" y="85567"/>
                </a:cubicBezTo>
                <a:lnTo>
                  <a:pt x="7826217" y="100623"/>
                </a:lnTo>
                <a:lnTo>
                  <a:pt x="7928974" y="103170"/>
                </a:lnTo>
                <a:cubicBezTo>
                  <a:pt x="8015404" y="103574"/>
                  <a:pt x="8105327" y="102496"/>
                  <a:pt x="8218538" y="111883"/>
                </a:cubicBezTo>
                <a:cubicBezTo>
                  <a:pt x="8218989" y="431453"/>
                  <a:pt x="8220053" y="621197"/>
                  <a:pt x="8180136" y="926412"/>
                </a:cubicBezTo>
                <a:lnTo>
                  <a:pt x="8178278" y="943843"/>
                </a:lnTo>
                <a:lnTo>
                  <a:pt x="8173736" y="1062167"/>
                </a:lnTo>
                <a:cubicBezTo>
                  <a:pt x="8169456" y="1235006"/>
                  <a:pt x="8156851" y="1368713"/>
                  <a:pt x="8147618" y="1477203"/>
                </a:cubicBezTo>
                <a:lnTo>
                  <a:pt x="8144708" y="1520170"/>
                </a:lnTo>
                <a:lnTo>
                  <a:pt x="8141734" y="1740941"/>
                </a:lnTo>
                <a:cubicBezTo>
                  <a:pt x="8146339" y="1776928"/>
                  <a:pt x="8145361" y="1831626"/>
                  <a:pt x="8141424" y="1899102"/>
                </a:cubicBezTo>
                <a:lnTo>
                  <a:pt x="8136786" y="1959396"/>
                </a:lnTo>
                <a:lnTo>
                  <a:pt x="8131071" y="2211707"/>
                </a:lnTo>
                <a:cubicBezTo>
                  <a:pt x="8125243" y="2353474"/>
                  <a:pt x="8116570" y="2474072"/>
                  <a:pt x="8103332" y="2555469"/>
                </a:cubicBezTo>
                <a:lnTo>
                  <a:pt x="8099278" y="2587267"/>
                </a:lnTo>
                <a:lnTo>
                  <a:pt x="8096932" y="2691225"/>
                </a:lnTo>
                <a:cubicBezTo>
                  <a:pt x="8100773" y="2872731"/>
                  <a:pt x="8098928" y="2954614"/>
                  <a:pt x="8093846" y="3018056"/>
                </a:cubicBezTo>
                <a:lnTo>
                  <a:pt x="8080027" y="3150738"/>
                </a:lnTo>
                <a:lnTo>
                  <a:pt x="8083036" y="3219195"/>
                </a:lnTo>
                <a:cubicBezTo>
                  <a:pt x="8086040" y="3335058"/>
                  <a:pt x="8080539" y="3446250"/>
                  <a:pt x="8052130" y="3641508"/>
                </a:cubicBezTo>
                <a:cubicBezTo>
                  <a:pt x="8059120" y="3781225"/>
                  <a:pt x="8037394" y="3801762"/>
                  <a:pt x="8039329" y="3913017"/>
                </a:cubicBezTo>
                <a:cubicBezTo>
                  <a:pt x="8040296" y="3968645"/>
                  <a:pt x="8036035" y="4011524"/>
                  <a:pt x="8032063" y="4052994"/>
                </a:cubicBezTo>
                <a:lnTo>
                  <a:pt x="8029431" y="4085585"/>
                </a:lnTo>
                <a:lnTo>
                  <a:pt x="8026528" y="4184527"/>
                </a:lnTo>
                <a:cubicBezTo>
                  <a:pt x="8030772" y="4284525"/>
                  <a:pt x="8009404" y="4375527"/>
                  <a:pt x="8013728" y="4456036"/>
                </a:cubicBezTo>
                <a:cubicBezTo>
                  <a:pt x="8016970" y="4516418"/>
                  <a:pt x="8014212" y="4686496"/>
                  <a:pt x="8002683" y="4846645"/>
                </a:cubicBezTo>
                <a:lnTo>
                  <a:pt x="8002656" y="4846925"/>
                </a:lnTo>
                <a:lnTo>
                  <a:pt x="8003183" y="4883288"/>
                </a:lnTo>
                <a:cubicBezTo>
                  <a:pt x="7999644" y="5005226"/>
                  <a:pt x="7982164" y="5041576"/>
                  <a:pt x="7981726" y="5134810"/>
                </a:cubicBezTo>
                <a:cubicBezTo>
                  <a:pt x="7981142" y="5259121"/>
                  <a:pt x="7955897" y="5816941"/>
                  <a:pt x="7936924" y="6085093"/>
                </a:cubicBezTo>
                <a:lnTo>
                  <a:pt x="7912284" y="6383687"/>
                </a:lnTo>
                <a:lnTo>
                  <a:pt x="7917723" y="6492358"/>
                </a:lnTo>
                <a:cubicBezTo>
                  <a:pt x="7923754" y="6573932"/>
                  <a:pt x="7923370" y="6644463"/>
                  <a:pt x="7919551" y="6711786"/>
                </a:cubicBezTo>
                <a:lnTo>
                  <a:pt x="7906986" y="6845714"/>
                </a:lnTo>
                <a:lnTo>
                  <a:pt x="7907143" y="6851964"/>
                </a:lnTo>
                <a:cubicBezTo>
                  <a:pt x="7905559" y="6945703"/>
                  <a:pt x="7893759" y="7054790"/>
                  <a:pt x="7882554" y="7165023"/>
                </a:cubicBezTo>
                <a:lnTo>
                  <a:pt x="7873262" y="7274902"/>
                </a:lnTo>
                <a:lnTo>
                  <a:pt x="7873080" y="7278994"/>
                </a:lnTo>
                <a:cubicBezTo>
                  <a:pt x="7871898" y="7329121"/>
                  <a:pt x="7871721" y="7383344"/>
                  <a:pt x="7872920" y="7442641"/>
                </a:cubicBezTo>
                <a:cubicBezTo>
                  <a:pt x="7878318" y="7709478"/>
                  <a:pt x="7882503" y="7855761"/>
                  <a:pt x="7874424" y="800076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96FF63D-21C8-409D-9E0A-7C29CF0AB373}"/>
              </a:ext>
            </a:extLst>
          </p:cNvPr>
          <p:cNvSpPr/>
          <p:nvPr/>
        </p:nvSpPr>
        <p:spPr>
          <a:xfrm>
            <a:off x="5652663" y="690965"/>
            <a:ext cx="151237" cy="4059372"/>
          </a:xfrm>
          <a:custGeom>
            <a:avLst/>
            <a:gdLst>
              <a:gd name="connsiteX0" fmla="*/ 0 w 151237"/>
              <a:gd name="connsiteY0" fmla="*/ 0 h 4059372"/>
              <a:gd name="connsiteX1" fmla="*/ 151237 w 151237"/>
              <a:gd name="connsiteY1" fmla="*/ 0 h 4059372"/>
              <a:gd name="connsiteX2" fmla="*/ 151237 w 151237"/>
              <a:gd name="connsiteY2" fmla="*/ 554781 h 4059372"/>
              <a:gd name="connsiteX3" fmla="*/ 151237 w 151237"/>
              <a:gd name="connsiteY3" fmla="*/ 1231343 h 4059372"/>
              <a:gd name="connsiteX4" fmla="*/ 151237 w 151237"/>
              <a:gd name="connsiteY4" fmla="*/ 1826717 h 4059372"/>
              <a:gd name="connsiteX5" fmla="*/ 151237 w 151237"/>
              <a:gd name="connsiteY5" fmla="*/ 2584467 h 4059372"/>
              <a:gd name="connsiteX6" fmla="*/ 151237 w 151237"/>
              <a:gd name="connsiteY6" fmla="*/ 3301623 h 4059372"/>
              <a:gd name="connsiteX7" fmla="*/ 151237 w 151237"/>
              <a:gd name="connsiteY7" fmla="*/ 4059372 h 4059372"/>
              <a:gd name="connsiteX8" fmla="*/ 0 w 151237"/>
              <a:gd name="connsiteY8" fmla="*/ 4059372 h 4059372"/>
              <a:gd name="connsiteX9" fmla="*/ 0 w 151237"/>
              <a:gd name="connsiteY9" fmla="*/ 3423404 h 4059372"/>
              <a:gd name="connsiteX10" fmla="*/ 0 w 151237"/>
              <a:gd name="connsiteY10" fmla="*/ 2746842 h 4059372"/>
              <a:gd name="connsiteX11" fmla="*/ 0 w 151237"/>
              <a:gd name="connsiteY11" fmla="*/ 2029686 h 4059372"/>
              <a:gd name="connsiteX12" fmla="*/ 0 w 151237"/>
              <a:gd name="connsiteY12" fmla="*/ 1434311 h 4059372"/>
              <a:gd name="connsiteX13" fmla="*/ 0 w 151237"/>
              <a:gd name="connsiteY13" fmla="*/ 676562 h 4059372"/>
              <a:gd name="connsiteX14" fmla="*/ 0 w 151237"/>
              <a:gd name="connsiteY14" fmla="*/ 0 h 4059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1237" h="4059372" fill="none" extrusionOk="0">
                <a:moveTo>
                  <a:pt x="0" y="0"/>
                </a:moveTo>
                <a:cubicBezTo>
                  <a:pt x="74776" y="5965"/>
                  <a:pt x="101716" y="2384"/>
                  <a:pt x="151237" y="0"/>
                </a:cubicBezTo>
                <a:cubicBezTo>
                  <a:pt x="175374" y="164075"/>
                  <a:pt x="151399" y="363532"/>
                  <a:pt x="151237" y="554781"/>
                </a:cubicBezTo>
                <a:cubicBezTo>
                  <a:pt x="151075" y="746030"/>
                  <a:pt x="123295" y="898546"/>
                  <a:pt x="151237" y="1231343"/>
                </a:cubicBezTo>
                <a:cubicBezTo>
                  <a:pt x="179179" y="1564140"/>
                  <a:pt x="178293" y="1613160"/>
                  <a:pt x="151237" y="1826717"/>
                </a:cubicBezTo>
                <a:cubicBezTo>
                  <a:pt x="124181" y="2040274"/>
                  <a:pt x="128370" y="2255763"/>
                  <a:pt x="151237" y="2584467"/>
                </a:cubicBezTo>
                <a:cubicBezTo>
                  <a:pt x="174105" y="2913171"/>
                  <a:pt x="162608" y="2974781"/>
                  <a:pt x="151237" y="3301623"/>
                </a:cubicBezTo>
                <a:cubicBezTo>
                  <a:pt x="139866" y="3628465"/>
                  <a:pt x="144093" y="3719966"/>
                  <a:pt x="151237" y="4059372"/>
                </a:cubicBezTo>
                <a:cubicBezTo>
                  <a:pt x="120061" y="4056251"/>
                  <a:pt x="42621" y="4065686"/>
                  <a:pt x="0" y="4059372"/>
                </a:cubicBezTo>
                <a:cubicBezTo>
                  <a:pt x="-15481" y="3911155"/>
                  <a:pt x="15023" y="3639406"/>
                  <a:pt x="0" y="3423404"/>
                </a:cubicBezTo>
                <a:cubicBezTo>
                  <a:pt x="-15023" y="3207402"/>
                  <a:pt x="-23379" y="3043690"/>
                  <a:pt x="0" y="2746842"/>
                </a:cubicBezTo>
                <a:cubicBezTo>
                  <a:pt x="23379" y="2449994"/>
                  <a:pt x="27575" y="2354123"/>
                  <a:pt x="0" y="2029686"/>
                </a:cubicBezTo>
                <a:cubicBezTo>
                  <a:pt x="-27575" y="1705249"/>
                  <a:pt x="-10166" y="1595359"/>
                  <a:pt x="0" y="1434311"/>
                </a:cubicBezTo>
                <a:cubicBezTo>
                  <a:pt x="10166" y="1273264"/>
                  <a:pt x="-97" y="923463"/>
                  <a:pt x="0" y="676562"/>
                </a:cubicBezTo>
                <a:cubicBezTo>
                  <a:pt x="97" y="429661"/>
                  <a:pt x="-7427" y="254252"/>
                  <a:pt x="0" y="0"/>
                </a:cubicBezTo>
                <a:close/>
              </a:path>
              <a:path w="151237" h="4059372" stroke="0" extrusionOk="0">
                <a:moveTo>
                  <a:pt x="0" y="0"/>
                </a:moveTo>
                <a:cubicBezTo>
                  <a:pt x="47563" y="-5504"/>
                  <a:pt x="116558" y="-5965"/>
                  <a:pt x="151237" y="0"/>
                </a:cubicBezTo>
                <a:cubicBezTo>
                  <a:pt x="150266" y="292066"/>
                  <a:pt x="135834" y="445892"/>
                  <a:pt x="151237" y="595375"/>
                </a:cubicBezTo>
                <a:cubicBezTo>
                  <a:pt x="166640" y="744858"/>
                  <a:pt x="155261" y="1131633"/>
                  <a:pt x="151237" y="1353124"/>
                </a:cubicBezTo>
                <a:cubicBezTo>
                  <a:pt x="147213" y="1574615"/>
                  <a:pt x="124881" y="1873217"/>
                  <a:pt x="151237" y="2070280"/>
                </a:cubicBezTo>
                <a:cubicBezTo>
                  <a:pt x="177593" y="2267343"/>
                  <a:pt x="141605" y="2416007"/>
                  <a:pt x="151237" y="2706248"/>
                </a:cubicBezTo>
                <a:cubicBezTo>
                  <a:pt x="160869" y="2996489"/>
                  <a:pt x="154761" y="3139594"/>
                  <a:pt x="151237" y="3382810"/>
                </a:cubicBezTo>
                <a:cubicBezTo>
                  <a:pt x="147713" y="3626026"/>
                  <a:pt x="173573" y="3743457"/>
                  <a:pt x="151237" y="4059372"/>
                </a:cubicBezTo>
                <a:cubicBezTo>
                  <a:pt x="86820" y="4052778"/>
                  <a:pt x="62177" y="4063180"/>
                  <a:pt x="0" y="4059372"/>
                </a:cubicBezTo>
                <a:cubicBezTo>
                  <a:pt x="-15125" y="3887893"/>
                  <a:pt x="28676" y="3555158"/>
                  <a:pt x="0" y="3423404"/>
                </a:cubicBezTo>
                <a:cubicBezTo>
                  <a:pt x="-28676" y="3291650"/>
                  <a:pt x="-15921" y="2959829"/>
                  <a:pt x="0" y="2665654"/>
                </a:cubicBezTo>
                <a:cubicBezTo>
                  <a:pt x="15921" y="2371479"/>
                  <a:pt x="16541" y="2147529"/>
                  <a:pt x="0" y="1948499"/>
                </a:cubicBezTo>
                <a:cubicBezTo>
                  <a:pt x="-16541" y="1749469"/>
                  <a:pt x="37764" y="1480347"/>
                  <a:pt x="0" y="1190749"/>
                </a:cubicBezTo>
                <a:cubicBezTo>
                  <a:pt x="-37764" y="901151"/>
                  <a:pt x="30687" y="561833"/>
                  <a:pt x="0" y="0"/>
                </a:cubicBezTo>
                <a:close/>
              </a:path>
            </a:pathLst>
          </a:custGeom>
          <a:solidFill>
            <a:srgbClr val="595959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96987320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1" name="Rectángulo 20">
            <a:hlinkHover r:id="rId4" action="ppaction://hlinksldjump">
              <a:snd r:embed="rId3" name="coin.wav"/>
            </a:hlinkHover>
            <a:extLst>
              <a:ext uri="{FF2B5EF4-FFF2-40B4-BE49-F238E27FC236}">
                <a16:creationId xmlns:a16="http://schemas.microsoft.com/office/drawing/2014/main" id="{6E1715C5-BBC1-4668-BC78-1A53C2D146D5}"/>
              </a:ext>
            </a:extLst>
          </p:cNvPr>
          <p:cNvSpPr/>
          <p:nvPr/>
        </p:nvSpPr>
        <p:spPr>
          <a:xfrm>
            <a:off x="9282802" y="880033"/>
            <a:ext cx="890879" cy="564510"/>
          </a:xfrm>
          <a:custGeom>
            <a:avLst/>
            <a:gdLst>
              <a:gd name="connsiteX0" fmla="*/ 0 w 890879"/>
              <a:gd name="connsiteY0" fmla="*/ 0 h 564510"/>
              <a:gd name="connsiteX1" fmla="*/ 427622 w 890879"/>
              <a:gd name="connsiteY1" fmla="*/ 0 h 564510"/>
              <a:gd name="connsiteX2" fmla="*/ 890879 w 890879"/>
              <a:gd name="connsiteY2" fmla="*/ 0 h 564510"/>
              <a:gd name="connsiteX3" fmla="*/ 890879 w 890879"/>
              <a:gd name="connsiteY3" fmla="*/ 564510 h 564510"/>
              <a:gd name="connsiteX4" fmla="*/ 472166 w 890879"/>
              <a:gd name="connsiteY4" fmla="*/ 564510 h 564510"/>
              <a:gd name="connsiteX5" fmla="*/ 0 w 890879"/>
              <a:gd name="connsiteY5" fmla="*/ 564510 h 564510"/>
              <a:gd name="connsiteX6" fmla="*/ 0 w 890879"/>
              <a:gd name="connsiteY6" fmla="*/ 0 h 564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0879" h="564510" fill="none" extrusionOk="0">
                <a:moveTo>
                  <a:pt x="0" y="0"/>
                </a:moveTo>
                <a:cubicBezTo>
                  <a:pt x="113375" y="508"/>
                  <a:pt x="254694" y="-69"/>
                  <a:pt x="427622" y="0"/>
                </a:cubicBezTo>
                <a:cubicBezTo>
                  <a:pt x="600550" y="69"/>
                  <a:pt x="771790" y="22880"/>
                  <a:pt x="890879" y="0"/>
                </a:cubicBezTo>
                <a:cubicBezTo>
                  <a:pt x="864814" y="154513"/>
                  <a:pt x="901319" y="308669"/>
                  <a:pt x="890879" y="564510"/>
                </a:cubicBezTo>
                <a:cubicBezTo>
                  <a:pt x="710268" y="549185"/>
                  <a:pt x="652737" y="545187"/>
                  <a:pt x="472166" y="564510"/>
                </a:cubicBezTo>
                <a:cubicBezTo>
                  <a:pt x="291595" y="583833"/>
                  <a:pt x="140612" y="560463"/>
                  <a:pt x="0" y="564510"/>
                </a:cubicBezTo>
                <a:cubicBezTo>
                  <a:pt x="-7166" y="445545"/>
                  <a:pt x="-22445" y="132281"/>
                  <a:pt x="0" y="0"/>
                </a:cubicBezTo>
                <a:close/>
              </a:path>
              <a:path w="890879" h="564510" stroke="0" extrusionOk="0">
                <a:moveTo>
                  <a:pt x="0" y="0"/>
                </a:moveTo>
                <a:cubicBezTo>
                  <a:pt x="204455" y="-19925"/>
                  <a:pt x="236138" y="2158"/>
                  <a:pt x="427622" y="0"/>
                </a:cubicBezTo>
                <a:cubicBezTo>
                  <a:pt x="619106" y="-2158"/>
                  <a:pt x="739484" y="-20211"/>
                  <a:pt x="890879" y="0"/>
                </a:cubicBezTo>
                <a:cubicBezTo>
                  <a:pt x="874725" y="133200"/>
                  <a:pt x="897382" y="367118"/>
                  <a:pt x="890879" y="564510"/>
                </a:cubicBezTo>
                <a:cubicBezTo>
                  <a:pt x="682862" y="579696"/>
                  <a:pt x="644653" y="568086"/>
                  <a:pt x="427622" y="564510"/>
                </a:cubicBezTo>
                <a:cubicBezTo>
                  <a:pt x="210591" y="560934"/>
                  <a:pt x="171268" y="574547"/>
                  <a:pt x="0" y="564510"/>
                </a:cubicBezTo>
                <a:cubicBezTo>
                  <a:pt x="22810" y="356712"/>
                  <a:pt x="-18729" y="224008"/>
                  <a:pt x="0" y="0"/>
                </a:cubicBezTo>
                <a:close/>
              </a:path>
            </a:pathLst>
          </a:custGeom>
          <a:solidFill>
            <a:srgbClr val="FF0000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610409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2" name="Rectángulo 21">
            <a:hlinkHover r:id="rId4" action="ppaction://hlinksldjump">
              <a:snd r:embed="rId3" name="coin.wav"/>
            </a:hlinkHover>
            <a:extLst>
              <a:ext uri="{FF2B5EF4-FFF2-40B4-BE49-F238E27FC236}">
                <a16:creationId xmlns:a16="http://schemas.microsoft.com/office/drawing/2014/main" id="{6CF260C2-0A0A-4C80-8E01-CEA820A804AC}"/>
              </a:ext>
            </a:extLst>
          </p:cNvPr>
          <p:cNvSpPr/>
          <p:nvPr/>
        </p:nvSpPr>
        <p:spPr>
          <a:xfrm>
            <a:off x="9313769" y="1923410"/>
            <a:ext cx="890879" cy="564510"/>
          </a:xfrm>
          <a:custGeom>
            <a:avLst/>
            <a:gdLst>
              <a:gd name="connsiteX0" fmla="*/ 0 w 890879"/>
              <a:gd name="connsiteY0" fmla="*/ 0 h 564510"/>
              <a:gd name="connsiteX1" fmla="*/ 463257 w 890879"/>
              <a:gd name="connsiteY1" fmla="*/ 0 h 564510"/>
              <a:gd name="connsiteX2" fmla="*/ 890879 w 890879"/>
              <a:gd name="connsiteY2" fmla="*/ 0 h 564510"/>
              <a:gd name="connsiteX3" fmla="*/ 890879 w 890879"/>
              <a:gd name="connsiteY3" fmla="*/ 564510 h 564510"/>
              <a:gd name="connsiteX4" fmla="*/ 454348 w 890879"/>
              <a:gd name="connsiteY4" fmla="*/ 564510 h 564510"/>
              <a:gd name="connsiteX5" fmla="*/ 0 w 890879"/>
              <a:gd name="connsiteY5" fmla="*/ 564510 h 564510"/>
              <a:gd name="connsiteX6" fmla="*/ 0 w 890879"/>
              <a:gd name="connsiteY6" fmla="*/ 0 h 564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0879" h="564510" fill="none" extrusionOk="0">
                <a:moveTo>
                  <a:pt x="0" y="0"/>
                </a:moveTo>
                <a:cubicBezTo>
                  <a:pt x="142114" y="20284"/>
                  <a:pt x="251953" y="8168"/>
                  <a:pt x="463257" y="0"/>
                </a:cubicBezTo>
                <a:cubicBezTo>
                  <a:pt x="674561" y="-8168"/>
                  <a:pt x="787782" y="-20898"/>
                  <a:pt x="890879" y="0"/>
                </a:cubicBezTo>
                <a:cubicBezTo>
                  <a:pt x="887703" y="266984"/>
                  <a:pt x="872767" y="409758"/>
                  <a:pt x="890879" y="564510"/>
                </a:cubicBezTo>
                <a:cubicBezTo>
                  <a:pt x="777691" y="577284"/>
                  <a:pt x="629105" y="548182"/>
                  <a:pt x="454348" y="564510"/>
                </a:cubicBezTo>
                <a:cubicBezTo>
                  <a:pt x="279591" y="580838"/>
                  <a:pt x="155515" y="558361"/>
                  <a:pt x="0" y="564510"/>
                </a:cubicBezTo>
                <a:cubicBezTo>
                  <a:pt x="-9248" y="288126"/>
                  <a:pt x="-10312" y="221364"/>
                  <a:pt x="0" y="0"/>
                </a:cubicBezTo>
                <a:close/>
              </a:path>
              <a:path w="890879" h="564510" stroke="0" extrusionOk="0">
                <a:moveTo>
                  <a:pt x="0" y="0"/>
                </a:moveTo>
                <a:cubicBezTo>
                  <a:pt x="146463" y="4188"/>
                  <a:pt x="278207" y="-6781"/>
                  <a:pt x="427622" y="0"/>
                </a:cubicBezTo>
                <a:cubicBezTo>
                  <a:pt x="577037" y="6781"/>
                  <a:pt x="664806" y="16457"/>
                  <a:pt x="890879" y="0"/>
                </a:cubicBezTo>
                <a:cubicBezTo>
                  <a:pt x="884355" y="178000"/>
                  <a:pt x="904834" y="339899"/>
                  <a:pt x="890879" y="564510"/>
                </a:cubicBezTo>
                <a:cubicBezTo>
                  <a:pt x="728485" y="577161"/>
                  <a:pt x="525648" y="563094"/>
                  <a:pt x="427622" y="564510"/>
                </a:cubicBezTo>
                <a:cubicBezTo>
                  <a:pt x="329596" y="565926"/>
                  <a:pt x="150723" y="567863"/>
                  <a:pt x="0" y="564510"/>
                </a:cubicBezTo>
                <a:cubicBezTo>
                  <a:pt x="-18635" y="340303"/>
                  <a:pt x="17057" y="125957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415167819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>
              <a:solidFill>
                <a:srgbClr val="FF0000"/>
              </a:solidFill>
              <a:highlight>
                <a:srgbClr val="4472C4"/>
              </a:highlight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5F4C1C8-6281-452A-9C8E-477F3DC8014D}"/>
              </a:ext>
            </a:extLst>
          </p:cNvPr>
          <p:cNvSpPr txBox="1"/>
          <p:nvPr/>
        </p:nvSpPr>
        <p:spPr>
          <a:xfrm>
            <a:off x="6473287" y="332538"/>
            <a:ext cx="21432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VE" sz="3200" dirty="0">
              <a:solidFill>
                <a:srgbClr val="5959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r>
              <a:rPr lang="es-US" sz="3200" dirty="0">
                <a:solidFill>
                  <a:srgbClr val="5959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- Meta 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14B2801-7A07-4F9F-A767-B46AEA948D88}"/>
              </a:ext>
            </a:extLst>
          </p:cNvPr>
          <p:cNvSpPr txBox="1"/>
          <p:nvPr/>
        </p:nvSpPr>
        <p:spPr>
          <a:xfrm>
            <a:off x="6473287" y="1441267"/>
            <a:ext cx="21432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VE" sz="3200" dirty="0">
              <a:solidFill>
                <a:srgbClr val="5959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r>
              <a:rPr lang="es-US" sz="3200" dirty="0">
                <a:solidFill>
                  <a:srgbClr val="5959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- </a:t>
            </a:r>
            <a:r>
              <a:rPr lang="es-US" sz="3200" dirty="0" err="1">
                <a:solidFill>
                  <a:srgbClr val="5959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Enemy</a:t>
            </a:r>
            <a:r>
              <a:rPr lang="es-US" sz="3200" dirty="0">
                <a:solidFill>
                  <a:srgbClr val="5959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6B132D8-56D0-4AD0-A4A5-2343467BE8C7}"/>
              </a:ext>
            </a:extLst>
          </p:cNvPr>
          <p:cNvSpPr txBox="1"/>
          <p:nvPr/>
        </p:nvSpPr>
        <p:spPr>
          <a:xfrm>
            <a:off x="6473287" y="2535854"/>
            <a:ext cx="21432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VE" sz="3200" dirty="0">
              <a:solidFill>
                <a:srgbClr val="5959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r>
              <a:rPr lang="es-VE" sz="3200" dirty="0">
                <a:solidFill>
                  <a:srgbClr val="5959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- Niveles</a:t>
            </a:r>
            <a:r>
              <a:rPr lang="es-US" sz="3200" dirty="0">
                <a:solidFill>
                  <a:srgbClr val="5959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49AB36F-F36E-4B6E-91E2-A48D5A37A251}"/>
              </a:ext>
            </a:extLst>
          </p:cNvPr>
          <p:cNvSpPr txBox="1"/>
          <p:nvPr/>
        </p:nvSpPr>
        <p:spPr>
          <a:xfrm>
            <a:off x="6473286" y="3555225"/>
            <a:ext cx="21432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VE" sz="3200" dirty="0">
              <a:solidFill>
                <a:srgbClr val="5959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r>
              <a:rPr lang="es-VE" sz="3200" dirty="0">
                <a:solidFill>
                  <a:srgbClr val="5959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- Boss</a:t>
            </a:r>
            <a:r>
              <a:rPr lang="es-US" sz="3200" dirty="0">
                <a:solidFill>
                  <a:srgbClr val="5959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D0F4580-2D87-47DB-9B0A-97300D4046A0}"/>
              </a:ext>
            </a:extLst>
          </p:cNvPr>
          <p:cNvSpPr txBox="1"/>
          <p:nvPr/>
        </p:nvSpPr>
        <p:spPr>
          <a:xfrm>
            <a:off x="8708487" y="2535854"/>
            <a:ext cx="21432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VE" sz="3200" dirty="0">
              <a:solidFill>
                <a:srgbClr val="5959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s-VE" sz="3200" dirty="0">
                <a:solidFill>
                  <a:srgbClr val="5959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8</a:t>
            </a:r>
            <a:endParaRPr lang="es-US" sz="3200" dirty="0">
              <a:solidFill>
                <a:srgbClr val="5959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222EBDB-37B6-4817-BC2E-59D39F64B5F9}"/>
              </a:ext>
            </a:extLst>
          </p:cNvPr>
          <p:cNvSpPr txBox="1"/>
          <p:nvPr/>
        </p:nvSpPr>
        <p:spPr>
          <a:xfrm>
            <a:off x="8708487" y="3602654"/>
            <a:ext cx="21432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VE" sz="3200" dirty="0">
              <a:solidFill>
                <a:srgbClr val="5959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s-VE" sz="3200" dirty="0">
                <a:solidFill>
                  <a:srgbClr val="5959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</a:t>
            </a:r>
            <a:endParaRPr lang="es-US" sz="3200" dirty="0">
              <a:solidFill>
                <a:srgbClr val="5959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42" name="Forma libre: forma 41">
            <a:extLst>
              <a:ext uri="{FF2B5EF4-FFF2-40B4-BE49-F238E27FC236}">
                <a16:creationId xmlns:a16="http://schemas.microsoft.com/office/drawing/2014/main" id="{1B09DBA4-218D-42AB-8CC7-5C4B15CA3EEC}"/>
              </a:ext>
            </a:extLst>
          </p:cNvPr>
          <p:cNvSpPr/>
          <p:nvPr/>
        </p:nvSpPr>
        <p:spPr>
          <a:xfrm rot="16200000">
            <a:off x="781606" y="567116"/>
            <a:ext cx="4059371" cy="4059371"/>
          </a:xfrm>
          <a:custGeom>
            <a:avLst/>
            <a:gdLst>
              <a:gd name="connsiteX0" fmla="*/ 2508925 w 8343900"/>
              <a:gd name="connsiteY0" fmla="*/ 5552743 h 8343899"/>
              <a:gd name="connsiteX1" fmla="*/ 2272572 w 8343900"/>
              <a:gd name="connsiteY1" fmla="*/ 5765038 h 8343899"/>
              <a:gd name="connsiteX2" fmla="*/ 2267402 w 8343900"/>
              <a:gd name="connsiteY2" fmla="*/ 5759350 h 8343899"/>
              <a:gd name="connsiteX3" fmla="*/ 1936535 w 8343900"/>
              <a:gd name="connsiteY3" fmla="*/ 5234434 h 8343899"/>
              <a:gd name="connsiteX4" fmla="*/ 1936318 w 8343900"/>
              <a:gd name="connsiteY4" fmla="*/ 5233951 h 8343899"/>
              <a:gd name="connsiteX5" fmla="*/ 1916330 w 8343900"/>
              <a:gd name="connsiteY5" fmla="*/ 5202203 h 8343899"/>
              <a:gd name="connsiteX6" fmla="*/ 1723581 w 8343900"/>
              <a:gd name="connsiteY6" fmla="*/ 4758953 h 8343899"/>
              <a:gd name="connsiteX7" fmla="*/ 1700160 w 8343900"/>
              <a:gd name="connsiteY7" fmla="*/ 4639307 h 8343899"/>
              <a:gd name="connsiteX8" fmla="*/ 1681217 w 8343900"/>
              <a:gd name="connsiteY8" fmla="*/ 4636614 h 8343899"/>
              <a:gd name="connsiteX9" fmla="*/ 1408176 w 8343900"/>
              <a:gd name="connsiteY9" fmla="*/ 4565141 h 8343899"/>
              <a:gd name="connsiteX10" fmla="*/ 1405685 w 8343900"/>
              <a:gd name="connsiteY10" fmla="*/ 4563829 h 8343899"/>
              <a:gd name="connsiteX11" fmla="*/ 1388618 w 8343900"/>
              <a:gd name="connsiteY11" fmla="*/ 4559680 h 8343899"/>
              <a:gd name="connsiteX12" fmla="*/ 958342 w 8343900"/>
              <a:gd name="connsiteY12" fmla="*/ 4439538 h 8343899"/>
              <a:gd name="connsiteX13" fmla="*/ 956990 w 8343900"/>
              <a:gd name="connsiteY13" fmla="*/ 4438865 h 8343899"/>
              <a:gd name="connsiteX14" fmla="*/ 938784 w 8343900"/>
              <a:gd name="connsiteY14" fmla="*/ 4434077 h 8343899"/>
              <a:gd name="connsiteX15" fmla="*/ 574054 w 8343900"/>
              <a:gd name="connsiteY15" fmla="*/ 4338287 h 8343899"/>
              <a:gd name="connsiteX16" fmla="*/ 569594 w 8343900"/>
              <a:gd name="connsiteY16" fmla="*/ 4336630 h 8343899"/>
              <a:gd name="connsiteX17" fmla="*/ 559976 w 8343900"/>
              <a:gd name="connsiteY17" fmla="*/ 4335108 h 8343899"/>
              <a:gd name="connsiteX18" fmla="*/ 430276 w 8343900"/>
              <a:gd name="connsiteY18" fmla="*/ 4292091 h 8343899"/>
              <a:gd name="connsiteX19" fmla="*/ 399198 w 8343900"/>
              <a:gd name="connsiteY19" fmla="*/ 4278986 h 8343899"/>
              <a:gd name="connsiteX20" fmla="*/ 379284 w 8343900"/>
              <a:gd name="connsiteY20" fmla="*/ 4273593 h 8343899"/>
              <a:gd name="connsiteX21" fmla="*/ 0 w 8343900"/>
              <a:gd name="connsiteY21" fmla="*/ 4171949 h 8343899"/>
              <a:gd name="connsiteX22" fmla="*/ 445899 w 8343900"/>
              <a:gd name="connsiteY22" fmla="*/ 4038469 h 8343899"/>
              <a:gd name="connsiteX23" fmla="*/ 451472 w 8343900"/>
              <a:gd name="connsiteY23" fmla="*/ 4037521 h 8343899"/>
              <a:gd name="connsiteX24" fmla="*/ 487456 w 8343900"/>
              <a:gd name="connsiteY24" fmla="*/ 4027058 h 8343899"/>
              <a:gd name="connsiteX25" fmla="*/ 547624 w 8343900"/>
              <a:gd name="connsiteY25" fmla="*/ 4019041 h 8343899"/>
              <a:gd name="connsiteX26" fmla="*/ 578247 w 8343900"/>
              <a:gd name="connsiteY26" fmla="*/ 4014912 h 8343899"/>
              <a:gd name="connsiteX27" fmla="*/ 613424 w 8343900"/>
              <a:gd name="connsiteY27" fmla="*/ 4008189 h 8343899"/>
              <a:gd name="connsiteX28" fmla="*/ 678814 w 8343900"/>
              <a:gd name="connsiteY28" fmla="*/ 3989844 h 8343899"/>
              <a:gd name="connsiteX29" fmla="*/ 786325 w 8343900"/>
              <a:gd name="connsiteY29" fmla="*/ 3946056 h 8343899"/>
              <a:gd name="connsiteX30" fmla="*/ 958697 w 8343900"/>
              <a:gd name="connsiteY30" fmla="*/ 3889792 h 8343899"/>
              <a:gd name="connsiteX31" fmla="*/ 968208 w 8343900"/>
              <a:gd name="connsiteY31" fmla="*/ 3889496 h 8343899"/>
              <a:gd name="connsiteX32" fmla="*/ 975763 w 8343900"/>
              <a:gd name="connsiteY32" fmla="*/ 3887856 h 8343899"/>
              <a:gd name="connsiteX33" fmla="*/ 1017016 w 8343900"/>
              <a:gd name="connsiteY33" fmla="*/ 3887977 h 8343899"/>
              <a:gd name="connsiteX34" fmla="*/ 1060711 w 8343900"/>
              <a:gd name="connsiteY34" fmla="*/ 3887394 h 8343899"/>
              <a:gd name="connsiteX35" fmla="*/ 1096790 w 8343900"/>
              <a:gd name="connsiteY35" fmla="*/ 3879287 h 8343899"/>
              <a:gd name="connsiteX36" fmla="*/ 1368555 w 8343900"/>
              <a:gd name="connsiteY36" fmla="*/ 3780472 h 8343899"/>
              <a:gd name="connsiteX37" fmla="*/ 1436702 w 8343900"/>
              <a:gd name="connsiteY37" fmla="*/ 3769535 h 8343899"/>
              <a:gd name="connsiteX38" fmla="*/ 1486408 w 8343900"/>
              <a:gd name="connsiteY38" fmla="*/ 3756913 h 8343899"/>
              <a:gd name="connsiteX39" fmla="*/ 1635389 w 8343900"/>
              <a:gd name="connsiteY39" fmla="*/ 3724422 h 8343899"/>
              <a:gd name="connsiteX40" fmla="*/ 1717550 w 8343900"/>
              <a:gd name="connsiteY40" fmla="*/ 3697995 h 8343899"/>
              <a:gd name="connsiteX41" fmla="*/ 1726913 w 8343900"/>
              <a:gd name="connsiteY41" fmla="*/ 3627373 h 8343899"/>
              <a:gd name="connsiteX42" fmla="*/ 2123741 w 8343900"/>
              <a:gd name="connsiteY42" fmla="*/ 2776664 h 8343899"/>
              <a:gd name="connsiteX43" fmla="*/ 2144315 w 8343900"/>
              <a:gd name="connsiteY43" fmla="*/ 2747424 h 8343899"/>
              <a:gd name="connsiteX44" fmla="*/ 2152613 w 8343900"/>
              <a:gd name="connsiteY44" fmla="*/ 2738869 h 8343899"/>
              <a:gd name="connsiteX45" fmla="*/ 2171563 w 8343900"/>
              <a:gd name="connsiteY45" fmla="*/ 2712711 h 8343899"/>
              <a:gd name="connsiteX46" fmla="*/ 2387669 w 8343900"/>
              <a:gd name="connsiteY46" fmla="*/ 2953307 h 8343899"/>
              <a:gd name="connsiteX47" fmla="*/ 2387016 w 8343900"/>
              <a:gd name="connsiteY47" fmla="*/ 2954181 h 8343899"/>
              <a:gd name="connsiteX48" fmla="*/ 2019573 w 8343900"/>
              <a:gd name="connsiteY48" fmla="*/ 3874432 h 8343899"/>
              <a:gd name="connsiteX49" fmla="*/ 2009289 w 8343900"/>
              <a:gd name="connsiteY49" fmla="*/ 3999744 h 8343899"/>
              <a:gd name="connsiteX50" fmla="*/ 2015040 w 8343900"/>
              <a:gd name="connsiteY50" fmla="*/ 4171949 h 8343899"/>
              <a:gd name="connsiteX51" fmla="*/ 2079216 w 8343900"/>
              <a:gd name="connsiteY51" fmla="*/ 4694456 h 8343899"/>
              <a:gd name="connsiteX52" fmla="*/ 2113405 w 8343900"/>
              <a:gd name="connsiteY52" fmla="*/ 4824773 h 8343899"/>
              <a:gd name="connsiteX53" fmla="*/ 2164255 w 8343900"/>
              <a:gd name="connsiteY53" fmla="*/ 4969557 h 8343899"/>
              <a:gd name="connsiteX54" fmla="*/ 2387016 w 8343900"/>
              <a:gd name="connsiteY54" fmla="*/ 5389718 h 8343899"/>
              <a:gd name="connsiteX55" fmla="*/ 2458218 w 8343900"/>
              <a:gd name="connsiteY55" fmla="*/ 5486855 h 8343899"/>
              <a:gd name="connsiteX56" fmla="*/ 2476572 w 8343900"/>
              <a:gd name="connsiteY56" fmla="*/ 5515960 h 8343899"/>
              <a:gd name="connsiteX57" fmla="*/ 5428320 w 8343900"/>
              <a:gd name="connsiteY57" fmla="*/ 6338534 h 8343899"/>
              <a:gd name="connsiteX58" fmla="*/ 5407306 w 8343900"/>
              <a:gd name="connsiteY58" fmla="*/ 6352132 h 8343899"/>
              <a:gd name="connsiteX59" fmla="*/ 5405314 w 8343900"/>
              <a:gd name="connsiteY59" fmla="*/ 6353276 h 8343899"/>
              <a:gd name="connsiteX60" fmla="*/ 5403585 w 8343900"/>
              <a:gd name="connsiteY60" fmla="*/ 6354383 h 8343899"/>
              <a:gd name="connsiteX61" fmla="*/ 5382617 w 8343900"/>
              <a:gd name="connsiteY61" fmla="*/ 6366300 h 8343899"/>
              <a:gd name="connsiteX62" fmla="*/ 5119392 w 8343900"/>
              <a:gd name="connsiteY62" fmla="*/ 6497275 h 8343899"/>
              <a:gd name="connsiteX63" fmla="*/ 5077545 w 8343900"/>
              <a:gd name="connsiteY63" fmla="*/ 6510439 h 8343899"/>
              <a:gd name="connsiteX64" fmla="*/ 4974576 w 8343900"/>
              <a:gd name="connsiteY64" fmla="*/ 6550659 h 8343899"/>
              <a:gd name="connsiteX65" fmla="*/ 4790460 w 8343900"/>
              <a:gd name="connsiteY65" fmla="*/ 6607703 h 8343899"/>
              <a:gd name="connsiteX66" fmla="*/ 4656817 w 8343900"/>
              <a:gd name="connsiteY66" fmla="*/ 6636019 h 8343899"/>
              <a:gd name="connsiteX67" fmla="*/ 4647619 w 8343900"/>
              <a:gd name="connsiteY67" fmla="*/ 6659962 h 8343899"/>
              <a:gd name="connsiteX68" fmla="*/ 4611480 w 8343900"/>
              <a:gd name="connsiteY68" fmla="*/ 6744255 h 8343899"/>
              <a:gd name="connsiteX69" fmla="*/ 4586986 w 8343900"/>
              <a:gd name="connsiteY69" fmla="*/ 6857491 h 8343899"/>
              <a:gd name="connsiteX70" fmla="*/ 4466844 w 8343900"/>
              <a:gd name="connsiteY70" fmla="*/ 7287767 h 8343899"/>
              <a:gd name="connsiteX71" fmla="*/ 4438300 w 8343900"/>
              <a:gd name="connsiteY71" fmla="*/ 7403764 h 8343899"/>
              <a:gd name="connsiteX72" fmla="*/ 4434109 w 8343900"/>
              <a:gd name="connsiteY72" fmla="*/ 7465387 h 8343899"/>
              <a:gd name="connsiteX73" fmla="*/ 4380545 w 8343900"/>
              <a:gd name="connsiteY73" fmla="*/ 7617112 h 8343899"/>
              <a:gd name="connsiteX74" fmla="*/ 4366681 w 8343900"/>
              <a:gd name="connsiteY74" fmla="*/ 7645751 h 8343899"/>
              <a:gd name="connsiteX75" fmla="*/ 4359613 w 8343900"/>
              <a:gd name="connsiteY75" fmla="*/ 7668581 h 8343899"/>
              <a:gd name="connsiteX76" fmla="*/ 4335780 w 8343900"/>
              <a:gd name="connsiteY76" fmla="*/ 7757159 h 8343899"/>
              <a:gd name="connsiteX77" fmla="*/ 4323364 w 8343900"/>
              <a:gd name="connsiteY77" fmla="*/ 7798395 h 8343899"/>
              <a:gd name="connsiteX78" fmla="*/ 4316180 w 8343900"/>
              <a:gd name="connsiteY78" fmla="*/ 7816433 h 8343899"/>
              <a:gd name="connsiteX79" fmla="*/ 4313936 w 8343900"/>
              <a:gd name="connsiteY79" fmla="*/ 7835391 h 8343899"/>
              <a:gd name="connsiteX80" fmla="*/ 4171950 w 8343900"/>
              <a:gd name="connsiteY80" fmla="*/ 8343899 h 8343899"/>
              <a:gd name="connsiteX81" fmla="*/ 4116729 w 8343900"/>
              <a:gd name="connsiteY81" fmla="*/ 8137901 h 8343899"/>
              <a:gd name="connsiteX82" fmla="*/ 4097180 w 8343900"/>
              <a:gd name="connsiteY82" fmla="*/ 8033229 h 8343899"/>
              <a:gd name="connsiteX83" fmla="*/ 4093643 w 8343900"/>
              <a:gd name="connsiteY83" fmla="*/ 8019015 h 8343899"/>
              <a:gd name="connsiteX84" fmla="*/ 4076217 w 8343900"/>
              <a:gd name="connsiteY84" fmla="*/ 7963233 h 8343899"/>
              <a:gd name="connsiteX85" fmla="*/ 4046347 w 8343900"/>
              <a:gd name="connsiteY85" fmla="*/ 7894065 h 8343899"/>
              <a:gd name="connsiteX86" fmla="*/ 3928625 w 8343900"/>
              <a:gd name="connsiteY86" fmla="*/ 7463792 h 8343899"/>
              <a:gd name="connsiteX87" fmla="*/ 3913593 w 8343900"/>
              <a:gd name="connsiteY87" fmla="*/ 7415325 h 8343899"/>
              <a:gd name="connsiteX88" fmla="*/ 3909822 w 8343900"/>
              <a:gd name="connsiteY88" fmla="*/ 7405115 h 8343899"/>
              <a:gd name="connsiteX89" fmla="*/ 3784219 w 8343900"/>
              <a:gd name="connsiteY89" fmla="*/ 6955281 h 8343899"/>
              <a:gd name="connsiteX90" fmla="*/ 3772927 w 8343900"/>
              <a:gd name="connsiteY90" fmla="*/ 6915381 h 8343899"/>
              <a:gd name="connsiteX91" fmla="*/ 3724695 w 8343900"/>
              <a:gd name="connsiteY91" fmla="*/ 6813267 h 8343899"/>
              <a:gd name="connsiteX92" fmla="*/ 3698209 w 8343900"/>
              <a:gd name="connsiteY92" fmla="*/ 6714540 h 8343899"/>
              <a:gd name="connsiteX93" fmla="*/ 3679421 w 8343900"/>
              <a:gd name="connsiteY93" fmla="*/ 6623862 h 8343899"/>
              <a:gd name="connsiteX94" fmla="*/ 3509568 w 8343900"/>
              <a:gd name="connsiteY94" fmla="*/ 6588944 h 8343899"/>
              <a:gd name="connsiteX95" fmla="*/ 2605688 w 8343900"/>
              <a:gd name="connsiteY95" fmla="*/ 6097637 h 8343899"/>
              <a:gd name="connsiteX96" fmla="*/ 2567800 w 8343900"/>
              <a:gd name="connsiteY96" fmla="*/ 6063201 h 8343899"/>
              <a:gd name="connsiteX97" fmla="*/ 2804952 w 8343900"/>
              <a:gd name="connsiteY97" fmla="*/ 5850188 h 8343899"/>
              <a:gd name="connsiteX98" fmla="*/ 2807648 w 8343900"/>
              <a:gd name="connsiteY98" fmla="*/ 5852638 h 8343899"/>
              <a:gd name="connsiteX99" fmla="*/ 4193090 w 8343900"/>
              <a:gd name="connsiteY99" fmla="*/ 6349999 h 8343899"/>
              <a:gd name="connsiteX100" fmla="*/ 4432426 w 8343900"/>
              <a:gd name="connsiteY100" fmla="*/ 6326107 h 8343899"/>
              <a:gd name="connsiteX101" fmla="*/ 4555818 w 8343900"/>
              <a:gd name="connsiteY101" fmla="*/ 6311703 h 8343899"/>
              <a:gd name="connsiteX102" fmla="*/ 4666440 w 8343900"/>
              <a:gd name="connsiteY102" fmla="*/ 6295516 h 8343899"/>
              <a:gd name="connsiteX103" fmla="*/ 5040885 w 8343900"/>
              <a:gd name="connsiteY103" fmla="*/ 6178837 h 8343899"/>
              <a:gd name="connsiteX104" fmla="*/ 5088910 w 8343900"/>
              <a:gd name="connsiteY104" fmla="*/ 6154465 h 8343899"/>
              <a:gd name="connsiteX105" fmla="*/ 5117464 w 8343900"/>
              <a:gd name="connsiteY105" fmla="*/ 6144139 h 8343899"/>
              <a:gd name="connsiteX106" fmla="*/ 5136394 w 8343900"/>
              <a:gd name="connsiteY106" fmla="*/ 6137029 h 8343899"/>
              <a:gd name="connsiteX107" fmla="*/ 5156919 w 8343900"/>
              <a:gd name="connsiteY107" fmla="*/ 6128760 h 8343899"/>
              <a:gd name="connsiteX108" fmla="*/ 5169818 w 8343900"/>
              <a:gd name="connsiteY108" fmla="*/ 6123384 h 8343899"/>
              <a:gd name="connsiteX109" fmla="*/ 5211189 w 8343900"/>
              <a:gd name="connsiteY109" fmla="*/ 6096797 h 8343899"/>
              <a:gd name="connsiteX110" fmla="*/ 5327107 w 8343900"/>
              <a:gd name="connsiteY110" fmla="*/ 6232305 h 8343899"/>
              <a:gd name="connsiteX111" fmla="*/ 5332670 w 8343900"/>
              <a:gd name="connsiteY111" fmla="*/ 6239472 h 8343899"/>
              <a:gd name="connsiteX112" fmla="*/ 5377121 w 8343900"/>
              <a:gd name="connsiteY112" fmla="*/ 6292920 h 8343899"/>
              <a:gd name="connsiteX113" fmla="*/ 5428320 w 8343900"/>
              <a:gd name="connsiteY113" fmla="*/ 6338534 h 8343899"/>
              <a:gd name="connsiteX114" fmla="*/ 5981566 w 8343900"/>
              <a:gd name="connsiteY114" fmla="*/ 2433577 h 8343899"/>
              <a:gd name="connsiteX115" fmla="*/ 5745625 w 8343900"/>
              <a:gd name="connsiteY115" fmla="*/ 2645502 h 8343899"/>
              <a:gd name="connsiteX116" fmla="*/ 5733204 w 8343900"/>
              <a:gd name="connsiteY116" fmla="*/ 2631835 h 8343899"/>
              <a:gd name="connsiteX117" fmla="*/ 4854552 w 8343900"/>
              <a:gd name="connsiteY117" fmla="*/ 2120330 h 8343899"/>
              <a:gd name="connsiteX118" fmla="*/ 4701462 w 8343900"/>
              <a:gd name="connsiteY118" fmla="*/ 2072196 h 8343899"/>
              <a:gd name="connsiteX119" fmla="*/ 4671369 w 8343900"/>
              <a:gd name="connsiteY119" fmla="*/ 2064494 h 8343899"/>
              <a:gd name="connsiteX120" fmla="*/ 4193090 w 8343900"/>
              <a:gd name="connsiteY120" fmla="*/ 1993900 h 8343899"/>
              <a:gd name="connsiteX121" fmla="*/ 3480529 w 8343900"/>
              <a:gd name="connsiteY121" fmla="*/ 2125211 h 8343899"/>
              <a:gd name="connsiteX122" fmla="*/ 3323124 w 8343900"/>
              <a:gd name="connsiteY122" fmla="*/ 2175377 h 8343899"/>
              <a:gd name="connsiteX123" fmla="*/ 3169267 w 8343900"/>
              <a:gd name="connsiteY123" fmla="*/ 2253258 h 8343899"/>
              <a:gd name="connsiteX124" fmla="*/ 2807648 w 8343900"/>
              <a:gd name="connsiteY124" fmla="*/ 2491260 h 8343899"/>
              <a:gd name="connsiteX125" fmla="*/ 2658087 w 8343900"/>
              <a:gd name="connsiteY125" fmla="*/ 2627190 h 8343899"/>
              <a:gd name="connsiteX126" fmla="*/ 2598337 w 8343900"/>
              <a:gd name="connsiteY126" fmla="*/ 2567361 h 8343899"/>
              <a:gd name="connsiteX127" fmla="*/ 2580219 w 8343900"/>
              <a:gd name="connsiteY127" fmla="*/ 2540834 h 8343899"/>
              <a:gd name="connsiteX128" fmla="*/ 2534335 w 8343900"/>
              <a:gd name="connsiteY128" fmla="*/ 2489658 h 8343899"/>
              <a:gd name="connsiteX129" fmla="*/ 2446162 w 8343900"/>
              <a:gd name="connsiteY129" fmla="*/ 2391249 h 8343899"/>
              <a:gd name="connsiteX130" fmla="*/ 2527329 w 8343900"/>
              <a:gd name="connsiteY130" fmla="*/ 2314144 h 8343899"/>
              <a:gd name="connsiteX131" fmla="*/ 2556975 w 8343900"/>
              <a:gd name="connsiteY131" fmla="*/ 2293161 h 8343899"/>
              <a:gd name="connsiteX132" fmla="*/ 2564239 w 8343900"/>
              <a:gd name="connsiteY132" fmla="*/ 2286993 h 8343899"/>
              <a:gd name="connsiteX133" fmla="*/ 2605688 w 8343900"/>
              <a:gd name="connsiteY133" fmla="*/ 2246262 h 8343899"/>
              <a:gd name="connsiteX134" fmla="*/ 3509491 w 8343900"/>
              <a:gd name="connsiteY134" fmla="*/ 1711056 h 8343899"/>
              <a:gd name="connsiteX135" fmla="*/ 3680797 w 8343900"/>
              <a:gd name="connsiteY135" fmla="*/ 1688855 h 8343899"/>
              <a:gd name="connsiteX136" fmla="*/ 3720628 w 8343900"/>
              <a:gd name="connsiteY136" fmla="*/ 1588237 h 8343899"/>
              <a:gd name="connsiteX137" fmla="*/ 3772562 w 8343900"/>
              <a:gd name="connsiteY137" fmla="*/ 1429972 h 8343899"/>
              <a:gd name="connsiteX138" fmla="*/ 3789304 w 8343900"/>
              <a:gd name="connsiteY138" fmla="*/ 1368625 h 8343899"/>
              <a:gd name="connsiteX139" fmla="*/ 3812099 w 8343900"/>
              <a:gd name="connsiteY139" fmla="*/ 1284448 h 8343899"/>
              <a:gd name="connsiteX140" fmla="*/ 3866366 w 8343900"/>
              <a:gd name="connsiteY140" fmla="*/ 1096750 h 8343899"/>
              <a:gd name="connsiteX141" fmla="*/ 3887792 w 8343900"/>
              <a:gd name="connsiteY141" fmla="*/ 1018169 h 8343899"/>
              <a:gd name="connsiteX142" fmla="*/ 3887978 w 8343900"/>
              <a:gd name="connsiteY142" fmla="*/ 1017016 h 8343899"/>
              <a:gd name="connsiteX143" fmla="*/ 4019042 w 8343900"/>
              <a:gd name="connsiteY143" fmla="*/ 547623 h 8343899"/>
              <a:gd name="connsiteX144" fmla="*/ 4027067 w 8343900"/>
              <a:gd name="connsiteY144" fmla="*/ 512261 h 8343899"/>
              <a:gd name="connsiteX145" fmla="*/ 4034169 w 8343900"/>
              <a:gd name="connsiteY145" fmla="*/ 468481 h 8343899"/>
              <a:gd name="connsiteX146" fmla="*/ 4171950 w 8343900"/>
              <a:gd name="connsiteY146" fmla="*/ 0 h 8343899"/>
              <a:gd name="connsiteX147" fmla="*/ 4313936 w 8343900"/>
              <a:gd name="connsiteY147" fmla="*/ 508508 h 8343899"/>
              <a:gd name="connsiteX148" fmla="*/ 4319816 w 8343900"/>
              <a:gd name="connsiteY148" fmla="*/ 528921 h 8343899"/>
              <a:gd name="connsiteX149" fmla="*/ 4348204 w 8343900"/>
              <a:gd name="connsiteY149" fmla="*/ 586816 h 8343899"/>
              <a:gd name="connsiteX150" fmla="*/ 4387925 w 8343900"/>
              <a:gd name="connsiteY150" fmla="*/ 787266 h 8343899"/>
              <a:gd name="connsiteX151" fmla="*/ 4400935 w 8343900"/>
              <a:gd name="connsiteY151" fmla="*/ 865567 h 8343899"/>
              <a:gd name="connsiteX152" fmla="*/ 4410526 w 8343900"/>
              <a:gd name="connsiteY152" fmla="*/ 891030 h 8343899"/>
              <a:gd name="connsiteX153" fmla="*/ 4434078 w 8343900"/>
              <a:gd name="connsiteY153" fmla="*/ 938783 h 8343899"/>
              <a:gd name="connsiteX154" fmla="*/ 4473233 w 8343900"/>
              <a:gd name="connsiteY154" fmla="*/ 1050442 h 8343899"/>
              <a:gd name="connsiteX155" fmla="*/ 4475441 w 8343900"/>
              <a:gd name="connsiteY155" fmla="*/ 1063864 h 8343899"/>
              <a:gd name="connsiteX156" fmla="*/ 4493127 w 8343900"/>
              <a:gd name="connsiteY156" fmla="*/ 1098197 h 8343899"/>
              <a:gd name="connsiteX157" fmla="*/ 4516297 w 8343900"/>
              <a:gd name="connsiteY157" fmla="*/ 1180377 h 8343899"/>
              <a:gd name="connsiteX158" fmla="*/ 4554145 w 8343900"/>
              <a:gd name="connsiteY158" fmla="*/ 1395110 h 8343899"/>
              <a:gd name="connsiteX159" fmla="*/ 4570603 w 8343900"/>
              <a:gd name="connsiteY159" fmla="*/ 1427734 h 8343899"/>
              <a:gd name="connsiteX160" fmla="*/ 4631091 w 8343900"/>
              <a:gd name="connsiteY160" fmla="*/ 1617935 h 8343899"/>
              <a:gd name="connsiteX161" fmla="*/ 4641404 w 8343900"/>
              <a:gd name="connsiteY161" fmla="*/ 1700341 h 8343899"/>
              <a:gd name="connsiteX162" fmla="*/ 4697906 w 8343900"/>
              <a:gd name="connsiteY162" fmla="*/ 1707982 h 8343899"/>
              <a:gd name="connsiteX163" fmla="*/ 5157418 w 8343900"/>
              <a:gd name="connsiteY163" fmla="*/ 1862946 h 8343899"/>
              <a:gd name="connsiteX164" fmla="*/ 5231870 w 8343900"/>
              <a:gd name="connsiteY164" fmla="*/ 1902292 h 8343899"/>
              <a:gd name="connsiteX165" fmla="*/ 5393582 w 8343900"/>
              <a:gd name="connsiteY165" fmla="*/ 1961815 h 8343899"/>
              <a:gd name="connsiteX166" fmla="*/ 5957710 w 8343900"/>
              <a:gd name="connsiteY166" fmla="*/ 2407329 h 8343899"/>
              <a:gd name="connsiteX167" fmla="*/ 5981566 w 8343900"/>
              <a:gd name="connsiteY167" fmla="*/ 2433577 h 8343899"/>
              <a:gd name="connsiteX168" fmla="*/ 8343900 w 8343900"/>
              <a:gd name="connsiteY168" fmla="*/ 4171949 h 8343899"/>
              <a:gd name="connsiteX169" fmla="*/ 8126963 w 8343900"/>
              <a:gd name="connsiteY169" fmla="*/ 4238810 h 8343899"/>
              <a:gd name="connsiteX170" fmla="*/ 8103601 w 8343900"/>
              <a:gd name="connsiteY170" fmla="*/ 4242158 h 8343899"/>
              <a:gd name="connsiteX171" fmla="*/ 8003131 w 8343900"/>
              <a:gd name="connsiteY171" fmla="*/ 4263512 h 8343899"/>
              <a:gd name="connsiteX172" fmla="*/ 7913624 w 8343900"/>
              <a:gd name="connsiteY172" fmla="*/ 4292091 h 8343899"/>
              <a:gd name="connsiteX173" fmla="*/ 7774874 w 8343900"/>
              <a:gd name="connsiteY173" fmla="*/ 4335725 h 8343899"/>
              <a:gd name="connsiteX174" fmla="*/ 7753851 w 8343900"/>
              <a:gd name="connsiteY174" fmla="*/ 4339113 h 8343899"/>
              <a:gd name="connsiteX175" fmla="*/ 7723335 w 8343900"/>
              <a:gd name="connsiteY175" fmla="*/ 4346366 h 8343899"/>
              <a:gd name="connsiteX176" fmla="*/ 7444232 w 8343900"/>
              <a:gd name="connsiteY176" fmla="*/ 4423155 h 8343899"/>
              <a:gd name="connsiteX177" fmla="*/ 7423270 w 8343900"/>
              <a:gd name="connsiteY177" fmla="*/ 4429544 h 8343899"/>
              <a:gd name="connsiteX178" fmla="*/ 7383432 w 8343900"/>
              <a:gd name="connsiteY178" fmla="*/ 4455880 h 8343899"/>
              <a:gd name="connsiteX179" fmla="*/ 7239790 w 8343900"/>
              <a:gd name="connsiteY179" fmla="*/ 4486028 h 8343899"/>
              <a:gd name="connsiteX180" fmla="*/ 7210756 w 8343900"/>
              <a:gd name="connsiteY180" fmla="*/ 4488978 h 8343899"/>
              <a:gd name="connsiteX181" fmla="*/ 7154619 w 8343900"/>
              <a:gd name="connsiteY181" fmla="*/ 4502496 h 8343899"/>
              <a:gd name="connsiteX182" fmla="*/ 7033128 w 8343900"/>
              <a:gd name="connsiteY182" fmla="*/ 4531833 h 8343899"/>
              <a:gd name="connsiteX183" fmla="*/ 6994398 w 8343900"/>
              <a:gd name="connsiteY183" fmla="*/ 4548758 h 8343899"/>
              <a:gd name="connsiteX184" fmla="*/ 6682085 w 8343900"/>
              <a:gd name="connsiteY184" fmla="*/ 4644917 h 8343899"/>
              <a:gd name="connsiteX185" fmla="*/ 6630532 w 8343900"/>
              <a:gd name="connsiteY185" fmla="*/ 4655547 h 8343899"/>
              <a:gd name="connsiteX186" fmla="*/ 6594044 w 8343900"/>
              <a:gd name="connsiteY186" fmla="*/ 4795756 h 8343899"/>
              <a:gd name="connsiteX187" fmla="*/ 6526035 w 8343900"/>
              <a:gd name="connsiteY187" fmla="*/ 4982261 h 8343899"/>
              <a:gd name="connsiteX188" fmla="*/ 6523940 w 8343900"/>
              <a:gd name="connsiteY188" fmla="*/ 4986615 h 8343899"/>
              <a:gd name="connsiteX189" fmla="*/ 6493463 w 8343900"/>
              <a:gd name="connsiteY189" fmla="*/ 5094093 h 8343899"/>
              <a:gd name="connsiteX190" fmla="*/ 5780491 w 8343900"/>
              <a:gd name="connsiteY190" fmla="*/ 6097637 h 8343899"/>
              <a:gd name="connsiteX191" fmla="*/ 5777375 w 8343900"/>
              <a:gd name="connsiteY191" fmla="*/ 6099966 h 8343899"/>
              <a:gd name="connsiteX192" fmla="*/ 5633955 w 8343900"/>
              <a:gd name="connsiteY192" fmla="*/ 5927401 h 8343899"/>
              <a:gd name="connsiteX193" fmla="*/ 5604490 w 8343900"/>
              <a:gd name="connsiteY193" fmla="*/ 5896320 h 8343899"/>
              <a:gd name="connsiteX194" fmla="*/ 5564588 w 8343900"/>
              <a:gd name="connsiteY194" fmla="*/ 5863065 h 8343899"/>
              <a:gd name="connsiteX195" fmla="*/ 5578532 w 8343900"/>
              <a:gd name="connsiteY195" fmla="*/ 5852638 h 8343899"/>
              <a:gd name="connsiteX196" fmla="*/ 6281845 w 8343900"/>
              <a:gd name="connsiteY196" fmla="*/ 4712303 h 8343899"/>
              <a:gd name="connsiteX197" fmla="*/ 6322582 w 8343900"/>
              <a:gd name="connsiteY197" fmla="*/ 4530162 h 8343899"/>
              <a:gd name="connsiteX198" fmla="*/ 6347086 w 8343900"/>
              <a:gd name="connsiteY198" fmla="*/ 4396020 h 8343899"/>
              <a:gd name="connsiteX199" fmla="*/ 6371140 w 8343900"/>
              <a:gd name="connsiteY199" fmla="*/ 4171949 h 8343899"/>
              <a:gd name="connsiteX200" fmla="*/ 6244762 w 8343900"/>
              <a:gd name="connsiteY200" fmla="*/ 3464109 h 8343899"/>
              <a:gd name="connsiteX201" fmla="*/ 6211873 w 8343900"/>
              <a:gd name="connsiteY201" fmla="*/ 3350837 h 8343899"/>
              <a:gd name="connsiteX202" fmla="*/ 6168434 w 8343900"/>
              <a:gd name="connsiteY202" fmla="*/ 3251005 h 8343899"/>
              <a:gd name="connsiteX203" fmla="*/ 6108261 w 8343900"/>
              <a:gd name="connsiteY203" fmla="*/ 3133761 h 8343899"/>
              <a:gd name="connsiteX204" fmla="*/ 6009748 w 8343900"/>
              <a:gd name="connsiteY204" fmla="*/ 2971604 h 8343899"/>
              <a:gd name="connsiteX205" fmla="*/ 6248111 w 8343900"/>
              <a:gd name="connsiteY205" fmla="*/ 2757503 h 8343899"/>
              <a:gd name="connsiteX206" fmla="*/ 6262439 w 8343900"/>
              <a:gd name="connsiteY206" fmla="*/ 2776664 h 8343899"/>
              <a:gd name="connsiteX207" fmla="*/ 6658752 w 8343900"/>
              <a:gd name="connsiteY207" fmla="*/ 3593042 h 8343899"/>
              <a:gd name="connsiteX208" fmla="*/ 6678545 w 8343900"/>
              <a:gd name="connsiteY208" fmla="*/ 3707443 h 8343899"/>
              <a:gd name="connsiteX209" fmla="*/ 6702225 w 8343900"/>
              <a:gd name="connsiteY209" fmla="*/ 3715341 h 8343899"/>
              <a:gd name="connsiteX210" fmla="*/ 6797905 w 8343900"/>
              <a:gd name="connsiteY210" fmla="*/ 3743204 h 8343899"/>
              <a:gd name="connsiteX211" fmla="*/ 6850687 w 8343900"/>
              <a:gd name="connsiteY211" fmla="*/ 3755989 h 8343899"/>
              <a:gd name="connsiteX212" fmla="*/ 6857492 w 8343900"/>
              <a:gd name="connsiteY212" fmla="*/ 3756913 h 8343899"/>
              <a:gd name="connsiteX213" fmla="*/ 7124976 w 8343900"/>
              <a:gd name="connsiteY213" fmla="*/ 3825498 h 8343899"/>
              <a:gd name="connsiteX214" fmla="*/ 7161717 w 8343900"/>
              <a:gd name="connsiteY214" fmla="*/ 3839630 h 8343899"/>
              <a:gd name="connsiteX215" fmla="*/ 7237365 w 8343900"/>
              <a:gd name="connsiteY215" fmla="*/ 3863253 h 8343899"/>
              <a:gd name="connsiteX216" fmla="*/ 7346442 w 8343900"/>
              <a:gd name="connsiteY216" fmla="*/ 3893438 h 8343899"/>
              <a:gd name="connsiteX217" fmla="*/ 7356648 w 8343900"/>
              <a:gd name="connsiteY217" fmla="*/ 3896701 h 8343899"/>
              <a:gd name="connsiteX218" fmla="*/ 7366000 w 8343900"/>
              <a:gd name="connsiteY218" fmla="*/ 3898899 h 8343899"/>
              <a:gd name="connsiteX219" fmla="*/ 7776761 w 8343900"/>
              <a:gd name="connsiteY219" fmla="*/ 4015372 h 8343899"/>
              <a:gd name="connsiteX220" fmla="*/ 7789230 w 8343900"/>
              <a:gd name="connsiteY220" fmla="*/ 4019086 h 8343899"/>
              <a:gd name="connsiteX221" fmla="*/ 7796276 w 8343900"/>
              <a:gd name="connsiteY221" fmla="*/ 4019041 h 8343899"/>
              <a:gd name="connsiteX222" fmla="*/ 8343900 w 8343900"/>
              <a:gd name="connsiteY222" fmla="*/ 4171949 h 834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</a:cxnLst>
            <a:rect l="l" t="t" r="r" b="b"/>
            <a:pathLst>
              <a:path w="8343900" h="8343899">
                <a:moveTo>
                  <a:pt x="2508925" y="5552743"/>
                </a:moveTo>
                <a:cubicBezTo>
                  <a:pt x="2475440" y="5622842"/>
                  <a:pt x="2333644" y="5697008"/>
                  <a:pt x="2272572" y="5765038"/>
                </a:cubicBezTo>
                <a:cubicBezTo>
                  <a:pt x="2270451" y="5763646"/>
                  <a:pt x="2269973" y="5761807"/>
                  <a:pt x="2267402" y="5759350"/>
                </a:cubicBezTo>
                <a:cubicBezTo>
                  <a:pt x="2152221" y="5614218"/>
                  <a:pt x="2034979" y="5433333"/>
                  <a:pt x="1936535" y="5234434"/>
                </a:cubicBezTo>
                <a:lnTo>
                  <a:pt x="1936318" y="5233951"/>
                </a:lnTo>
                <a:lnTo>
                  <a:pt x="1916330" y="5202203"/>
                </a:lnTo>
                <a:cubicBezTo>
                  <a:pt x="1832209" y="5061445"/>
                  <a:pt x="1764003" y="4922179"/>
                  <a:pt x="1723581" y="4758953"/>
                </a:cubicBezTo>
                <a:lnTo>
                  <a:pt x="1700160" y="4639307"/>
                </a:lnTo>
                <a:lnTo>
                  <a:pt x="1681217" y="4636614"/>
                </a:lnTo>
                <a:cubicBezTo>
                  <a:pt x="1585694" y="4624303"/>
                  <a:pt x="1490428" y="4613652"/>
                  <a:pt x="1408176" y="4565141"/>
                </a:cubicBezTo>
                <a:lnTo>
                  <a:pt x="1405685" y="4563829"/>
                </a:lnTo>
                <a:lnTo>
                  <a:pt x="1388618" y="4559680"/>
                </a:lnTo>
                <a:cubicBezTo>
                  <a:pt x="1180012" y="4496663"/>
                  <a:pt x="1150878" y="4552276"/>
                  <a:pt x="958342" y="4439538"/>
                </a:cubicBezTo>
                <a:lnTo>
                  <a:pt x="956990" y="4438865"/>
                </a:lnTo>
                <a:lnTo>
                  <a:pt x="938784" y="4434077"/>
                </a:lnTo>
                <a:cubicBezTo>
                  <a:pt x="753834" y="4379716"/>
                  <a:pt x="711721" y="4386469"/>
                  <a:pt x="574054" y="4338287"/>
                </a:cubicBezTo>
                <a:lnTo>
                  <a:pt x="569594" y="4336630"/>
                </a:lnTo>
                <a:lnTo>
                  <a:pt x="559976" y="4335108"/>
                </a:lnTo>
                <a:cubicBezTo>
                  <a:pt x="517260" y="4326111"/>
                  <a:pt x="474285" y="4313325"/>
                  <a:pt x="430276" y="4292091"/>
                </a:cubicBezTo>
                <a:lnTo>
                  <a:pt x="399198" y="4278986"/>
                </a:lnTo>
                <a:lnTo>
                  <a:pt x="379284" y="4273593"/>
                </a:lnTo>
                <a:cubicBezTo>
                  <a:pt x="262495" y="4245985"/>
                  <a:pt x="171277" y="4245461"/>
                  <a:pt x="0" y="4171949"/>
                </a:cubicBezTo>
                <a:cubicBezTo>
                  <a:pt x="195496" y="4125856"/>
                  <a:pt x="270131" y="4073647"/>
                  <a:pt x="445899" y="4038469"/>
                </a:cubicBezTo>
                <a:lnTo>
                  <a:pt x="451472" y="4037521"/>
                </a:lnTo>
                <a:lnTo>
                  <a:pt x="487456" y="4027058"/>
                </a:lnTo>
                <a:cubicBezTo>
                  <a:pt x="506792" y="4022821"/>
                  <a:pt x="526689" y="4020001"/>
                  <a:pt x="547624" y="4019041"/>
                </a:cubicBezTo>
                <a:lnTo>
                  <a:pt x="578247" y="4014912"/>
                </a:lnTo>
                <a:lnTo>
                  <a:pt x="613424" y="4008189"/>
                </a:lnTo>
                <a:lnTo>
                  <a:pt x="678814" y="3989844"/>
                </a:lnTo>
                <a:lnTo>
                  <a:pt x="786325" y="3946056"/>
                </a:lnTo>
                <a:cubicBezTo>
                  <a:pt x="843935" y="3921057"/>
                  <a:pt x="900793" y="3897457"/>
                  <a:pt x="958697" y="3889792"/>
                </a:cubicBezTo>
                <a:lnTo>
                  <a:pt x="968208" y="3889496"/>
                </a:lnTo>
                <a:lnTo>
                  <a:pt x="975763" y="3887856"/>
                </a:lnTo>
                <a:cubicBezTo>
                  <a:pt x="990217" y="3886082"/>
                  <a:pt x="1003933" y="3885980"/>
                  <a:pt x="1017016" y="3887977"/>
                </a:cubicBezTo>
                <a:lnTo>
                  <a:pt x="1060711" y="3887394"/>
                </a:lnTo>
                <a:lnTo>
                  <a:pt x="1096790" y="3879287"/>
                </a:lnTo>
                <a:cubicBezTo>
                  <a:pt x="1165995" y="3857640"/>
                  <a:pt x="1246180" y="3807044"/>
                  <a:pt x="1368555" y="3780472"/>
                </a:cubicBezTo>
                <a:lnTo>
                  <a:pt x="1436702" y="3769535"/>
                </a:lnTo>
                <a:lnTo>
                  <a:pt x="1486408" y="3756913"/>
                </a:lnTo>
                <a:cubicBezTo>
                  <a:pt x="1540906" y="3748509"/>
                  <a:pt x="1590236" y="3737080"/>
                  <a:pt x="1635389" y="3724422"/>
                </a:cubicBezTo>
                <a:lnTo>
                  <a:pt x="1717550" y="3697995"/>
                </a:lnTo>
                <a:lnTo>
                  <a:pt x="1726913" y="3627373"/>
                </a:lnTo>
                <a:cubicBezTo>
                  <a:pt x="1783722" y="3280158"/>
                  <a:pt x="1914226" y="2953984"/>
                  <a:pt x="2123741" y="2776664"/>
                </a:cubicBezTo>
                <a:cubicBezTo>
                  <a:pt x="2127494" y="2763686"/>
                  <a:pt x="2135348" y="2756011"/>
                  <a:pt x="2144315" y="2747424"/>
                </a:cubicBezTo>
                <a:lnTo>
                  <a:pt x="2152613" y="2738869"/>
                </a:lnTo>
                <a:lnTo>
                  <a:pt x="2171563" y="2712711"/>
                </a:lnTo>
                <a:cubicBezTo>
                  <a:pt x="2261285" y="2787449"/>
                  <a:pt x="2286571" y="2850048"/>
                  <a:pt x="2387669" y="2953307"/>
                </a:cubicBezTo>
                <a:cubicBezTo>
                  <a:pt x="2387535" y="2953497"/>
                  <a:pt x="2387219" y="2953755"/>
                  <a:pt x="2387016" y="2954181"/>
                </a:cubicBezTo>
                <a:cubicBezTo>
                  <a:pt x="2217325" y="3202575"/>
                  <a:pt x="2063905" y="3558287"/>
                  <a:pt x="2019573" y="3874432"/>
                </a:cubicBezTo>
                <a:lnTo>
                  <a:pt x="2009289" y="3999744"/>
                </a:lnTo>
                <a:lnTo>
                  <a:pt x="2015040" y="4171949"/>
                </a:lnTo>
                <a:cubicBezTo>
                  <a:pt x="2022135" y="4359981"/>
                  <a:pt x="2043240" y="4533889"/>
                  <a:pt x="2079216" y="4694456"/>
                </a:cubicBezTo>
                <a:lnTo>
                  <a:pt x="2113405" y="4824773"/>
                </a:lnTo>
                <a:lnTo>
                  <a:pt x="2164255" y="4969557"/>
                </a:lnTo>
                <a:cubicBezTo>
                  <a:pt x="2226184" y="5127747"/>
                  <a:pt x="2303035" y="5274302"/>
                  <a:pt x="2387016" y="5389718"/>
                </a:cubicBezTo>
                <a:cubicBezTo>
                  <a:pt x="2419238" y="5422165"/>
                  <a:pt x="2440435" y="5457114"/>
                  <a:pt x="2458218" y="5486855"/>
                </a:cubicBezTo>
                <a:lnTo>
                  <a:pt x="2476572" y="5515960"/>
                </a:lnTo>
                <a:close/>
                <a:moveTo>
                  <a:pt x="5428320" y="6338534"/>
                </a:moveTo>
                <a:cubicBezTo>
                  <a:pt x="5421356" y="6345054"/>
                  <a:pt x="5414638" y="6348546"/>
                  <a:pt x="5407306" y="6352132"/>
                </a:cubicBezTo>
                <a:lnTo>
                  <a:pt x="5405314" y="6353276"/>
                </a:lnTo>
                <a:lnTo>
                  <a:pt x="5403585" y="6354383"/>
                </a:lnTo>
                <a:cubicBezTo>
                  <a:pt x="5396168" y="6357705"/>
                  <a:pt x="5389378" y="6360372"/>
                  <a:pt x="5382617" y="6366300"/>
                </a:cubicBezTo>
                <a:cubicBezTo>
                  <a:pt x="5305316" y="6419376"/>
                  <a:pt x="5215913" y="6462227"/>
                  <a:pt x="5119392" y="6497275"/>
                </a:cubicBezTo>
                <a:lnTo>
                  <a:pt x="5077545" y="6510439"/>
                </a:lnTo>
                <a:lnTo>
                  <a:pt x="4974576" y="6550659"/>
                </a:lnTo>
                <a:cubicBezTo>
                  <a:pt x="4914537" y="6572045"/>
                  <a:pt x="4853144" y="6591240"/>
                  <a:pt x="4790460" y="6607703"/>
                </a:cubicBezTo>
                <a:lnTo>
                  <a:pt x="4656817" y="6636019"/>
                </a:lnTo>
                <a:lnTo>
                  <a:pt x="4647619" y="6659962"/>
                </a:lnTo>
                <a:lnTo>
                  <a:pt x="4611480" y="6744255"/>
                </a:lnTo>
                <a:lnTo>
                  <a:pt x="4586986" y="6857491"/>
                </a:lnTo>
                <a:cubicBezTo>
                  <a:pt x="4598229" y="6974129"/>
                  <a:pt x="4507071" y="7096517"/>
                  <a:pt x="4466844" y="7287767"/>
                </a:cubicBezTo>
                <a:lnTo>
                  <a:pt x="4438300" y="7403764"/>
                </a:lnTo>
                <a:lnTo>
                  <a:pt x="4434109" y="7465387"/>
                </a:lnTo>
                <a:cubicBezTo>
                  <a:pt x="4424344" y="7534947"/>
                  <a:pt x="4402801" y="7576652"/>
                  <a:pt x="4380545" y="7617112"/>
                </a:cubicBezTo>
                <a:lnTo>
                  <a:pt x="4366681" y="7645751"/>
                </a:lnTo>
                <a:lnTo>
                  <a:pt x="4359613" y="7668581"/>
                </a:lnTo>
                <a:cubicBezTo>
                  <a:pt x="4349468" y="7702327"/>
                  <a:pt x="4341120" y="7732193"/>
                  <a:pt x="4335780" y="7757159"/>
                </a:cubicBezTo>
                <a:cubicBezTo>
                  <a:pt x="4333110" y="7769641"/>
                  <a:pt x="4328835" y="7783353"/>
                  <a:pt x="4323364" y="7798395"/>
                </a:cubicBezTo>
                <a:lnTo>
                  <a:pt x="4316180" y="7816433"/>
                </a:lnTo>
                <a:lnTo>
                  <a:pt x="4313936" y="7835391"/>
                </a:lnTo>
                <a:cubicBezTo>
                  <a:pt x="4301958" y="8060586"/>
                  <a:pt x="4231838" y="8104996"/>
                  <a:pt x="4171950" y="8343899"/>
                </a:cubicBezTo>
                <a:cubicBezTo>
                  <a:pt x="4134018" y="8272067"/>
                  <a:pt x="4126637" y="8208137"/>
                  <a:pt x="4116729" y="8137901"/>
                </a:cubicBezTo>
                <a:lnTo>
                  <a:pt x="4097180" y="8033229"/>
                </a:lnTo>
                <a:lnTo>
                  <a:pt x="4093643" y="8019015"/>
                </a:lnTo>
                <a:lnTo>
                  <a:pt x="4076217" y="7963233"/>
                </a:lnTo>
                <a:cubicBezTo>
                  <a:pt x="4068141" y="7941311"/>
                  <a:pt x="4058357" y="7918329"/>
                  <a:pt x="4046347" y="7894065"/>
                </a:cubicBezTo>
                <a:cubicBezTo>
                  <a:pt x="3962278" y="7724216"/>
                  <a:pt x="3975565" y="7633867"/>
                  <a:pt x="3928625" y="7463792"/>
                </a:cubicBezTo>
                <a:lnTo>
                  <a:pt x="3913593" y="7415325"/>
                </a:lnTo>
                <a:lnTo>
                  <a:pt x="3909822" y="7405115"/>
                </a:lnTo>
                <a:cubicBezTo>
                  <a:pt x="3841924" y="7246602"/>
                  <a:pt x="3845035" y="7137968"/>
                  <a:pt x="3784219" y="6955281"/>
                </a:cubicBezTo>
                <a:lnTo>
                  <a:pt x="3772927" y="6915381"/>
                </a:lnTo>
                <a:lnTo>
                  <a:pt x="3724695" y="6813267"/>
                </a:lnTo>
                <a:cubicBezTo>
                  <a:pt x="3714749" y="6782877"/>
                  <a:pt x="3706150" y="6749549"/>
                  <a:pt x="3698209" y="6714540"/>
                </a:cubicBezTo>
                <a:lnTo>
                  <a:pt x="3679421" y="6623862"/>
                </a:lnTo>
                <a:lnTo>
                  <a:pt x="3509568" y="6588944"/>
                </a:lnTo>
                <a:cubicBezTo>
                  <a:pt x="3153938" y="6498713"/>
                  <a:pt x="2843793" y="6332373"/>
                  <a:pt x="2605688" y="6097637"/>
                </a:cubicBezTo>
                <a:cubicBezTo>
                  <a:pt x="2590723" y="6090696"/>
                  <a:pt x="2584642" y="6074180"/>
                  <a:pt x="2567800" y="6063201"/>
                </a:cubicBezTo>
                <a:cubicBezTo>
                  <a:pt x="2612770" y="5978727"/>
                  <a:pt x="2744116" y="5913395"/>
                  <a:pt x="2804952" y="5850188"/>
                </a:cubicBezTo>
                <a:cubicBezTo>
                  <a:pt x="2806148" y="5850869"/>
                  <a:pt x="2807014" y="5852169"/>
                  <a:pt x="2807648" y="5852638"/>
                </a:cubicBezTo>
                <a:cubicBezTo>
                  <a:pt x="3156481" y="6101176"/>
                  <a:pt x="3761041" y="6309437"/>
                  <a:pt x="4193090" y="6349999"/>
                </a:cubicBezTo>
                <a:cubicBezTo>
                  <a:pt x="4273750" y="6340826"/>
                  <a:pt x="4354069" y="6333689"/>
                  <a:pt x="4432426" y="6326107"/>
                </a:cubicBezTo>
                <a:lnTo>
                  <a:pt x="4555818" y="6311703"/>
                </a:lnTo>
                <a:lnTo>
                  <a:pt x="4666440" y="6295516"/>
                </a:lnTo>
                <a:cubicBezTo>
                  <a:pt x="4817139" y="6267563"/>
                  <a:pt x="4951355" y="6229243"/>
                  <a:pt x="5040885" y="6178837"/>
                </a:cubicBezTo>
                <a:cubicBezTo>
                  <a:pt x="5058609" y="6167968"/>
                  <a:pt x="5074340" y="6160423"/>
                  <a:pt x="5088910" y="6154465"/>
                </a:cubicBezTo>
                <a:lnTo>
                  <a:pt x="5117464" y="6144139"/>
                </a:lnTo>
                <a:lnTo>
                  <a:pt x="5136394" y="6137029"/>
                </a:lnTo>
                <a:lnTo>
                  <a:pt x="5156919" y="6128760"/>
                </a:lnTo>
                <a:lnTo>
                  <a:pt x="5169818" y="6123384"/>
                </a:lnTo>
                <a:lnTo>
                  <a:pt x="5211189" y="6096797"/>
                </a:lnTo>
                <a:cubicBezTo>
                  <a:pt x="5269263" y="6149529"/>
                  <a:pt x="5299410" y="6193357"/>
                  <a:pt x="5327107" y="6232305"/>
                </a:cubicBezTo>
                <a:lnTo>
                  <a:pt x="5332670" y="6239472"/>
                </a:lnTo>
                <a:lnTo>
                  <a:pt x="5377121" y="6292920"/>
                </a:lnTo>
                <a:cubicBezTo>
                  <a:pt x="5392487" y="6309450"/>
                  <a:pt x="5408872" y="6324547"/>
                  <a:pt x="5428320" y="6338534"/>
                </a:cubicBezTo>
                <a:close/>
                <a:moveTo>
                  <a:pt x="5981566" y="2433577"/>
                </a:moveTo>
                <a:cubicBezTo>
                  <a:pt x="5897686" y="2551636"/>
                  <a:pt x="5804562" y="2561805"/>
                  <a:pt x="5745625" y="2645502"/>
                </a:cubicBezTo>
                <a:cubicBezTo>
                  <a:pt x="5738694" y="2639499"/>
                  <a:pt x="5737627" y="2636283"/>
                  <a:pt x="5733204" y="2631835"/>
                </a:cubicBezTo>
                <a:cubicBezTo>
                  <a:pt x="5503717" y="2451858"/>
                  <a:pt x="5200349" y="2248114"/>
                  <a:pt x="4854552" y="2120330"/>
                </a:cubicBezTo>
                <a:lnTo>
                  <a:pt x="4701462" y="2072196"/>
                </a:lnTo>
                <a:lnTo>
                  <a:pt x="4671369" y="2064494"/>
                </a:lnTo>
                <a:cubicBezTo>
                  <a:pt x="4526096" y="2033276"/>
                  <a:pt x="4367934" y="2010474"/>
                  <a:pt x="4193090" y="1993900"/>
                </a:cubicBezTo>
                <a:cubicBezTo>
                  <a:pt x="3983487" y="2029376"/>
                  <a:pt x="3728701" y="2057732"/>
                  <a:pt x="3480529" y="2125211"/>
                </a:cubicBezTo>
                <a:lnTo>
                  <a:pt x="3323124" y="2175377"/>
                </a:lnTo>
                <a:lnTo>
                  <a:pt x="3169267" y="2253258"/>
                </a:lnTo>
                <a:cubicBezTo>
                  <a:pt x="3051025" y="2319129"/>
                  <a:pt x="2930686" y="2398186"/>
                  <a:pt x="2807648" y="2491260"/>
                </a:cubicBezTo>
                <a:cubicBezTo>
                  <a:pt x="2770564" y="2554941"/>
                  <a:pt x="2701450" y="2577416"/>
                  <a:pt x="2658087" y="2627190"/>
                </a:cubicBezTo>
                <a:cubicBezTo>
                  <a:pt x="2632905" y="2607746"/>
                  <a:pt x="2614117" y="2587655"/>
                  <a:pt x="2598337" y="2567361"/>
                </a:cubicBezTo>
                <a:lnTo>
                  <a:pt x="2580219" y="2540834"/>
                </a:lnTo>
                <a:lnTo>
                  <a:pt x="2534335" y="2489658"/>
                </a:lnTo>
                <a:cubicBezTo>
                  <a:pt x="2501929" y="2453429"/>
                  <a:pt x="2475453" y="2423721"/>
                  <a:pt x="2446162" y="2391249"/>
                </a:cubicBezTo>
                <a:cubicBezTo>
                  <a:pt x="2478821" y="2347728"/>
                  <a:pt x="2503309" y="2330168"/>
                  <a:pt x="2527329" y="2314144"/>
                </a:cubicBezTo>
                <a:lnTo>
                  <a:pt x="2556975" y="2293161"/>
                </a:lnTo>
                <a:lnTo>
                  <a:pt x="2564239" y="2286993"/>
                </a:lnTo>
                <a:cubicBezTo>
                  <a:pt x="2577059" y="2275471"/>
                  <a:pt x="2590601" y="2262413"/>
                  <a:pt x="2605688" y="2246262"/>
                </a:cubicBezTo>
                <a:cubicBezTo>
                  <a:pt x="2863254" y="1926482"/>
                  <a:pt x="3161168" y="1774274"/>
                  <a:pt x="3509491" y="1711056"/>
                </a:cubicBezTo>
                <a:lnTo>
                  <a:pt x="3680797" y="1688855"/>
                </a:lnTo>
                <a:lnTo>
                  <a:pt x="3720628" y="1588237"/>
                </a:lnTo>
                <a:lnTo>
                  <a:pt x="3772562" y="1429972"/>
                </a:lnTo>
                <a:lnTo>
                  <a:pt x="3789304" y="1368625"/>
                </a:lnTo>
                <a:lnTo>
                  <a:pt x="3812099" y="1284448"/>
                </a:lnTo>
                <a:cubicBezTo>
                  <a:pt x="3834084" y="1206008"/>
                  <a:pt x="3849594" y="1155638"/>
                  <a:pt x="3866366" y="1096750"/>
                </a:cubicBezTo>
                <a:lnTo>
                  <a:pt x="3887792" y="1018169"/>
                </a:lnTo>
                <a:lnTo>
                  <a:pt x="3887978" y="1017016"/>
                </a:lnTo>
                <a:cubicBezTo>
                  <a:pt x="3894129" y="900716"/>
                  <a:pt x="3999929" y="686402"/>
                  <a:pt x="4019042" y="547623"/>
                </a:cubicBezTo>
                <a:lnTo>
                  <a:pt x="4027067" y="512261"/>
                </a:lnTo>
                <a:lnTo>
                  <a:pt x="4034169" y="468481"/>
                </a:lnTo>
                <a:cubicBezTo>
                  <a:pt x="4065956" y="324599"/>
                  <a:pt x="4156053" y="149463"/>
                  <a:pt x="4171950" y="0"/>
                </a:cubicBezTo>
                <a:cubicBezTo>
                  <a:pt x="4204517" y="116157"/>
                  <a:pt x="4237658" y="263293"/>
                  <a:pt x="4313936" y="508508"/>
                </a:cubicBezTo>
                <a:lnTo>
                  <a:pt x="4319816" y="528921"/>
                </a:lnTo>
                <a:lnTo>
                  <a:pt x="4348204" y="586816"/>
                </a:lnTo>
                <a:cubicBezTo>
                  <a:pt x="4371386" y="648580"/>
                  <a:pt x="4379425" y="718387"/>
                  <a:pt x="4387925" y="787266"/>
                </a:cubicBezTo>
                <a:lnTo>
                  <a:pt x="4400935" y="865567"/>
                </a:lnTo>
                <a:lnTo>
                  <a:pt x="4410526" y="891030"/>
                </a:lnTo>
                <a:cubicBezTo>
                  <a:pt x="4416998" y="905932"/>
                  <a:pt x="4424710" y="921663"/>
                  <a:pt x="4434078" y="938783"/>
                </a:cubicBezTo>
                <a:cubicBezTo>
                  <a:pt x="4452815" y="973024"/>
                  <a:pt x="4464585" y="1010695"/>
                  <a:pt x="4473233" y="1050442"/>
                </a:cubicBezTo>
                <a:lnTo>
                  <a:pt x="4475441" y="1063864"/>
                </a:lnTo>
                <a:lnTo>
                  <a:pt x="4493127" y="1098197"/>
                </a:lnTo>
                <a:cubicBezTo>
                  <a:pt x="4502038" y="1122313"/>
                  <a:pt x="4509520" y="1149854"/>
                  <a:pt x="4516297" y="1180377"/>
                </a:cubicBezTo>
                <a:lnTo>
                  <a:pt x="4554145" y="1395110"/>
                </a:lnTo>
                <a:lnTo>
                  <a:pt x="4570603" y="1427734"/>
                </a:lnTo>
                <a:cubicBezTo>
                  <a:pt x="4607393" y="1487788"/>
                  <a:pt x="4621710" y="1551856"/>
                  <a:pt x="4631091" y="1617935"/>
                </a:cubicBezTo>
                <a:lnTo>
                  <a:pt x="4641404" y="1700341"/>
                </a:lnTo>
                <a:lnTo>
                  <a:pt x="4697906" y="1707982"/>
                </a:lnTo>
                <a:cubicBezTo>
                  <a:pt x="4858389" y="1740958"/>
                  <a:pt x="5011320" y="1794497"/>
                  <a:pt x="5157418" y="1862946"/>
                </a:cubicBezTo>
                <a:lnTo>
                  <a:pt x="5231870" y="1902292"/>
                </a:lnTo>
                <a:lnTo>
                  <a:pt x="5393582" y="1961815"/>
                </a:lnTo>
                <a:cubicBezTo>
                  <a:pt x="5623979" y="2061943"/>
                  <a:pt x="5825721" y="2201992"/>
                  <a:pt x="5957710" y="2407329"/>
                </a:cubicBezTo>
                <a:cubicBezTo>
                  <a:pt x="5968423" y="2413890"/>
                  <a:pt x="5969678" y="2426106"/>
                  <a:pt x="5981566" y="2433577"/>
                </a:cubicBezTo>
                <a:close/>
                <a:moveTo>
                  <a:pt x="8343900" y="4171949"/>
                </a:moveTo>
                <a:cubicBezTo>
                  <a:pt x="8249953" y="4222598"/>
                  <a:pt x="8188159" y="4231835"/>
                  <a:pt x="8126963" y="4238810"/>
                </a:cubicBezTo>
                <a:lnTo>
                  <a:pt x="8103601" y="4242158"/>
                </a:lnTo>
                <a:lnTo>
                  <a:pt x="8003131" y="4263512"/>
                </a:lnTo>
                <a:cubicBezTo>
                  <a:pt x="7966440" y="4272240"/>
                  <a:pt x="7934988" y="4281445"/>
                  <a:pt x="7913624" y="4292091"/>
                </a:cubicBezTo>
                <a:cubicBezTo>
                  <a:pt x="7867850" y="4312889"/>
                  <a:pt x="7821022" y="4326135"/>
                  <a:pt x="7774874" y="4335725"/>
                </a:cubicBezTo>
                <a:lnTo>
                  <a:pt x="7753851" y="4339113"/>
                </a:lnTo>
                <a:lnTo>
                  <a:pt x="7723335" y="4346366"/>
                </a:lnTo>
                <a:cubicBezTo>
                  <a:pt x="7642153" y="4364734"/>
                  <a:pt x="7546168" y="4386854"/>
                  <a:pt x="7444232" y="4423155"/>
                </a:cubicBezTo>
                <a:lnTo>
                  <a:pt x="7423270" y="4429544"/>
                </a:lnTo>
                <a:lnTo>
                  <a:pt x="7383432" y="4455880"/>
                </a:lnTo>
                <a:cubicBezTo>
                  <a:pt x="7340630" y="4476924"/>
                  <a:pt x="7293046" y="4481227"/>
                  <a:pt x="7239790" y="4486028"/>
                </a:cubicBezTo>
                <a:lnTo>
                  <a:pt x="7210756" y="4488978"/>
                </a:lnTo>
                <a:lnTo>
                  <a:pt x="7154619" y="4502496"/>
                </a:lnTo>
                <a:lnTo>
                  <a:pt x="7033128" y="4531833"/>
                </a:lnTo>
                <a:lnTo>
                  <a:pt x="6994398" y="4548758"/>
                </a:lnTo>
                <a:cubicBezTo>
                  <a:pt x="6889446" y="4603928"/>
                  <a:pt x="6792745" y="4623203"/>
                  <a:pt x="6682085" y="4644917"/>
                </a:cubicBezTo>
                <a:lnTo>
                  <a:pt x="6630532" y="4655547"/>
                </a:lnTo>
                <a:lnTo>
                  <a:pt x="6594044" y="4795756"/>
                </a:lnTo>
                <a:cubicBezTo>
                  <a:pt x="6574095" y="4859443"/>
                  <a:pt x="6551319" y="4921522"/>
                  <a:pt x="6526035" y="4982261"/>
                </a:cubicBezTo>
                <a:lnTo>
                  <a:pt x="6523940" y="4986615"/>
                </a:lnTo>
                <a:lnTo>
                  <a:pt x="6493463" y="5094093"/>
                </a:lnTo>
                <a:cubicBezTo>
                  <a:pt x="6345745" y="5542950"/>
                  <a:pt x="6123377" y="5882840"/>
                  <a:pt x="5780491" y="6097637"/>
                </a:cubicBezTo>
                <a:cubicBezTo>
                  <a:pt x="5779534" y="6098863"/>
                  <a:pt x="5777801" y="6099121"/>
                  <a:pt x="5777375" y="6099966"/>
                </a:cubicBezTo>
                <a:cubicBezTo>
                  <a:pt x="5707473" y="6054124"/>
                  <a:pt x="5688366" y="5991676"/>
                  <a:pt x="5633955" y="5927401"/>
                </a:cubicBezTo>
                <a:lnTo>
                  <a:pt x="5604490" y="5896320"/>
                </a:lnTo>
                <a:lnTo>
                  <a:pt x="5564588" y="5863065"/>
                </a:lnTo>
                <a:cubicBezTo>
                  <a:pt x="5570713" y="5857099"/>
                  <a:pt x="5574370" y="5856502"/>
                  <a:pt x="5578532" y="5852638"/>
                </a:cubicBezTo>
                <a:cubicBezTo>
                  <a:pt x="5861667" y="5587671"/>
                  <a:pt x="6141225" y="5211337"/>
                  <a:pt x="6281845" y="4712303"/>
                </a:cubicBezTo>
                <a:lnTo>
                  <a:pt x="6322582" y="4530162"/>
                </a:lnTo>
                <a:lnTo>
                  <a:pt x="6347086" y="4396020"/>
                </a:lnTo>
                <a:cubicBezTo>
                  <a:pt x="6358114" y="4319446"/>
                  <a:pt x="6366051" y="4244392"/>
                  <a:pt x="6371140" y="4171949"/>
                </a:cubicBezTo>
                <a:cubicBezTo>
                  <a:pt x="6320145" y="3918552"/>
                  <a:pt x="6296729" y="3673035"/>
                  <a:pt x="6244762" y="3464109"/>
                </a:cubicBezTo>
                <a:lnTo>
                  <a:pt x="6211873" y="3350837"/>
                </a:lnTo>
                <a:lnTo>
                  <a:pt x="6168434" y="3251005"/>
                </a:lnTo>
                <a:cubicBezTo>
                  <a:pt x="6149247" y="3210430"/>
                  <a:pt x="6129128" y="3171221"/>
                  <a:pt x="6108261" y="3133761"/>
                </a:cubicBezTo>
                <a:cubicBezTo>
                  <a:pt x="6058208" y="3079435"/>
                  <a:pt x="6055968" y="3037659"/>
                  <a:pt x="6009748" y="2971604"/>
                </a:cubicBezTo>
                <a:cubicBezTo>
                  <a:pt x="6097377" y="2853495"/>
                  <a:pt x="6159033" y="2839980"/>
                  <a:pt x="6248111" y="2757503"/>
                </a:cubicBezTo>
                <a:cubicBezTo>
                  <a:pt x="6254231" y="2764828"/>
                  <a:pt x="6259195" y="2772947"/>
                  <a:pt x="6262439" y="2776664"/>
                </a:cubicBezTo>
                <a:cubicBezTo>
                  <a:pt x="6414343" y="2973581"/>
                  <a:pt x="6582156" y="3253603"/>
                  <a:pt x="6658752" y="3593042"/>
                </a:cubicBezTo>
                <a:lnTo>
                  <a:pt x="6678545" y="3707443"/>
                </a:lnTo>
                <a:lnTo>
                  <a:pt x="6702225" y="3715341"/>
                </a:lnTo>
                <a:cubicBezTo>
                  <a:pt x="6730727" y="3724429"/>
                  <a:pt x="6761891" y="3733729"/>
                  <a:pt x="6797905" y="3743204"/>
                </a:cubicBezTo>
                <a:lnTo>
                  <a:pt x="6850687" y="3755989"/>
                </a:lnTo>
                <a:lnTo>
                  <a:pt x="6857492" y="3756913"/>
                </a:lnTo>
                <a:cubicBezTo>
                  <a:pt x="6972133" y="3766585"/>
                  <a:pt x="7050760" y="3795640"/>
                  <a:pt x="7124976" y="3825498"/>
                </a:cubicBezTo>
                <a:lnTo>
                  <a:pt x="7161717" y="3839630"/>
                </a:lnTo>
                <a:lnTo>
                  <a:pt x="7237365" y="3863253"/>
                </a:lnTo>
                <a:cubicBezTo>
                  <a:pt x="7270855" y="3873389"/>
                  <a:pt x="7305952" y="3883380"/>
                  <a:pt x="7346442" y="3893438"/>
                </a:cubicBezTo>
                <a:lnTo>
                  <a:pt x="7356648" y="3896701"/>
                </a:lnTo>
                <a:lnTo>
                  <a:pt x="7366000" y="3898899"/>
                </a:lnTo>
                <a:cubicBezTo>
                  <a:pt x="7511502" y="3918224"/>
                  <a:pt x="7664021" y="3979160"/>
                  <a:pt x="7776761" y="4015372"/>
                </a:cubicBezTo>
                <a:lnTo>
                  <a:pt x="7789230" y="4019086"/>
                </a:lnTo>
                <a:lnTo>
                  <a:pt x="7796276" y="4019041"/>
                </a:lnTo>
                <a:cubicBezTo>
                  <a:pt x="7923656" y="4004911"/>
                  <a:pt x="8114133" y="4132269"/>
                  <a:pt x="8343900" y="417194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43" name="Forma libre: forma 42">
            <a:extLst>
              <a:ext uri="{FF2B5EF4-FFF2-40B4-BE49-F238E27FC236}">
                <a16:creationId xmlns:a16="http://schemas.microsoft.com/office/drawing/2014/main" id="{D4183FE7-3EB5-47EF-ACCA-E3A26957E7A0}"/>
              </a:ext>
            </a:extLst>
          </p:cNvPr>
          <p:cNvSpPr/>
          <p:nvPr/>
        </p:nvSpPr>
        <p:spPr>
          <a:xfrm rot="16200000">
            <a:off x="808052" y="659876"/>
            <a:ext cx="3897170" cy="3897170"/>
          </a:xfrm>
          <a:custGeom>
            <a:avLst/>
            <a:gdLst>
              <a:gd name="connsiteX0" fmla="*/ 2508925 w 8343900"/>
              <a:gd name="connsiteY0" fmla="*/ 5552743 h 8343899"/>
              <a:gd name="connsiteX1" fmla="*/ 2272572 w 8343900"/>
              <a:gd name="connsiteY1" fmla="*/ 5765038 h 8343899"/>
              <a:gd name="connsiteX2" fmla="*/ 2267402 w 8343900"/>
              <a:gd name="connsiteY2" fmla="*/ 5759350 h 8343899"/>
              <a:gd name="connsiteX3" fmla="*/ 1936535 w 8343900"/>
              <a:gd name="connsiteY3" fmla="*/ 5234434 h 8343899"/>
              <a:gd name="connsiteX4" fmla="*/ 1936318 w 8343900"/>
              <a:gd name="connsiteY4" fmla="*/ 5233951 h 8343899"/>
              <a:gd name="connsiteX5" fmla="*/ 1916330 w 8343900"/>
              <a:gd name="connsiteY5" fmla="*/ 5202203 h 8343899"/>
              <a:gd name="connsiteX6" fmla="*/ 1723581 w 8343900"/>
              <a:gd name="connsiteY6" fmla="*/ 4758953 h 8343899"/>
              <a:gd name="connsiteX7" fmla="*/ 1700160 w 8343900"/>
              <a:gd name="connsiteY7" fmla="*/ 4639307 h 8343899"/>
              <a:gd name="connsiteX8" fmla="*/ 1681217 w 8343900"/>
              <a:gd name="connsiteY8" fmla="*/ 4636614 h 8343899"/>
              <a:gd name="connsiteX9" fmla="*/ 1408176 w 8343900"/>
              <a:gd name="connsiteY9" fmla="*/ 4565141 h 8343899"/>
              <a:gd name="connsiteX10" fmla="*/ 1405685 w 8343900"/>
              <a:gd name="connsiteY10" fmla="*/ 4563829 h 8343899"/>
              <a:gd name="connsiteX11" fmla="*/ 1388618 w 8343900"/>
              <a:gd name="connsiteY11" fmla="*/ 4559680 h 8343899"/>
              <a:gd name="connsiteX12" fmla="*/ 958342 w 8343900"/>
              <a:gd name="connsiteY12" fmla="*/ 4439538 h 8343899"/>
              <a:gd name="connsiteX13" fmla="*/ 956990 w 8343900"/>
              <a:gd name="connsiteY13" fmla="*/ 4438865 h 8343899"/>
              <a:gd name="connsiteX14" fmla="*/ 938784 w 8343900"/>
              <a:gd name="connsiteY14" fmla="*/ 4434077 h 8343899"/>
              <a:gd name="connsiteX15" fmla="*/ 574054 w 8343900"/>
              <a:gd name="connsiteY15" fmla="*/ 4338287 h 8343899"/>
              <a:gd name="connsiteX16" fmla="*/ 569594 w 8343900"/>
              <a:gd name="connsiteY16" fmla="*/ 4336630 h 8343899"/>
              <a:gd name="connsiteX17" fmla="*/ 559976 w 8343900"/>
              <a:gd name="connsiteY17" fmla="*/ 4335108 h 8343899"/>
              <a:gd name="connsiteX18" fmla="*/ 430276 w 8343900"/>
              <a:gd name="connsiteY18" fmla="*/ 4292091 h 8343899"/>
              <a:gd name="connsiteX19" fmla="*/ 399198 w 8343900"/>
              <a:gd name="connsiteY19" fmla="*/ 4278986 h 8343899"/>
              <a:gd name="connsiteX20" fmla="*/ 379284 w 8343900"/>
              <a:gd name="connsiteY20" fmla="*/ 4273593 h 8343899"/>
              <a:gd name="connsiteX21" fmla="*/ 0 w 8343900"/>
              <a:gd name="connsiteY21" fmla="*/ 4171949 h 8343899"/>
              <a:gd name="connsiteX22" fmla="*/ 445899 w 8343900"/>
              <a:gd name="connsiteY22" fmla="*/ 4038469 h 8343899"/>
              <a:gd name="connsiteX23" fmla="*/ 451472 w 8343900"/>
              <a:gd name="connsiteY23" fmla="*/ 4037521 h 8343899"/>
              <a:gd name="connsiteX24" fmla="*/ 487456 w 8343900"/>
              <a:gd name="connsiteY24" fmla="*/ 4027058 h 8343899"/>
              <a:gd name="connsiteX25" fmla="*/ 547624 w 8343900"/>
              <a:gd name="connsiteY25" fmla="*/ 4019041 h 8343899"/>
              <a:gd name="connsiteX26" fmla="*/ 578247 w 8343900"/>
              <a:gd name="connsiteY26" fmla="*/ 4014912 h 8343899"/>
              <a:gd name="connsiteX27" fmla="*/ 613424 w 8343900"/>
              <a:gd name="connsiteY27" fmla="*/ 4008189 h 8343899"/>
              <a:gd name="connsiteX28" fmla="*/ 678814 w 8343900"/>
              <a:gd name="connsiteY28" fmla="*/ 3989844 h 8343899"/>
              <a:gd name="connsiteX29" fmla="*/ 786325 w 8343900"/>
              <a:gd name="connsiteY29" fmla="*/ 3946056 h 8343899"/>
              <a:gd name="connsiteX30" fmla="*/ 958697 w 8343900"/>
              <a:gd name="connsiteY30" fmla="*/ 3889792 h 8343899"/>
              <a:gd name="connsiteX31" fmla="*/ 968208 w 8343900"/>
              <a:gd name="connsiteY31" fmla="*/ 3889496 h 8343899"/>
              <a:gd name="connsiteX32" fmla="*/ 975763 w 8343900"/>
              <a:gd name="connsiteY32" fmla="*/ 3887856 h 8343899"/>
              <a:gd name="connsiteX33" fmla="*/ 1017016 w 8343900"/>
              <a:gd name="connsiteY33" fmla="*/ 3887977 h 8343899"/>
              <a:gd name="connsiteX34" fmla="*/ 1060711 w 8343900"/>
              <a:gd name="connsiteY34" fmla="*/ 3887394 h 8343899"/>
              <a:gd name="connsiteX35" fmla="*/ 1096790 w 8343900"/>
              <a:gd name="connsiteY35" fmla="*/ 3879287 h 8343899"/>
              <a:gd name="connsiteX36" fmla="*/ 1368555 w 8343900"/>
              <a:gd name="connsiteY36" fmla="*/ 3780472 h 8343899"/>
              <a:gd name="connsiteX37" fmla="*/ 1436702 w 8343900"/>
              <a:gd name="connsiteY37" fmla="*/ 3769535 h 8343899"/>
              <a:gd name="connsiteX38" fmla="*/ 1486408 w 8343900"/>
              <a:gd name="connsiteY38" fmla="*/ 3756913 h 8343899"/>
              <a:gd name="connsiteX39" fmla="*/ 1635389 w 8343900"/>
              <a:gd name="connsiteY39" fmla="*/ 3724422 h 8343899"/>
              <a:gd name="connsiteX40" fmla="*/ 1717550 w 8343900"/>
              <a:gd name="connsiteY40" fmla="*/ 3697995 h 8343899"/>
              <a:gd name="connsiteX41" fmla="*/ 1726913 w 8343900"/>
              <a:gd name="connsiteY41" fmla="*/ 3627373 h 8343899"/>
              <a:gd name="connsiteX42" fmla="*/ 2123741 w 8343900"/>
              <a:gd name="connsiteY42" fmla="*/ 2776664 h 8343899"/>
              <a:gd name="connsiteX43" fmla="*/ 2144315 w 8343900"/>
              <a:gd name="connsiteY43" fmla="*/ 2747424 h 8343899"/>
              <a:gd name="connsiteX44" fmla="*/ 2152613 w 8343900"/>
              <a:gd name="connsiteY44" fmla="*/ 2738869 h 8343899"/>
              <a:gd name="connsiteX45" fmla="*/ 2171563 w 8343900"/>
              <a:gd name="connsiteY45" fmla="*/ 2712711 h 8343899"/>
              <a:gd name="connsiteX46" fmla="*/ 2387669 w 8343900"/>
              <a:gd name="connsiteY46" fmla="*/ 2953307 h 8343899"/>
              <a:gd name="connsiteX47" fmla="*/ 2387016 w 8343900"/>
              <a:gd name="connsiteY47" fmla="*/ 2954181 h 8343899"/>
              <a:gd name="connsiteX48" fmla="*/ 2019573 w 8343900"/>
              <a:gd name="connsiteY48" fmla="*/ 3874432 h 8343899"/>
              <a:gd name="connsiteX49" fmla="*/ 2009289 w 8343900"/>
              <a:gd name="connsiteY49" fmla="*/ 3999744 h 8343899"/>
              <a:gd name="connsiteX50" fmla="*/ 2015040 w 8343900"/>
              <a:gd name="connsiteY50" fmla="*/ 4171949 h 8343899"/>
              <a:gd name="connsiteX51" fmla="*/ 2079216 w 8343900"/>
              <a:gd name="connsiteY51" fmla="*/ 4694456 h 8343899"/>
              <a:gd name="connsiteX52" fmla="*/ 2113405 w 8343900"/>
              <a:gd name="connsiteY52" fmla="*/ 4824773 h 8343899"/>
              <a:gd name="connsiteX53" fmla="*/ 2164255 w 8343900"/>
              <a:gd name="connsiteY53" fmla="*/ 4969557 h 8343899"/>
              <a:gd name="connsiteX54" fmla="*/ 2387016 w 8343900"/>
              <a:gd name="connsiteY54" fmla="*/ 5389718 h 8343899"/>
              <a:gd name="connsiteX55" fmla="*/ 2458218 w 8343900"/>
              <a:gd name="connsiteY55" fmla="*/ 5486855 h 8343899"/>
              <a:gd name="connsiteX56" fmla="*/ 2476572 w 8343900"/>
              <a:gd name="connsiteY56" fmla="*/ 5515960 h 8343899"/>
              <a:gd name="connsiteX57" fmla="*/ 5428320 w 8343900"/>
              <a:gd name="connsiteY57" fmla="*/ 6338534 h 8343899"/>
              <a:gd name="connsiteX58" fmla="*/ 5407306 w 8343900"/>
              <a:gd name="connsiteY58" fmla="*/ 6352132 h 8343899"/>
              <a:gd name="connsiteX59" fmla="*/ 5405314 w 8343900"/>
              <a:gd name="connsiteY59" fmla="*/ 6353276 h 8343899"/>
              <a:gd name="connsiteX60" fmla="*/ 5403585 w 8343900"/>
              <a:gd name="connsiteY60" fmla="*/ 6354383 h 8343899"/>
              <a:gd name="connsiteX61" fmla="*/ 5382617 w 8343900"/>
              <a:gd name="connsiteY61" fmla="*/ 6366300 h 8343899"/>
              <a:gd name="connsiteX62" fmla="*/ 5119392 w 8343900"/>
              <a:gd name="connsiteY62" fmla="*/ 6497275 h 8343899"/>
              <a:gd name="connsiteX63" fmla="*/ 5077545 w 8343900"/>
              <a:gd name="connsiteY63" fmla="*/ 6510439 h 8343899"/>
              <a:gd name="connsiteX64" fmla="*/ 4974576 w 8343900"/>
              <a:gd name="connsiteY64" fmla="*/ 6550659 h 8343899"/>
              <a:gd name="connsiteX65" fmla="*/ 4790460 w 8343900"/>
              <a:gd name="connsiteY65" fmla="*/ 6607703 h 8343899"/>
              <a:gd name="connsiteX66" fmla="*/ 4656817 w 8343900"/>
              <a:gd name="connsiteY66" fmla="*/ 6636019 h 8343899"/>
              <a:gd name="connsiteX67" fmla="*/ 4647619 w 8343900"/>
              <a:gd name="connsiteY67" fmla="*/ 6659962 h 8343899"/>
              <a:gd name="connsiteX68" fmla="*/ 4611480 w 8343900"/>
              <a:gd name="connsiteY68" fmla="*/ 6744255 h 8343899"/>
              <a:gd name="connsiteX69" fmla="*/ 4586986 w 8343900"/>
              <a:gd name="connsiteY69" fmla="*/ 6857491 h 8343899"/>
              <a:gd name="connsiteX70" fmla="*/ 4466844 w 8343900"/>
              <a:gd name="connsiteY70" fmla="*/ 7287767 h 8343899"/>
              <a:gd name="connsiteX71" fmla="*/ 4438300 w 8343900"/>
              <a:gd name="connsiteY71" fmla="*/ 7403764 h 8343899"/>
              <a:gd name="connsiteX72" fmla="*/ 4434109 w 8343900"/>
              <a:gd name="connsiteY72" fmla="*/ 7465387 h 8343899"/>
              <a:gd name="connsiteX73" fmla="*/ 4380545 w 8343900"/>
              <a:gd name="connsiteY73" fmla="*/ 7617112 h 8343899"/>
              <a:gd name="connsiteX74" fmla="*/ 4366681 w 8343900"/>
              <a:gd name="connsiteY74" fmla="*/ 7645751 h 8343899"/>
              <a:gd name="connsiteX75" fmla="*/ 4359613 w 8343900"/>
              <a:gd name="connsiteY75" fmla="*/ 7668581 h 8343899"/>
              <a:gd name="connsiteX76" fmla="*/ 4335780 w 8343900"/>
              <a:gd name="connsiteY76" fmla="*/ 7757159 h 8343899"/>
              <a:gd name="connsiteX77" fmla="*/ 4323364 w 8343900"/>
              <a:gd name="connsiteY77" fmla="*/ 7798395 h 8343899"/>
              <a:gd name="connsiteX78" fmla="*/ 4316180 w 8343900"/>
              <a:gd name="connsiteY78" fmla="*/ 7816433 h 8343899"/>
              <a:gd name="connsiteX79" fmla="*/ 4313936 w 8343900"/>
              <a:gd name="connsiteY79" fmla="*/ 7835391 h 8343899"/>
              <a:gd name="connsiteX80" fmla="*/ 4171950 w 8343900"/>
              <a:gd name="connsiteY80" fmla="*/ 8343899 h 8343899"/>
              <a:gd name="connsiteX81" fmla="*/ 4116729 w 8343900"/>
              <a:gd name="connsiteY81" fmla="*/ 8137901 h 8343899"/>
              <a:gd name="connsiteX82" fmla="*/ 4097180 w 8343900"/>
              <a:gd name="connsiteY82" fmla="*/ 8033229 h 8343899"/>
              <a:gd name="connsiteX83" fmla="*/ 4093643 w 8343900"/>
              <a:gd name="connsiteY83" fmla="*/ 8019015 h 8343899"/>
              <a:gd name="connsiteX84" fmla="*/ 4076217 w 8343900"/>
              <a:gd name="connsiteY84" fmla="*/ 7963233 h 8343899"/>
              <a:gd name="connsiteX85" fmla="*/ 4046347 w 8343900"/>
              <a:gd name="connsiteY85" fmla="*/ 7894065 h 8343899"/>
              <a:gd name="connsiteX86" fmla="*/ 3928625 w 8343900"/>
              <a:gd name="connsiteY86" fmla="*/ 7463792 h 8343899"/>
              <a:gd name="connsiteX87" fmla="*/ 3913593 w 8343900"/>
              <a:gd name="connsiteY87" fmla="*/ 7415325 h 8343899"/>
              <a:gd name="connsiteX88" fmla="*/ 3909822 w 8343900"/>
              <a:gd name="connsiteY88" fmla="*/ 7405115 h 8343899"/>
              <a:gd name="connsiteX89" fmla="*/ 3784219 w 8343900"/>
              <a:gd name="connsiteY89" fmla="*/ 6955281 h 8343899"/>
              <a:gd name="connsiteX90" fmla="*/ 3772927 w 8343900"/>
              <a:gd name="connsiteY90" fmla="*/ 6915381 h 8343899"/>
              <a:gd name="connsiteX91" fmla="*/ 3724695 w 8343900"/>
              <a:gd name="connsiteY91" fmla="*/ 6813267 h 8343899"/>
              <a:gd name="connsiteX92" fmla="*/ 3698209 w 8343900"/>
              <a:gd name="connsiteY92" fmla="*/ 6714540 h 8343899"/>
              <a:gd name="connsiteX93" fmla="*/ 3679421 w 8343900"/>
              <a:gd name="connsiteY93" fmla="*/ 6623862 h 8343899"/>
              <a:gd name="connsiteX94" fmla="*/ 3509568 w 8343900"/>
              <a:gd name="connsiteY94" fmla="*/ 6588944 h 8343899"/>
              <a:gd name="connsiteX95" fmla="*/ 2605688 w 8343900"/>
              <a:gd name="connsiteY95" fmla="*/ 6097637 h 8343899"/>
              <a:gd name="connsiteX96" fmla="*/ 2567800 w 8343900"/>
              <a:gd name="connsiteY96" fmla="*/ 6063201 h 8343899"/>
              <a:gd name="connsiteX97" fmla="*/ 2804952 w 8343900"/>
              <a:gd name="connsiteY97" fmla="*/ 5850188 h 8343899"/>
              <a:gd name="connsiteX98" fmla="*/ 2807648 w 8343900"/>
              <a:gd name="connsiteY98" fmla="*/ 5852638 h 8343899"/>
              <a:gd name="connsiteX99" fmla="*/ 4193090 w 8343900"/>
              <a:gd name="connsiteY99" fmla="*/ 6349999 h 8343899"/>
              <a:gd name="connsiteX100" fmla="*/ 4432426 w 8343900"/>
              <a:gd name="connsiteY100" fmla="*/ 6326107 h 8343899"/>
              <a:gd name="connsiteX101" fmla="*/ 4555818 w 8343900"/>
              <a:gd name="connsiteY101" fmla="*/ 6311703 h 8343899"/>
              <a:gd name="connsiteX102" fmla="*/ 4666440 w 8343900"/>
              <a:gd name="connsiteY102" fmla="*/ 6295516 h 8343899"/>
              <a:gd name="connsiteX103" fmla="*/ 5040885 w 8343900"/>
              <a:gd name="connsiteY103" fmla="*/ 6178837 h 8343899"/>
              <a:gd name="connsiteX104" fmla="*/ 5088910 w 8343900"/>
              <a:gd name="connsiteY104" fmla="*/ 6154465 h 8343899"/>
              <a:gd name="connsiteX105" fmla="*/ 5117464 w 8343900"/>
              <a:gd name="connsiteY105" fmla="*/ 6144139 h 8343899"/>
              <a:gd name="connsiteX106" fmla="*/ 5136394 w 8343900"/>
              <a:gd name="connsiteY106" fmla="*/ 6137029 h 8343899"/>
              <a:gd name="connsiteX107" fmla="*/ 5156919 w 8343900"/>
              <a:gd name="connsiteY107" fmla="*/ 6128760 h 8343899"/>
              <a:gd name="connsiteX108" fmla="*/ 5169818 w 8343900"/>
              <a:gd name="connsiteY108" fmla="*/ 6123384 h 8343899"/>
              <a:gd name="connsiteX109" fmla="*/ 5211189 w 8343900"/>
              <a:gd name="connsiteY109" fmla="*/ 6096797 h 8343899"/>
              <a:gd name="connsiteX110" fmla="*/ 5327107 w 8343900"/>
              <a:gd name="connsiteY110" fmla="*/ 6232305 h 8343899"/>
              <a:gd name="connsiteX111" fmla="*/ 5332670 w 8343900"/>
              <a:gd name="connsiteY111" fmla="*/ 6239472 h 8343899"/>
              <a:gd name="connsiteX112" fmla="*/ 5377121 w 8343900"/>
              <a:gd name="connsiteY112" fmla="*/ 6292920 h 8343899"/>
              <a:gd name="connsiteX113" fmla="*/ 5428320 w 8343900"/>
              <a:gd name="connsiteY113" fmla="*/ 6338534 h 8343899"/>
              <a:gd name="connsiteX114" fmla="*/ 5981566 w 8343900"/>
              <a:gd name="connsiteY114" fmla="*/ 2433577 h 8343899"/>
              <a:gd name="connsiteX115" fmla="*/ 5745625 w 8343900"/>
              <a:gd name="connsiteY115" fmla="*/ 2645502 h 8343899"/>
              <a:gd name="connsiteX116" fmla="*/ 5733204 w 8343900"/>
              <a:gd name="connsiteY116" fmla="*/ 2631835 h 8343899"/>
              <a:gd name="connsiteX117" fmla="*/ 4854552 w 8343900"/>
              <a:gd name="connsiteY117" fmla="*/ 2120330 h 8343899"/>
              <a:gd name="connsiteX118" fmla="*/ 4701462 w 8343900"/>
              <a:gd name="connsiteY118" fmla="*/ 2072196 h 8343899"/>
              <a:gd name="connsiteX119" fmla="*/ 4671369 w 8343900"/>
              <a:gd name="connsiteY119" fmla="*/ 2064494 h 8343899"/>
              <a:gd name="connsiteX120" fmla="*/ 4193090 w 8343900"/>
              <a:gd name="connsiteY120" fmla="*/ 1993900 h 8343899"/>
              <a:gd name="connsiteX121" fmla="*/ 3480529 w 8343900"/>
              <a:gd name="connsiteY121" fmla="*/ 2125211 h 8343899"/>
              <a:gd name="connsiteX122" fmla="*/ 3323124 w 8343900"/>
              <a:gd name="connsiteY122" fmla="*/ 2175377 h 8343899"/>
              <a:gd name="connsiteX123" fmla="*/ 3169267 w 8343900"/>
              <a:gd name="connsiteY123" fmla="*/ 2253258 h 8343899"/>
              <a:gd name="connsiteX124" fmla="*/ 2807648 w 8343900"/>
              <a:gd name="connsiteY124" fmla="*/ 2491260 h 8343899"/>
              <a:gd name="connsiteX125" fmla="*/ 2658087 w 8343900"/>
              <a:gd name="connsiteY125" fmla="*/ 2627190 h 8343899"/>
              <a:gd name="connsiteX126" fmla="*/ 2598337 w 8343900"/>
              <a:gd name="connsiteY126" fmla="*/ 2567361 h 8343899"/>
              <a:gd name="connsiteX127" fmla="*/ 2580219 w 8343900"/>
              <a:gd name="connsiteY127" fmla="*/ 2540834 h 8343899"/>
              <a:gd name="connsiteX128" fmla="*/ 2534335 w 8343900"/>
              <a:gd name="connsiteY128" fmla="*/ 2489658 h 8343899"/>
              <a:gd name="connsiteX129" fmla="*/ 2446162 w 8343900"/>
              <a:gd name="connsiteY129" fmla="*/ 2391249 h 8343899"/>
              <a:gd name="connsiteX130" fmla="*/ 2527329 w 8343900"/>
              <a:gd name="connsiteY130" fmla="*/ 2314144 h 8343899"/>
              <a:gd name="connsiteX131" fmla="*/ 2556975 w 8343900"/>
              <a:gd name="connsiteY131" fmla="*/ 2293161 h 8343899"/>
              <a:gd name="connsiteX132" fmla="*/ 2564239 w 8343900"/>
              <a:gd name="connsiteY132" fmla="*/ 2286993 h 8343899"/>
              <a:gd name="connsiteX133" fmla="*/ 2605688 w 8343900"/>
              <a:gd name="connsiteY133" fmla="*/ 2246262 h 8343899"/>
              <a:gd name="connsiteX134" fmla="*/ 3509491 w 8343900"/>
              <a:gd name="connsiteY134" fmla="*/ 1711056 h 8343899"/>
              <a:gd name="connsiteX135" fmla="*/ 3680797 w 8343900"/>
              <a:gd name="connsiteY135" fmla="*/ 1688855 h 8343899"/>
              <a:gd name="connsiteX136" fmla="*/ 3720628 w 8343900"/>
              <a:gd name="connsiteY136" fmla="*/ 1588237 h 8343899"/>
              <a:gd name="connsiteX137" fmla="*/ 3772562 w 8343900"/>
              <a:gd name="connsiteY137" fmla="*/ 1429972 h 8343899"/>
              <a:gd name="connsiteX138" fmla="*/ 3789304 w 8343900"/>
              <a:gd name="connsiteY138" fmla="*/ 1368625 h 8343899"/>
              <a:gd name="connsiteX139" fmla="*/ 3812099 w 8343900"/>
              <a:gd name="connsiteY139" fmla="*/ 1284448 h 8343899"/>
              <a:gd name="connsiteX140" fmla="*/ 3866366 w 8343900"/>
              <a:gd name="connsiteY140" fmla="*/ 1096750 h 8343899"/>
              <a:gd name="connsiteX141" fmla="*/ 3887792 w 8343900"/>
              <a:gd name="connsiteY141" fmla="*/ 1018169 h 8343899"/>
              <a:gd name="connsiteX142" fmla="*/ 3887978 w 8343900"/>
              <a:gd name="connsiteY142" fmla="*/ 1017016 h 8343899"/>
              <a:gd name="connsiteX143" fmla="*/ 4019042 w 8343900"/>
              <a:gd name="connsiteY143" fmla="*/ 547623 h 8343899"/>
              <a:gd name="connsiteX144" fmla="*/ 4027067 w 8343900"/>
              <a:gd name="connsiteY144" fmla="*/ 512261 h 8343899"/>
              <a:gd name="connsiteX145" fmla="*/ 4034169 w 8343900"/>
              <a:gd name="connsiteY145" fmla="*/ 468481 h 8343899"/>
              <a:gd name="connsiteX146" fmla="*/ 4171950 w 8343900"/>
              <a:gd name="connsiteY146" fmla="*/ 0 h 8343899"/>
              <a:gd name="connsiteX147" fmla="*/ 4313936 w 8343900"/>
              <a:gd name="connsiteY147" fmla="*/ 508508 h 8343899"/>
              <a:gd name="connsiteX148" fmla="*/ 4319816 w 8343900"/>
              <a:gd name="connsiteY148" fmla="*/ 528921 h 8343899"/>
              <a:gd name="connsiteX149" fmla="*/ 4348204 w 8343900"/>
              <a:gd name="connsiteY149" fmla="*/ 586816 h 8343899"/>
              <a:gd name="connsiteX150" fmla="*/ 4387925 w 8343900"/>
              <a:gd name="connsiteY150" fmla="*/ 787266 h 8343899"/>
              <a:gd name="connsiteX151" fmla="*/ 4400935 w 8343900"/>
              <a:gd name="connsiteY151" fmla="*/ 865567 h 8343899"/>
              <a:gd name="connsiteX152" fmla="*/ 4410526 w 8343900"/>
              <a:gd name="connsiteY152" fmla="*/ 891030 h 8343899"/>
              <a:gd name="connsiteX153" fmla="*/ 4434078 w 8343900"/>
              <a:gd name="connsiteY153" fmla="*/ 938783 h 8343899"/>
              <a:gd name="connsiteX154" fmla="*/ 4473233 w 8343900"/>
              <a:gd name="connsiteY154" fmla="*/ 1050442 h 8343899"/>
              <a:gd name="connsiteX155" fmla="*/ 4475441 w 8343900"/>
              <a:gd name="connsiteY155" fmla="*/ 1063864 h 8343899"/>
              <a:gd name="connsiteX156" fmla="*/ 4493127 w 8343900"/>
              <a:gd name="connsiteY156" fmla="*/ 1098197 h 8343899"/>
              <a:gd name="connsiteX157" fmla="*/ 4516297 w 8343900"/>
              <a:gd name="connsiteY157" fmla="*/ 1180377 h 8343899"/>
              <a:gd name="connsiteX158" fmla="*/ 4554145 w 8343900"/>
              <a:gd name="connsiteY158" fmla="*/ 1395110 h 8343899"/>
              <a:gd name="connsiteX159" fmla="*/ 4570603 w 8343900"/>
              <a:gd name="connsiteY159" fmla="*/ 1427734 h 8343899"/>
              <a:gd name="connsiteX160" fmla="*/ 4631091 w 8343900"/>
              <a:gd name="connsiteY160" fmla="*/ 1617935 h 8343899"/>
              <a:gd name="connsiteX161" fmla="*/ 4641404 w 8343900"/>
              <a:gd name="connsiteY161" fmla="*/ 1700341 h 8343899"/>
              <a:gd name="connsiteX162" fmla="*/ 4697906 w 8343900"/>
              <a:gd name="connsiteY162" fmla="*/ 1707982 h 8343899"/>
              <a:gd name="connsiteX163" fmla="*/ 5157418 w 8343900"/>
              <a:gd name="connsiteY163" fmla="*/ 1862946 h 8343899"/>
              <a:gd name="connsiteX164" fmla="*/ 5231870 w 8343900"/>
              <a:gd name="connsiteY164" fmla="*/ 1902292 h 8343899"/>
              <a:gd name="connsiteX165" fmla="*/ 5393582 w 8343900"/>
              <a:gd name="connsiteY165" fmla="*/ 1961815 h 8343899"/>
              <a:gd name="connsiteX166" fmla="*/ 5957710 w 8343900"/>
              <a:gd name="connsiteY166" fmla="*/ 2407329 h 8343899"/>
              <a:gd name="connsiteX167" fmla="*/ 5981566 w 8343900"/>
              <a:gd name="connsiteY167" fmla="*/ 2433577 h 8343899"/>
              <a:gd name="connsiteX168" fmla="*/ 8343900 w 8343900"/>
              <a:gd name="connsiteY168" fmla="*/ 4171949 h 8343899"/>
              <a:gd name="connsiteX169" fmla="*/ 8126963 w 8343900"/>
              <a:gd name="connsiteY169" fmla="*/ 4238810 h 8343899"/>
              <a:gd name="connsiteX170" fmla="*/ 8103601 w 8343900"/>
              <a:gd name="connsiteY170" fmla="*/ 4242158 h 8343899"/>
              <a:gd name="connsiteX171" fmla="*/ 8003131 w 8343900"/>
              <a:gd name="connsiteY171" fmla="*/ 4263512 h 8343899"/>
              <a:gd name="connsiteX172" fmla="*/ 7913624 w 8343900"/>
              <a:gd name="connsiteY172" fmla="*/ 4292091 h 8343899"/>
              <a:gd name="connsiteX173" fmla="*/ 7774874 w 8343900"/>
              <a:gd name="connsiteY173" fmla="*/ 4335725 h 8343899"/>
              <a:gd name="connsiteX174" fmla="*/ 7753851 w 8343900"/>
              <a:gd name="connsiteY174" fmla="*/ 4339113 h 8343899"/>
              <a:gd name="connsiteX175" fmla="*/ 7723335 w 8343900"/>
              <a:gd name="connsiteY175" fmla="*/ 4346366 h 8343899"/>
              <a:gd name="connsiteX176" fmla="*/ 7444232 w 8343900"/>
              <a:gd name="connsiteY176" fmla="*/ 4423155 h 8343899"/>
              <a:gd name="connsiteX177" fmla="*/ 7423270 w 8343900"/>
              <a:gd name="connsiteY177" fmla="*/ 4429544 h 8343899"/>
              <a:gd name="connsiteX178" fmla="*/ 7383432 w 8343900"/>
              <a:gd name="connsiteY178" fmla="*/ 4455880 h 8343899"/>
              <a:gd name="connsiteX179" fmla="*/ 7239790 w 8343900"/>
              <a:gd name="connsiteY179" fmla="*/ 4486028 h 8343899"/>
              <a:gd name="connsiteX180" fmla="*/ 7210756 w 8343900"/>
              <a:gd name="connsiteY180" fmla="*/ 4488978 h 8343899"/>
              <a:gd name="connsiteX181" fmla="*/ 7154619 w 8343900"/>
              <a:gd name="connsiteY181" fmla="*/ 4502496 h 8343899"/>
              <a:gd name="connsiteX182" fmla="*/ 7033128 w 8343900"/>
              <a:gd name="connsiteY182" fmla="*/ 4531833 h 8343899"/>
              <a:gd name="connsiteX183" fmla="*/ 6994398 w 8343900"/>
              <a:gd name="connsiteY183" fmla="*/ 4548758 h 8343899"/>
              <a:gd name="connsiteX184" fmla="*/ 6682085 w 8343900"/>
              <a:gd name="connsiteY184" fmla="*/ 4644917 h 8343899"/>
              <a:gd name="connsiteX185" fmla="*/ 6630532 w 8343900"/>
              <a:gd name="connsiteY185" fmla="*/ 4655547 h 8343899"/>
              <a:gd name="connsiteX186" fmla="*/ 6594044 w 8343900"/>
              <a:gd name="connsiteY186" fmla="*/ 4795756 h 8343899"/>
              <a:gd name="connsiteX187" fmla="*/ 6526035 w 8343900"/>
              <a:gd name="connsiteY187" fmla="*/ 4982261 h 8343899"/>
              <a:gd name="connsiteX188" fmla="*/ 6523940 w 8343900"/>
              <a:gd name="connsiteY188" fmla="*/ 4986615 h 8343899"/>
              <a:gd name="connsiteX189" fmla="*/ 6493463 w 8343900"/>
              <a:gd name="connsiteY189" fmla="*/ 5094093 h 8343899"/>
              <a:gd name="connsiteX190" fmla="*/ 5780491 w 8343900"/>
              <a:gd name="connsiteY190" fmla="*/ 6097637 h 8343899"/>
              <a:gd name="connsiteX191" fmla="*/ 5777375 w 8343900"/>
              <a:gd name="connsiteY191" fmla="*/ 6099966 h 8343899"/>
              <a:gd name="connsiteX192" fmla="*/ 5633955 w 8343900"/>
              <a:gd name="connsiteY192" fmla="*/ 5927401 h 8343899"/>
              <a:gd name="connsiteX193" fmla="*/ 5604490 w 8343900"/>
              <a:gd name="connsiteY193" fmla="*/ 5896320 h 8343899"/>
              <a:gd name="connsiteX194" fmla="*/ 5564588 w 8343900"/>
              <a:gd name="connsiteY194" fmla="*/ 5863065 h 8343899"/>
              <a:gd name="connsiteX195" fmla="*/ 5578532 w 8343900"/>
              <a:gd name="connsiteY195" fmla="*/ 5852638 h 8343899"/>
              <a:gd name="connsiteX196" fmla="*/ 6281845 w 8343900"/>
              <a:gd name="connsiteY196" fmla="*/ 4712303 h 8343899"/>
              <a:gd name="connsiteX197" fmla="*/ 6322582 w 8343900"/>
              <a:gd name="connsiteY197" fmla="*/ 4530162 h 8343899"/>
              <a:gd name="connsiteX198" fmla="*/ 6347086 w 8343900"/>
              <a:gd name="connsiteY198" fmla="*/ 4396020 h 8343899"/>
              <a:gd name="connsiteX199" fmla="*/ 6371140 w 8343900"/>
              <a:gd name="connsiteY199" fmla="*/ 4171949 h 8343899"/>
              <a:gd name="connsiteX200" fmla="*/ 6244762 w 8343900"/>
              <a:gd name="connsiteY200" fmla="*/ 3464109 h 8343899"/>
              <a:gd name="connsiteX201" fmla="*/ 6211873 w 8343900"/>
              <a:gd name="connsiteY201" fmla="*/ 3350837 h 8343899"/>
              <a:gd name="connsiteX202" fmla="*/ 6168434 w 8343900"/>
              <a:gd name="connsiteY202" fmla="*/ 3251005 h 8343899"/>
              <a:gd name="connsiteX203" fmla="*/ 6108261 w 8343900"/>
              <a:gd name="connsiteY203" fmla="*/ 3133761 h 8343899"/>
              <a:gd name="connsiteX204" fmla="*/ 6009748 w 8343900"/>
              <a:gd name="connsiteY204" fmla="*/ 2971604 h 8343899"/>
              <a:gd name="connsiteX205" fmla="*/ 6248111 w 8343900"/>
              <a:gd name="connsiteY205" fmla="*/ 2757503 h 8343899"/>
              <a:gd name="connsiteX206" fmla="*/ 6262439 w 8343900"/>
              <a:gd name="connsiteY206" fmla="*/ 2776664 h 8343899"/>
              <a:gd name="connsiteX207" fmla="*/ 6658752 w 8343900"/>
              <a:gd name="connsiteY207" fmla="*/ 3593042 h 8343899"/>
              <a:gd name="connsiteX208" fmla="*/ 6678545 w 8343900"/>
              <a:gd name="connsiteY208" fmla="*/ 3707443 h 8343899"/>
              <a:gd name="connsiteX209" fmla="*/ 6702225 w 8343900"/>
              <a:gd name="connsiteY209" fmla="*/ 3715341 h 8343899"/>
              <a:gd name="connsiteX210" fmla="*/ 6797905 w 8343900"/>
              <a:gd name="connsiteY210" fmla="*/ 3743204 h 8343899"/>
              <a:gd name="connsiteX211" fmla="*/ 6850687 w 8343900"/>
              <a:gd name="connsiteY211" fmla="*/ 3755989 h 8343899"/>
              <a:gd name="connsiteX212" fmla="*/ 6857492 w 8343900"/>
              <a:gd name="connsiteY212" fmla="*/ 3756913 h 8343899"/>
              <a:gd name="connsiteX213" fmla="*/ 7124976 w 8343900"/>
              <a:gd name="connsiteY213" fmla="*/ 3825498 h 8343899"/>
              <a:gd name="connsiteX214" fmla="*/ 7161717 w 8343900"/>
              <a:gd name="connsiteY214" fmla="*/ 3839630 h 8343899"/>
              <a:gd name="connsiteX215" fmla="*/ 7237365 w 8343900"/>
              <a:gd name="connsiteY215" fmla="*/ 3863253 h 8343899"/>
              <a:gd name="connsiteX216" fmla="*/ 7346442 w 8343900"/>
              <a:gd name="connsiteY216" fmla="*/ 3893438 h 8343899"/>
              <a:gd name="connsiteX217" fmla="*/ 7356648 w 8343900"/>
              <a:gd name="connsiteY217" fmla="*/ 3896701 h 8343899"/>
              <a:gd name="connsiteX218" fmla="*/ 7366000 w 8343900"/>
              <a:gd name="connsiteY218" fmla="*/ 3898899 h 8343899"/>
              <a:gd name="connsiteX219" fmla="*/ 7776761 w 8343900"/>
              <a:gd name="connsiteY219" fmla="*/ 4015372 h 8343899"/>
              <a:gd name="connsiteX220" fmla="*/ 7789230 w 8343900"/>
              <a:gd name="connsiteY220" fmla="*/ 4019086 h 8343899"/>
              <a:gd name="connsiteX221" fmla="*/ 7796276 w 8343900"/>
              <a:gd name="connsiteY221" fmla="*/ 4019041 h 8343899"/>
              <a:gd name="connsiteX222" fmla="*/ 8343900 w 8343900"/>
              <a:gd name="connsiteY222" fmla="*/ 4171949 h 834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</a:cxnLst>
            <a:rect l="l" t="t" r="r" b="b"/>
            <a:pathLst>
              <a:path w="8343900" h="8343899">
                <a:moveTo>
                  <a:pt x="2508925" y="5552743"/>
                </a:moveTo>
                <a:cubicBezTo>
                  <a:pt x="2475440" y="5622842"/>
                  <a:pt x="2333644" y="5697008"/>
                  <a:pt x="2272572" y="5765038"/>
                </a:cubicBezTo>
                <a:cubicBezTo>
                  <a:pt x="2270451" y="5763646"/>
                  <a:pt x="2269973" y="5761807"/>
                  <a:pt x="2267402" y="5759350"/>
                </a:cubicBezTo>
                <a:cubicBezTo>
                  <a:pt x="2152221" y="5614218"/>
                  <a:pt x="2034979" y="5433333"/>
                  <a:pt x="1936535" y="5234434"/>
                </a:cubicBezTo>
                <a:lnTo>
                  <a:pt x="1936318" y="5233951"/>
                </a:lnTo>
                <a:lnTo>
                  <a:pt x="1916330" y="5202203"/>
                </a:lnTo>
                <a:cubicBezTo>
                  <a:pt x="1832209" y="5061445"/>
                  <a:pt x="1764003" y="4922179"/>
                  <a:pt x="1723581" y="4758953"/>
                </a:cubicBezTo>
                <a:lnTo>
                  <a:pt x="1700160" y="4639307"/>
                </a:lnTo>
                <a:lnTo>
                  <a:pt x="1681217" y="4636614"/>
                </a:lnTo>
                <a:cubicBezTo>
                  <a:pt x="1585694" y="4624303"/>
                  <a:pt x="1490428" y="4613652"/>
                  <a:pt x="1408176" y="4565141"/>
                </a:cubicBezTo>
                <a:lnTo>
                  <a:pt x="1405685" y="4563829"/>
                </a:lnTo>
                <a:lnTo>
                  <a:pt x="1388618" y="4559680"/>
                </a:lnTo>
                <a:cubicBezTo>
                  <a:pt x="1180012" y="4496663"/>
                  <a:pt x="1150878" y="4552276"/>
                  <a:pt x="958342" y="4439538"/>
                </a:cubicBezTo>
                <a:lnTo>
                  <a:pt x="956990" y="4438865"/>
                </a:lnTo>
                <a:lnTo>
                  <a:pt x="938784" y="4434077"/>
                </a:lnTo>
                <a:cubicBezTo>
                  <a:pt x="753834" y="4379716"/>
                  <a:pt x="711721" y="4386469"/>
                  <a:pt x="574054" y="4338287"/>
                </a:cubicBezTo>
                <a:lnTo>
                  <a:pt x="569594" y="4336630"/>
                </a:lnTo>
                <a:lnTo>
                  <a:pt x="559976" y="4335108"/>
                </a:lnTo>
                <a:cubicBezTo>
                  <a:pt x="517260" y="4326111"/>
                  <a:pt x="474285" y="4313325"/>
                  <a:pt x="430276" y="4292091"/>
                </a:cubicBezTo>
                <a:lnTo>
                  <a:pt x="399198" y="4278986"/>
                </a:lnTo>
                <a:lnTo>
                  <a:pt x="379284" y="4273593"/>
                </a:lnTo>
                <a:cubicBezTo>
                  <a:pt x="262495" y="4245985"/>
                  <a:pt x="171277" y="4245461"/>
                  <a:pt x="0" y="4171949"/>
                </a:cubicBezTo>
                <a:cubicBezTo>
                  <a:pt x="195496" y="4125856"/>
                  <a:pt x="270131" y="4073647"/>
                  <a:pt x="445899" y="4038469"/>
                </a:cubicBezTo>
                <a:lnTo>
                  <a:pt x="451472" y="4037521"/>
                </a:lnTo>
                <a:lnTo>
                  <a:pt x="487456" y="4027058"/>
                </a:lnTo>
                <a:cubicBezTo>
                  <a:pt x="506792" y="4022821"/>
                  <a:pt x="526689" y="4020001"/>
                  <a:pt x="547624" y="4019041"/>
                </a:cubicBezTo>
                <a:lnTo>
                  <a:pt x="578247" y="4014912"/>
                </a:lnTo>
                <a:lnTo>
                  <a:pt x="613424" y="4008189"/>
                </a:lnTo>
                <a:lnTo>
                  <a:pt x="678814" y="3989844"/>
                </a:lnTo>
                <a:lnTo>
                  <a:pt x="786325" y="3946056"/>
                </a:lnTo>
                <a:cubicBezTo>
                  <a:pt x="843935" y="3921057"/>
                  <a:pt x="900793" y="3897457"/>
                  <a:pt x="958697" y="3889792"/>
                </a:cubicBezTo>
                <a:lnTo>
                  <a:pt x="968208" y="3889496"/>
                </a:lnTo>
                <a:lnTo>
                  <a:pt x="975763" y="3887856"/>
                </a:lnTo>
                <a:cubicBezTo>
                  <a:pt x="990217" y="3886082"/>
                  <a:pt x="1003933" y="3885980"/>
                  <a:pt x="1017016" y="3887977"/>
                </a:cubicBezTo>
                <a:lnTo>
                  <a:pt x="1060711" y="3887394"/>
                </a:lnTo>
                <a:lnTo>
                  <a:pt x="1096790" y="3879287"/>
                </a:lnTo>
                <a:cubicBezTo>
                  <a:pt x="1165995" y="3857640"/>
                  <a:pt x="1246180" y="3807044"/>
                  <a:pt x="1368555" y="3780472"/>
                </a:cubicBezTo>
                <a:lnTo>
                  <a:pt x="1436702" y="3769535"/>
                </a:lnTo>
                <a:lnTo>
                  <a:pt x="1486408" y="3756913"/>
                </a:lnTo>
                <a:cubicBezTo>
                  <a:pt x="1540906" y="3748509"/>
                  <a:pt x="1590236" y="3737080"/>
                  <a:pt x="1635389" y="3724422"/>
                </a:cubicBezTo>
                <a:lnTo>
                  <a:pt x="1717550" y="3697995"/>
                </a:lnTo>
                <a:lnTo>
                  <a:pt x="1726913" y="3627373"/>
                </a:lnTo>
                <a:cubicBezTo>
                  <a:pt x="1783722" y="3280158"/>
                  <a:pt x="1914226" y="2953984"/>
                  <a:pt x="2123741" y="2776664"/>
                </a:cubicBezTo>
                <a:cubicBezTo>
                  <a:pt x="2127494" y="2763686"/>
                  <a:pt x="2135348" y="2756011"/>
                  <a:pt x="2144315" y="2747424"/>
                </a:cubicBezTo>
                <a:lnTo>
                  <a:pt x="2152613" y="2738869"/>
                </a:lnTo>
                <a:lnTo>
                  <a:pt x="2171563" y="2712711"/>
                </a:lnTo>
                <a:cubicBezTo>
                  <a:pt x="2261285" y="2787449"/>
                  <a:pt x="2286571" y="2850048"/>
                  <a:pt x="2387669" y="2953307"/>
                </a:cubicBezTo>
                <a:cubicBezTo>
                  <a:pt x="2387535" y="2953497"/>
                  <a:pt x="2387219" y="2953755"/>
                  <a:pt x="2387016" y="2954181"/>
                </a:cubicBezTo>
                <a:cubicBezTo>
                  <a:pt x="2217325" y="3202575"/>
                  <a:pt x="2063905" y="3558287"/>
                  <a:pt x="2019573" y="3874432"/>
                </a:cubicBezTo>
                <a:lnTo>
                  <a:pt x="2009289" y="3999744"/>
                </a:lnTo>
                <a:lnTo>
                  <a:pt x="2015040" y="4171949"/>
                </a:lnTo>
                <a:cubicBezTo>
                  <a:pt x="2022135" y="4359981"/>
                  <a:pt x="2043240" y="4533889"/>
                  <a:pt x="2079216" y="4694456"/>
                </a:cubicBezTo>
                <a:lnTo>
                  <a:pt x="2113405" y="4824773"/>
                </a:lnTo>
                <a:lnTo>
                  <a:pt x="2164255" y="4969557"/>
                </a:lnTo>
                <a:cubicBezTo>
                  <a:pt x="2226184" y="5127747"/>
                  <a:pt x="2303035" y="5274302"/>
                  <a:pt x="2387016" y="5389718"/>
                </a:cubicBezTo>
                <a:cubicBezTo>
                  <a:pt x="2419238" y="5422165"/>
                  <a:pt x="2440435" y="5457114"/>
                  <a:pt x="2458218" y="5486855"/>
                </a:cubicBezTo>
                <a:lnTo>
                  <a:pt x="2476572" y="5515960"/>
                </a:lnTo>
                <a:close/>
                <a:moveTo>
                  <a:pt x="5428320" y="6338534"/>
                </a:moveTo>
                <a:cubicBezTo>
                  <a:pt x="5421356" y="6345054"/>
                  <a:pt x="5414638" y="6348546"/>
                  <a:pt x="5407306" y="6352132"/>
                </a:cubicBezTo>
                <a:lnTo>
                  <a:pt x="5405314" y="6353276"/>
                </a:lnTo>
                <a:lnTo>
                  <a:pt x="5403585" y="6354383"/>
                </a:lnTo>
                <a:cubicBezTo>
                  <a:pt x="5396168" y="6357705"/>
                  <a:pt x="5389378" y="6360372"/>
                  <a:pt x="5382617" y="6366300"/>
                </a:cubicBezTo>
                <a:cubicBezTo>
                  <a:pt x="5305316" y="6419376"/>
                  <a:pt x="5215913" y="6462227"/>
                  <a:pt x="5119392" y="6497275"/>
                </a:cubicBezTo>
                <a:lnTo>
                  <a:pt x="5077545" y="6510439"/>
                </a:lnTo>
                <a:lnTo>
                  <a:pt x="4974576" y="6550659"/>
                </a:lnTo>
                <a:cubicBezTo>
                  <a:pt x="4914537" y="6572045"/>
                  <a:pt x="4853144" y="6591240"/>
                  <a:pt x="4790460" y="6607703"/>
                </a:cubicBezTo>
                <a:lnTo>
                  <a:pt x="4656817" y="6636019"/>
                </a:lnTo>
                <a:lnTo>
                  <a:pt x="4647619" y="6659962"/>
                </a:lnTo>
                <a:lnTo>
                  <a:pt x="4611480" y="6744255"/>
                </a:lnTo>
                <a:lnTo>
                  <a:pt x="4586986" y="6857491"/>
                </a:lnTo>
                <a:cubicBezTo>
                  <a:pt x="4598229" y="6974129"/>
                  <a:pt x="4507071" y="7096517"/>
                  <a:pt x="4466844" y="7287767"/>
                </a:cubicBezTo>
                <a:lnTo>
                  <a:pt x="4438300" y="7403764"/>
                </a:lnTo>
                <a:lnTo>
                  <a:pt x="4434109" y="7465387"/>
                </a:lnTo>
                <a:cubicBezTo>
                  <a:pt x="4424344" y="7534947"/>
                  <a:pt x="4402801" y="7576652"/>
                  <a:pt x="4380545" y="7617112"/>
                </a:cubicBezTo>
                <a:lnTo>
                  <a:pt x="4366681" y="7645751"/>
                </a:lnTo>
                <a:lnTo>
                  <a:pt x="4359613" y="7668581"/>
                </a:lnTo>
                <a:cubicBezTo>
                  <a:pt x="4349468" y="7702327"/>
                  <a:pt x="4341120" y="7732193"/>
                  <a:pt x="4335780" y="7757159"/>
                </a:cubicBezTo>
                <a:cubicBezTo>
                  <a:pt x="4333110" y="7769641"/>
                  <a:pt x="4328835" y="7783353"/>
                  <a:pt x="4323364" y="7798395"/>
                </a:cubicBezTo>
                <a:lnTo>
                  <a:pt x="4316180" y="7816433"/>
                </a:lnTo>
                <a:lnTo>
                  <a:pt x="4313936" y="7835391"/>
                </a:lnTo>
                <a:cubicBezTo>
                  <a:pt x="4301958" y="8060586"/>
                  <a:pt x="4231838" y="8104996"/>
                  <a:pt x="4171950" y="8343899"/>
                </a:cubicBezTo>
                <a:cubicBezTo>
                  <a:pt x="4134018" y="8272067"/>
                  <a:pt x="4126637" y="8208137"/>
                  <a:pt x="4116729" y="8137901"/>
                </a:cubicBezTo>
                <a:lnTo>
                  <a:pt x="4097180" y="8033229"/>
                </a:lnTo>
                <a:lnTo>
                  <a:pt x="4093643" y="8019015"/>
                </a:lnTo>
                <a:lnTo>
                  <a:pt x="4076217" y="7963233"/>
                </a:lnTo>
                <a:cubicBezTo>
                  <a:pt x="4068141" y="7941311"/>
                  <a:pt x="4058357" y="7918329"/>
                  <a:pt x="4046347" y="7894065"/>
                </a:cubicBezTo>
                <a:cubicBezTo>
                  <a:pt x="3962278" y="7724216"/>
                  <a:pt x="3975565" y="7633867"/>
                  <a:pt x="3928625" y="7463792"/>
                </a:cubicBezTo>
                <a:lnTo>
                  <a:pt x="3913593" y="7415325"/>
                </a:lnTo>
                <a:lnTo>
                  <a:pt x="3909822" y="7405115"/>
                </a:lnTo>
                <a:cubicBezTo>
                  <a:pt x="3841924" y="7246602"/>
                  <a:pt x="3845035" y="7137968"/>
                  <a:pt x="3784219" y="6955281"/>
                </a:cubicBezTo>
                <a:lnTo>
                  <a:pt x="3772927" y="6915381"/>
                </a:lnTo>
                <a:lnTo>
                  <a:pt x="3724695" y="6813267"/>
                </a:lnTo>
                <a:cubicBezTo>
                  <a:pt x="3714749" y="6782877"/>
                  <a:pt x="3706150" y="6749549"/>
                  <a:pt x="3698209" y="6714540"/>
                </a:cubicBezTo>
                <a:lnTo>
                  <a:pt x="3679421" y="6623862"/>
                </a:lnTo>
                <a:lnTo>
                  <a:pt x="3509568" y="6588944"/>
                </a:lnTo>
                <a:cubicBezTo>
                  <a:pt x="3153938" y="6498713"/>
                  <a:pt x="2843793" y="6332373"/>
                  <a:pt x="2605688" y="6097637"/>
                </a:cubicBezTo>
                <a:cubicBezTo>
                  <a:pt x="2590723" y="6090696"/>
                  <a:pt x="2584642" y="6074180"/>
                  <a:pt x="2567800" y="6063201"/>
                </a:cubicBezTo>
                <a:cubicBezTo>
                  <a:pt x="2612770" y="5978727"/>
                  <a:pt x="2744116" y="5913395"/>
                  <a:pt x="2804952" y="5850188"/>
                </a:cubicBezTo>
                <a:cubicBezTo>
                  <a:pt x="2806148" y="5850869"/>
                  <a:pt x="2807014" y="5852169"/>
                  <a:pt x="2807648" y="5852638"/>
                </a:cubicBezTo>
                <a:cubicBezTo>
                  <a:pt x="3156481" y="6101176"/>
                  <a:pt x="3761041" y="6309437"/>
                  <a:pt x="4193090" y="6349999"/>
                </a:cubicBezTo>
                <a:cubicBezTo>
                  <a:pt x="4273750" y="6340826"/>
                  <a:pt x="4354069" y="6333689"/>
                  <a:pt x="4432426" y="6326107"/>
                </a:cubicBezTo>
                <a:lnTo>
                  <a:pt x="4555818" y="6311703"/>
                </a:lnTo>
                <a:lnTo>
                  <a:pt x="4666440" y="6295516"/>
                </a:lnTo>
                <a:cubicBezTo>
                  <a:pt x="4817139" y="6267563"/>
                  <a:pt x="4951355" y="6229243"/>
                  <a:pt x="5040885" y="6178837"/>
                </a:cubicBezTo>
                <a:cubicBezTo>
                  <a:pt x="5058609" y="6167968"/>
                  <a:pt x="5074340" y="6160423"/>
                  <a:pt x="5088910" y="6154465"/>
                </a:cubicBezTo>
                <a:lnTo>
                  <a:pt x="5117464" y="6144139"/>
                </a:lnTo>
                <a:lnTo>
                  <a:pt x="5136394" y="6137029"/>
                </a:lnTo>
                <a:lnTo>
                  <a:pt x="5156919" y="6128760"/>
                </a:lnTo>
                <a:lnTo>
                  <a:pt x="5169818" y="6123384"/>
                </a:lnTo>
                <a:lnTo>
                  <a:pt x="5211189" y="6096797"/>
                </a:lnTo>
                <a:cubicBezTo>
                  <a:pt x="5269263" y="6149529"/>
                  <a:pt x="5299410" y="6193357"/>
                  <a:pt x="5327107" y="6232305"/>
                </a:cubicBezTo>
                <a:lnTo>
                  <a:pt x="5332670" y="6239472"/>
                </a:lnTo>
                <a:lnTo>
                  <a:pt x="5377121" y="6292920"/>
                </a:lnTo>
                <a:cubicBezTo>
                  <a:pt x="5392487" y="6309450"/>
                  <a:pt x="5408872" y="6324547"/>
                  <a:pt x="5428320" y="6338534"/>
                </a:cubicBezTo>
                <a:close/>
                <a:moveTo>
                  <a:pt x="5981566" y="2433577"/>
                </a:moveTo>
                <a:cubicBezTo>
                  <a:pt x="5897686" y="2551636"/>
                  <a:pt x="5804562" y="2561805"/>
                  <a:pt x="5745625" y="2645502"/>
                </a:cubicBezTo>
                <a:cubicBezTo>
                  <a:pt x="5738694" y="2639499"/>
                  <a:pt x="5737627" y="2636283"/>
                  <a:pt x="5733204" y="2631835"/>
                </a:cubicBezTo>
                <a:cubicBezTo>
                  <a:pt x="5503717" y="2451858"/>
                  <a:pt x="5200349" y="2248114"/>
                  <a:pt x="4854552" y="2120330"/>
                </a:cubicBezTo>
                <a:lnTo>
                  <a:pt x="4701462" y="2072196"/>
                </a:lnTo>
                <a:lnTo>
                  <a:pt x="4671369" y="2064494"/>
                </a:lnTo>
                <a:cubicBezTo>
                  <a:pt x="4526096" y="2033276"/>
                  <a:pt x="4367934" y="2010474"/>
                  <a:pt x="4193090" y="1993900"/>
                </a:cubicBezTo>
                <a:cubicBezTo>
                  <a:pt x="3983487" y="2029376"/>
                  <a:pt x="3728701" y="2057732"/>
                  <a:pt x="3480529" y="2125211"/>
                </a:cubicBezTo>
                <a:lnTo>
                  <a:pt x="3323124" y="2175377"/>
                </a:lnTo>
                <a:lnTo>
                  <a:pt x="3169267" y="2253258"/>
                </a:lnTo>
                <a:cubicBezTo>
                  <a:pt x="3051025" y="2319129"/>
                  <a:pt x="2930686" y="2398186"/>
                  <a:pt x="2807648" y="2491260"/>
                </a:cubicBezTo>
                <a:cubicBezTo>
                  <a:pt x="2770564" y="2554941"/>
                  <a:pt x="2701450" y="2577416"/>
                  <a:pt x="2658087" y="2627190"/>
                </a:cubicBezTo>
                <a:cubicBezTo>
                  <a:pt x="2632905" y="2607746"/>
                  <a:pt x="2614117" y="2587655"/>
                  <a:pt x="2598337" y="2567361"/>
                </a:cubicBezTo>
                <a:lnTo>
                  <a:pt x="2580219" y="2540834"/>
                </a:lnTo>
                <a:lnTo>
                  <a:pt x="2534335" y="2489658"/>
                </a:lnTo>
                <a:cubicBezTo>
                  <a:pt x="2501929" y="2453429"/>
                  <a:pt x="2475453" y="2423721"/>
                  <a:pt x="2446162" y="2391249"/>
                </a:cubicBezTo>
                <a:cubicBezTo>
                  <a:pt x="2478821" y="2347728"/>
                  <a:pt x="2503309" y="2330168"/>
                  <a:pt x="2527329" y="2314144"/>
                </a:cubicBezTo>
                <a:lnTo>
                  <a:pt x="2556975" y="2293161"/>
                </a:lnTo>
                <a:lnTo>
                  <a:pt x="2564239" y="2286993"/>
                </a:lnTo>
                <a:cubicBezTo>
                  <a:pt x="2577059" y="2275471"/>
                  <a:pt x="2590601" y="2262413"/>
                  <a:pt x="2605688" y="2246262"/>
                </a:cubicBezTo>
                <a:cubicBezTo>
                  <a:pt x="2863254" y="1926482"/>
                  <a:pt x="3161168" y="1774274"/>
                  <a:pt x="3509491" y="1711056"/>
                </a:cubicBezTo>
                <a:lnTo>
                  <a:pt x="3680797" y="1688855"/>
                </a:lnTo>
                <a:lnTo>
                  <a:pt x="3720628" y="1588237"/>
                </a:lnTo>
                <a:lnTo>
                  <a:pt x="3772562" y="1429972"/>
                </a:lnTo>
                <a:lnTo>
                  <a:pt x="3789304" y="1368625"/>
                </a:lnTo>
                <a:lnTo>
                  <a:pt x="3812099" y="1284448"/>
                </a:lnTo>
                <a:cubicBezTo>
                  <a:pt x="3834084" y="1206008"/>
                  <a:pt x="3849594" y="1155638"/>
                  <a:pt x="3866366" y="1096750"/>
                </a:cubicBezTo>
                <a:lnTo>
                  <a:pt x="3887792" y="1018169"/>
                </a:lnTo>
                <a:lnTo>
                  <a:pt x="3887978" y="1017016"/>
                </a:lnTo>
                <a:cubicBezTo>
                  <a:pt x="3894129" y="900716"/>
                  <a:pt x="3999929" y="686402"/>
                  <a:pt x="4019042" y="547623"/>
                </a:cubicBezTo>
                <a:lnTo>
                  <a:pt x="4027067" y="512261"/>
                </a:lnTo>
                <a:lnTo>
                  <a:pt x="4034169" y="468481"/>
                </a:lnTo>
                <a:cubicBezTo>
                  <a:pt x="4065956" y="324599"/>
                  <a:pt x="4156053" y="149463"/>
                  <a:pt x="4171950" y="0"/>
                </a:cubicBezTo>
                <a:cubicBezTo>
                  <a:pt x="4204517" y="116157"/>
                  <a:pt x="4237658" y="263293"/>
                  <a:pt x="4313936" y="508508"/>
                </a:cubicBezTo>
                <a:lnTo>
                  <a:pt x="4319816" y="528921"/>
                </a:lnTo>
                <a:lnTo>
                  <a:pt x="4348204" y="586816"/>
                </a:lnTo>
                <a:cubicBezTo>
                  <a:pt x="4371386" y="648580"/>
                  <a:pt x="4379425" y="718387"/>
                  <a:pt x="4387925" y="787266"/>
                </a:cubicBezTo>
                <a:lnTo>
                  <a:pt x="4400935" y="865567"/>
                </a:lnTo>
                <a:lnTo>
                  <a:pt x="4410526" y="891030"/>
                </a:lnTo>
                <a:cubicBezTo>
                  <a:pt x="4416998" y="905932"/>
                  <a:pt x="4424710" y="921663"/>
                  <a:pt x="4434078" y="938783"/>
                </a:cubicBezTo>
                <a:cubicBezTo>
                  <a:pt x="4452815" y="973024"/>
                  <a:pt x="4464585" y="1010695"/>
                  <a:pt x="4473233" y="1050442"/>
                </a:cubicBezTo>
                <a:lnTo>
                  <a:pt x="4475441" y="1063864"/>
                </a:lnTo>
                <a:lnTo>
                  <a:pt x="4493127" y="1098197"/>
                </a:lnTo>
                <a:cubicBezTo>
                  <a:pt x="4502038" y="1122313"/>
                  <a:pt x="4509520" y="1149854"/>
                  <a:pt x="4516297" y="1180377"/>
                </a:cubicBezTo>
                <a:lnTo>
                  <a:pt x="4554145" y="1395110"/>
                </a:lnTo>
                <a:lnTo>
                  <a:pt x="4570603" y="1427734"/>
                </a:lnTo>
                <a:cubicBezTo>
                  <a:pt x="4607393" y="1487788"/>
                  <a:pt x="4621710" y="1551856"/>
                  <a:pt x="4631091" y="1617935"/>
                </a:cubicBezTo>
                <a:lnTo>
                  <a:pt x="4641404" y="1700341"/>
                </a:lnTo>
                <a:lnTo>
                  <a:pt x="4697906" y="1707982"/>
                </a:lnTo>
                <a:cubicBezTo>
                  <a:pt x="4858389" y="1740958"/>
                  <a:pt x="5011320" y="1794497"/>
                  <a:pt x="5157418" y="1862946"/>
                </a:cubicBezTo>
                <a:lnTo>
                  <a:pt x="5231870" y="1902292"/>
                </a:lnTo>
                <a:lnTo>
                  <a:pt x="5393582" y="1961815"/>
                </a:lnTo>
                <a:cubicBezTo>
                  <a:pt x="5623979" y="2061943"/>
                  <a:pt x="5825721" y="2201992"/>
                  <a:pt x="5957710" y="2407329"/>
                </a:cubicBezTo>
                <a:cubicBezTo>
                  <a:pt x="5968423" y="2413890"/>
                  <a:pt x="5969678" y="2426106"/>
                  <a:pt x="5981566" y="2433577"/>
                </a:cubicBezTo>
                <a:close/>
                <a:moveTo>
                  <a:pt x="8343900" y="4171949"/>
                </a:moveTo>
                <a:cubicBezTo>
                  <a:pt x="8249953" y="4222598"/>
                  <a:pt x="8188159" y="4231835"/>
                  <a:pt x="8126963" y="4238810"/>
                </a:cubicBezTo>
                <a:lnTo>
                  <a:pt x="8103601" y="4242158"/>
                </a:lnTo>
                <a:lnTo>
                  <a:pt x="8003131" y="4263512"/>
                </a:lnTo>
                <a:cubicBezTo>
                  <a:pt x="7966440" y="4272240"/>
                  <a:pt x="7934988" y="4281445"/>
                  <a:pt x="7913624" y="4292091"/>
                </a:cubicBezTo>
                <a:cubicBezTo>
                  <a:pt x="7867850" y="4312889"/>
                  <a:pt x="7821022" y="4326135"/>
                  <a:pt x="7774874" y="4335725"/>
                </a:cubicBezTo>
                <a:lnTo>
                  <a:pt x="7753851" y="4339113"/>
                </a:lnTo>
                <a:lnTo>
                  <a:pt x="7723335" y="4346366"/>
                </a:lnTo>
                <a:cubicBezTo>
                  <a:pt x="7642153" y="4364734"/>
                  <a:pt x="7546168" y="4386854"/>
                  <a:pt x="7444232" y="4423155"/>
                </a:cubicBezTo>
                <a:lnTo>
                  <a:pt x="7423270" y="4429544"/>
                </a:lnTo>
                <a:lnTo>
                  <a:pt x="7383432" y="4455880"/>
                </a:lnTo>
                <a:cubicBezTo>
                  <a:pt x="7340630" y="4476924"/>
                  <a:pt x="7293046" y="4481227"/>
                  <a:pt x="7239790" y="4486028"/>
                </a:cubicBezTo>
                <a:lnTo>
                  <a:pt x="7210756" y="4488978"/>
                </a:lnTo>
                <a:lnTo>
                  <a:pt x="7154619" y="4502496"/>
                </a:lnTo>
                <a:lnTo>
                  <a:pt x="7033128" y="4531833"/>
                </a:lnTo>
                <a:lnTo>
                  <a:pt x="6994398" y="4548758"/>
                </a:lnTo>
                <a:cubicBezTo>
                  <a:pt x="6889446" y="4603928"/>
                  <a:pt x="6792745" y="4623203"/>
                  <a:pt x="6682085" y="4644917"/>
                </a:cubicBezTo>
                <a:lnTo>
                  <a:pt x="6630532" y="4655547"/>
                </a:lnTo>
                <a:lnTo>
                  <a:pt x="6594044" y="4795756"/>
                </a:lnTo>
                <a:cubicBezTo>
                  <a:pt x="6574095" y="4859443"/>
                  <a:pt x="6551319" y="4921522"/>
                  <a:pt x="6526035" y="4982261"/>
                </a:cubicBezTo>
                <a:lnTo>
                  <a:pt x="6523940" y="4986615"/>
                </a:lnTo>
                <a:lnTo>
                  <a:pt x="6493463" y="5094093"/>
                </a:lnTo>
                <a:cubicBezTo>
                  <a:pt x="6345745" y="5542950"/>
                  <a:pt x="6123377" y="5882840"/>
                  <a:pt x="5780491" y="6097637"/>
                </a:cubicBezTo>
                <a:cubicBezTo>
                  <a:pt x="5779534" y="6098863"/>
                  <a:pt x="5777801" y="6099121"/>
                  <a:pt x="5777375" y="6099966"/>
                </a:cubicBezTo>
                <a:cubicBezTo>
                  <a:pt x="5707473" y="6054124"/>
                  <a:pt x="5688366" y="5991676"/>
                  <a:pt x="5633955" y="5927401"/>
                </a:cubicBezTo>
                <a:lnTo>
                  <a:pt x="5604490" y="5896320"/>
                </a:lnTo>
                <a:lnTo>
                  <a:pt x="5564588" y="5863065"/>
                </a:lnTo>
                <a:cubicBezTo>
                  <a:pt x="5570713" y="5857099"/>
                  <a:pt x="5574370" y="5856502"/>
                  <a:pt x="5578532" y="5852638"/>
                </a:cubicBezTo>
                <a:cubicBezTo>
                  <a:pt x="5861667" y="5587671"/>
                  <a:pt x="6141225" y="5211337"/>
                  <a:pt x="6281845" y="4712303"/>
                </a:cubicBezTo>
                <a:lnTo>
                  <a:pt x="6322582" y="4530162"/>
                </a:lnTo>
                <a:lnTo>
                  <a:pt x="6347086" y="4396020"/>
                </a:lnTo>
                <a:cubicBezTo>
                  <a:pt x="6358114" y="4319446"/>
                  <a:pt x="6366051" y="4244392"/>
                  <a:pt x="6371140" y="4171949"/>
                </a:cubicBezTo>
                <a:cubicBezTo>
                  <a:pt x="6320145" y="3918552"/>
                  <a:pt x="6296729" y="3673035"/>
                  <a:pt x="6244762" y="3464109"/>
                </a:cubicBezTo>
                <a:lnTo>
                  <a:pt x="6211873" y="3350837"/>
                </a:lnTo>
                <a:lnTo>
                  <a:pt x="6168434" y="3251005"/>
                </a:lnTo>
                <a:cubicBezTo>
                  <a:pt x="6149247" y="3210430"/>
                  <a:pt x="6129128" y="3171221"/>
                  <a:pt x="6108261" y="3133761"/>
                </a:cubicBezTo>
                <a:cubicBezTo>
                  <a:pt x="6058208" y="3079435"/>
                  <a:pt x="6055968" y="3037659"/>
                  <a:pt x="6009748" y="2971604"/>
                </a:cubicBezTo>
                <a:cubicBezTo>
                  <a:pt x="6097377" y="2853495"/>
                  <a:pt x="6159033" y="2839980"/>
                  <a:pt x="6248111" y="2757503"/>
                </a:cubicBezTo>
                <a:cubicBezTo>
                  <a:pt x="6254231" y="2764828"/>
                  <a:pt x="6259195" y="2772947"/>
                  <a:pt x="6262439" y="2776664"/>
                </a:cubicBezTo>
                <a:cubicBezTo>
                  <a:pt x="6414343" y="2973581"/>
                  <a:pt x="6582156" y="3253603"/>
                  <a:pt x="6658752" y="3593042"/>
                </a:cubicBezTo>
                <a:lnTo>
                  <a:pt x="6678545" y="3707443"/>
                </a:lnTo>
                <a:lnTo>
                  <a:pt x="6702225" y="3715341"/>
                </a:lnTo>
                <a:cubicBezTo>
                  <a:pt x="6730727" y="3724429"/>
                  <a:pt x="6761891" y="3733729"/>
                  <a:pt x="6797905" y="3743204"/>
                </a:cubicBezTo>
                <a:lnTo>
                  <a:pt x="6850687" y="3755989"/>
                </a:lnTo>
                <a:lnTo>
                  <a:pt x="6857492" y="3756913"/>
                </a:lnTo>
                <a:cubicBezTo>
                  <a:pt x="6972133" y="3766585"/>
                  <a:pt x="7050760" y="3795640"/>
                  <a:pt x="7124976" y="3825498"/>
                </a:cubicBezTo>
                <a:lnTo>
                  <a:pt x="7161717" y="3839630"/>
                </a:lnTo>
                <a:lnTo>
                  <a:pt x="7237365" y="3863253"/>
                </a:lnTo>
                <a:cubicBezTo>
                  <a:pt x="7270855" y="3873389"/>
                  <a:pt x="7305952" y="3883380"/>
                  <a:pt x="7346442" y="3893438"/>
                </a:cubicBezTo>
                <a:lnTo>
                  <a:pt x="7356648" y="3896701"/>
                </a:lnTo>
                <a:lnTo>
                  <a:pt x="7366000" y="3898899"/>
                </a:lnTo>
                <a:cubicBezTo>
                  <a:pt x="7511502" y="3918224"/>
                  <a:pt x="7664021" y="3979160"/>
                  <a:pt x="7776761" y="4015372"/>
                </a:cubicBezTo>
                <a:lnTo>
                  <a:pt x="7789230" y="4019086"/>
                </a:lnTo>
                <a:lnTo>
                  <a:pt x="7796276" y="4019041"/>
                </a:lnTo>
                <a:cubicBezTo>
                  <a:pt x="7923656" y="4004911"/>
                  <a:pt x="8114133" y="4132269"/>
                  <a:pt x="8343900" y="417194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69575568-03AC-4984-9AC4-202CF17DB834}"/>
              </a:ext>
            </a:extLst>
          </p:cNvPr>
          <p:cNvGrpSpPr/>
          <p:nvPr/>
        </p:nvGrpSpPr>
        <p:grpSpPr>
          <a:xfrm rot="19828201">
            <a:off x="2015719" y="1904210"/>
            <a:ext cx="1415325" cy="1489211"/>
            <a:chOff x="5193909" y="2479815"/>
            <a:chExt cx="1804182" cy="1898368"/>
          </a:xfrm>
        </p:grpSpPr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1930444F-5400-4023-8935-96C709E2C99B}"/>
                </a:ext>
              </a:extLst>
            </p:cNvPr>
            <p:cNvSpPr/>
            <p:nvPr/>
          </p:nvSpPr>
          <p:spPr>
            <a:xfrm>
              <a:off x="5617456" y="3093772"/>
              <a:ext cx="1188315" cy="11883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323A868B-6F73-4AF2-85DC-730E2934E57B}"/>
                </a:ext>
              </a:extLst>
            </p:cNvPr>
            <p:cNvSpPr/>
            <p:nvPr/>
          </p:nvSpPr>
          <p:spPr>
            <a:xfrm rot="18916223">
              <a:off x="5193909" y="2479815"/>
              <a:ext cx="1804182" cy="1898368"/>
            </a:xfrm>
            <a:custGeom>
              <a:avLst/>
              <a:gdLst>
                <a:gd name="connsiteX0" fmla="*/ 2869038 w 4877140"/>
                <a:gd name="connsiteY0" fmla="*/ 3080405 h 5131748"/>
                <a:gd name="connsiteX1" fmla="*/ 2873804 w 4877140"/>
                <a:gd name="connsiteY1" fmla="*/ 4090238 h 5131748"/>
                <a:gd name="connsiteX2" fmla="*/ 1863970 w 4877140"/>
                <a:gd name="connsiteY2" fmla="*/ 4095004 h 5131748"/>
                <a:gd name="connsiteX3" fmla="*/ 1859205 w 4877140"/>
                <a:gd name="connsiteY3" fmla="*/ 3085170 h 5131748"/>
                <a:gd name="connsiteX4" fmla="*/ 2869038 w 4877140"/>
                <a:gd name="connsiteY4" fmla="*/ 3080405 h 5131748"/>
                <a:gd name="connsiteX5" fmla="*/ 3186981 w 4877140"/>
                <a:gd name="connsiteY5" fmla="*/ 2499237 h 5131748"/>
                <a:gd name="connsiteX6" fmla="*/ 1379362 w 4877140"/>
                <a:gd name="connsiteY6" fmla="*/ 2507767 h 5131748"/>
                <a:gd name="connsiteX7" fmla="*/ 1387893 w 4877140"/>
                <a:gd name="connsiteY7" fmla="*/ 4315386 h 5131748"/>
                <a:gd name="connsiteX8" fmla="*/ 3195512 w 4877140"/>
                <a:gd name="connsiteY8" fmla="*/ 4306856 h 5131748"/>
                <a:gd name="connsiteX9" fmla="*/ 3186981 w 4877140"/>
                <a:gd name="connsiteY9" fmla="*/ 2499237 h 5131748"/>
                <a:gd name="connsiteX10" fmla="*/ 4151814 w 4877140"/>
                <a:gd name="connsiteY10" fmla="*/ 776412 h 5131748"/>
                <a:gd name="connsiteX11" fmla="*/ 4014279 w 4877140"/>
                <a:gd name="connsiteY11" fmla="*/ 1547372 h 5131748"/>
                <a:gd name="connsiteX12" fmla="*/ 4031405 w 4877140"/>
                <a:gd name="connsiteY12" fmla="*/ 1570438 h 5131748"/>
                <a:gd name="connsiteX13" fmla="*/ 4877140 w 4877140"/>
                <a:gd name="connsiteY13" fmla="*/ 1519677 h 5131748"/>
                <a:gd name="connsiteX14" fmla="*/ 4337623 w 4877140"/>
                <a:gd name="connsiteY14" fmla="*/ 2143916 h 5131748"/>
                <a:gd name="connsiteX15" fmla="*/ 4375309 w 4877140"/>
                <a:gd name="connsiteY15" fmla="*/ 2250050 h 5131748"/>
                <a:gd name="connsiteX16" fmla="*/ 3823166 w 4877140"/>
                <a:gd name="connsiteY16" fmla="*/ 4469597 h 5131748"/>
                <a:gd name="connsiteX17" fmla="*/ 662151 w 4877140"/>
                <a:gd name="connsiteY17" fmla="*/ 4484514 h 5131748"/>
                <a:gd name="connsiteX18" fmla="*/ 647234 w 4877140"/>
                <a:gd name="connsiteY18" fmla="*/ 1323499 h 5131748"/>
                <a:gd name="connsiteX19" fmla="*/ 2224652 w 4877140"/>
                <a:gd name="connsiteY19" fmla="*/ 661373 h 5131748"/>
                <a:gd name="connsiteX20" fmla="*/ 2397608 w 4877140"/>
                <a:gd name="connsiteY20" fmla="*/ 668813 h 5131748"/>
                <a:gd name="connsiteX21" fmla="*/ 2679638 w 4877140"/>
                <a:gd name="connsiteY21" fmla="*/ 0 h 5131748"/>
                <a:gd name="connsiteX22" fmla="*/ 3018964 w 4877140"/>
                <a:gd name="connsiteY22" fmla="*/ 804687 h 5131748"/>
                <a:gd name="connsiteX23" fmla="*/ 3062948 w 4877140"/>
                <a:gd name="connsiteY23" fmla="*/ 819839 h 5131748"/>
                <a:gd name="connsiteX24" fmla="*/ 3559736 w 4877140"/>
                <a:gd name="connsiteY24" fmla="*/ 237953 h 5131748"/>
                <a:gd name="connsiteX25" fmla="*/ 3640907 w 4877140"/>
                <a:gd name="connsiteY25" fmla="*/ 1123053 h 513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877140" h="5131748">
                  <a:moveTo>
                    <a:pt x="2869038" y="3080405"/>
                  </a:moveTo>
                  <a:cubicBezTo>
                    <a:pt x="3149212" y="3357947"/>
                    <a:pt x="3151346" y="3810065"/>
                    <a:pt x="2873804" y="4090238"/>
                  </a:cubicBezTo>
                  <a:cubicBezTo>
                    <a:pt x="2596262" y="4370412"/>
                    <a:pt x="2144144" y="4372546"/>
                    <a:pt x="1863970" y="4095004"/>
                  </a:cubicBezTo>
                  <a:cubicBezTo>
                    <a:pt x="1583797" y="3817462"/>
                    <a:pt x="1581663" y="3365344"/>
                    <a:pt x="1859205" y="3085170"/>
                  </a:cubicBezTo>
                  <a:cubicBezTo>
                    <a:pt x="2136747" y="2804997"/>
                    <a:pt x="2588864" y="2802863"/>
                    <a:pt x="2869038" y="3080405"/>
                  </a:cubicBezTo>
                  <a:close/>
                  <a:moveTo>
                    <a:pt x="3186981" y="2499237"/>
                  </a:moveTo>
                  <a:cubicBezTo>
                    <a:pt x="2685466" y="2002432"/>
                    <a:pt x="1876167" y="2006251"/>
                    <a:pt x="1379362" y="2507767"/>
                  </a:cubicBezTo>
                  <a:cubicBezTo>
                    <a:pt x="882558" y="3009283"/>
                    <a:pt x="886377" y="3818582"/>
                    <a:pt x="1387893" y="4315386"/>
                  </a:cubicBezTo>
                  <a:cubicBezTo>
                    <a:pt x="1889408" y="4812191"/>
                    <a:pt x="2698707" y="4808372"/>
                    <a:pt x="3195512" y="4306856"/>
                  </a:cubicBezTo>
                  <a:cubicBezTo>
                    <a:pt x="3692316" y="3805340"/>
                    <a:pt x="3688497" y="2996041"/>
                    <a:pt x="3186981" y="2499237"/>
                  </a:cubicBezTo>
                  <a:close/>
                  <a:moveTo>
                    <a:pt x="4151814" y="776412"/>
                  </a:moveTo>
                  <a:lnTo>
                    <a:pt x="4014279" y="1547372"/>
                  </a:lnTo>
                  <a:lnTo>
                    <a:pt x="4031405" y="1570438"/>
                  </a:lnTo>
                  <a:lnTo>
                    <a:pt x="4877140" y="1519677"/>
                  </a:lnTo>
                  <a:lnTo>
                    <a:pt x="4337623" y="2143916"/>
                  </a:lnTo>
                  <a:lnTo>
                    <a:pt x="4375309" y="2250050"/>
                  </a:lnTo>
                  <a:cubicBezTo>
                    <a:pt x="4603939" y="3009314"/>
                    <a:pt x="4420446" y="3866653"/>
                    <a:pt x="3823166" y="4469597"/>
                  </a:cubicBezTo>
                  <a:cubicBezTo>
                    <a:pt x="2954395" y="5346607"/>
                    <a:pt x="1539160" y="5353285"/>
                    <a:pt x="662151" y="4484514"/>
                  </a:cubicBezTo>
                  <a:cubicBezTo>
                    <a:pt x="-214859" y="3615743"/>
                    <a:pt x="-221537" y="2200509"/>
                    <a:pt x="647234" y="1323499"/>
                  </a:cubicBezTo>
                  <a:cubicBezTo>
                    <a:pt x="1081619" y="884994"/>
                    <a:pt x="1652621" y="664073"/>
                    <a:pt x="2224652" y="661373"/>
                  </a:cubicBezTo>
                  <a:lnTo>
                    <a:pt x="2397608" y="668813"/>
                  </a:lnTo>
                  <a:lnTo>
                    <a:pt x="2679638" y="0"/>
                  </a:lnTo>
                  <a:lnTo>
                    <a:pt x="3018964" y="804687"/>
                  </a:lnTo>
                  <a:lnTo>
                    <a:pt x="3062948" y="819839"/>
                  </a:lnTo>
                  <a:lnTo>
                    <a:pt x="3559736" y="237953"/>
                  </a:lnTo>
                  <a:lnTo>
                    <a:pt x="3640907" y="1123053"/>
                  </a:lnTo>
                  <a:close/>
                </a:path>
              </a:pathLst>
            </a:custGeom>
            <a:ln w="7620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76D50DE3-C391-4FBE-B606-44126E3563FB}"/>
              </a:ext>
            </a:extLst>
          </p:cNvPr>
          <p:cNvSpPr txBox="1"/>
          <p:nvPr/>
        </p:nvSpPr>
        <p:spPr>
          <a:xfrm>
            <a:off x="10105237" y="52746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0118826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orma libre: forma 43">
            <a:extLst>
              <a:ext uri="{FF2B5EF4-FFF2-40B4-BE49-F238E27FC236}">
                <a16:creationId xmlns:a16="http://schemas.microsoft.com/office/drawing/2014/main" id="{CA8E3D8F-3402-4E9E-B6BC-D488EB4121B5}"/>
              </a:ext>
            </a:extLst>
          </p:cNvPr>
          <p:cNvSpPr/>
          <p:nvPr/>
        </p:nvSpPr>
        <p:spPr>
          <a:xfrm flipV="1">
            <a:off x="-118981" y="-535837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45" name="Forma libre: forma 44">
            <a:extLst>
              <a:ext uri="{FF2B5EF4-FFF2-40B4-BE49-F238E27FC236}">
                <a16:creationId xmlns:a16="http://schemas.microsoft.com/office/drawing/2014/main" id="{B0ACCA6B-E2D4-4E2C-B618-9316C1F6669E}"/>
              </a:ext>
            </a:extLst>
          </p:cNvPr>
          <p:cNvSpPr/>
          <p:nvPr/>
        </p:nvSpPr>
        <p:spPr>
          <a:xfrm flipH="1" flipV="1">
            <a:off x="3984641" y="-575341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656E1DDE-0E26-4956-8F6D-375F0F3092AE}"/>
              </a:ext>
            </a:extLst>
          </p:cNvPr>
          <p:cNvGrpSpPr/>
          <p:nvPr/>
        </p:nvGrpSpPr>
        <p:grpSpPr>
          <a:xfrm>
            <a:off x="8060015" y="-57454"/>
            <a:ext cx="3893623" cy="7252005"/>
            <a:chOff x="8060015" y="-57454"/>
            <a:chExt cx="3893623" cy="7252005"/>
          </a:xfrm>
        </p:grpSpPr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3A8AC8EC-DABD-49C8-9C0D-E21AC40F0131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48" name="Forma libre: forma 47">
              <a:extLst>
                <a:ext uri="{FF2B5EF4-FFF2-40B4-BE49-F238E27FC236}">
                  <a16:creationId xmlns:a16="http://schemas.microsoft.com/office/drawing/2014/main" id="{131003DF-B077-470D-A21C-A786B357D0AD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49" name="Forma libre: forma 48">
              <a:extLst>
                <a:ext uri="{FF2B5EF4-FFF2-40B4-BE49-F238E27FC236}">
                  <a16:creationId xmlns:a16="http://schemas.microsoft.com/office/drawing/2014/main" id="{E46373E0-69E2-4A4B-9419-BC9D11CC0035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42" name="Forma libre: forma 41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AE5B92C0-6EB1-4762-909A-4B28E7E16711}"/>
              </a:ext>
            </a:extLst>
          </p:cNvPr>
          <p:cNvSpPr/>
          <p:nvPr/>
        </p:nvSpPr>
        <p:spPr>
          <a:xfrm>
            <a:off x="-537595" y="-650240"/>
            <a:ext cx="13202813" cy="8234606"/>
          </a:xfrm>
          <a:custGeom>
            <a:avLst/>
            <a:gdLst>
              <a:gd name="connsiteX0" fmla="*/ 12385330 w 13202813"/>
              <a:gd name="connsiteY0" fmla="*/ 0 h 8234606"/>
              <a:gd name="connsiteX1" fmla="*/ 12810421 w 13202813"/>
              <a:gd name="connsiteY1" fmla="*/ 0 h 8234606"/>
              <a:gd name="connsiteX2" fmla="*/ 13202813 w 13202813"/>
              <a:gd name="connsiteY2" fmla="*/ 0 h 8234606"/>
              <a:gd name="connsiteX3" fmla="*/ 13202813 w 13202813"/>
              <a:gd name="connsiteY3" fmla="*/ 607485 h 8234606"/>
              <a:gd name="connsiteX4" fmla="*/ 13202813 w 13202813"/>
              <a:gd name="connsiteY4" fmla="*/ 1365135 h 8234606"/>
              <a:gd name="connsiteX5" fmla="*/ 13202813 w 13202813"/>
              <a:gd name="connsiteY5" fmla="*/ 2197867 h 8234606"/>
              <a:gd name="connsiteX6" fmla="*/ 13202813 w 13202813"/>
              <a:gd name="connsiteY6" fmla="*/ 3030599 h 8234606"/>
              <a:gd name="connsiteX7" fmla="*/ 13202813 w 13202813"/>
              <a:gd name="connsiteY7" fmla="*/ 3713166 h 8234606"/>
              <a:gd name="connsiteX8" fmla="*/ 13202813 w 13202813"/>
              <a:gd name="connsiteY8" fmla="*/ 4545898 h 8234606"/>
              <a:gd name="connsiteX9" fmla="*/ 13202813 w 13202813"/>
              <a:gd name="connsiteY9" fmla="*/ 5228465 h 8234606"/>
              <a:gd name="connsiteX10" fmla="*/ 13202813 w 13202813"/>
              <a:gd name="connsiteY10" fmla="*/ 5760868 h 8234606"/>
              <a:gd name="connsiteX11" fmla="*/ 13202813 w 13202813"/>
              <a:gd name="connsiteY11" fmla="*/ 6218188 h 8234606"/>
              <a:gd name="connsiteX12" fmla="*/ 13202813 w 13202813"/>
              <a:gd name="connsiteY12" fmla="*/ 6675508 h 8234606"/>
              <a:gd name="connsiteX13" fmla="*/ 13202813 w 13202813"/>
              <a:gd name="connsiteY13" fmla="*/ 7508240 h 8234606"/>
              <a:gd name="connsiteX14" fmla="*/ 12818596 w 13202813"/>
              <a:gd name="connsiteY14" fmla="*/ 7508240 h 8234606"/>
              <a:gd name="connsiteX15" fmla="*/ 12385330 w 13202813"/>
              <a:gd name="connsiteY15" fmla="*/ 7508240 h 8234606"/>
              <a:gd name="connsiteX16" fmla="*/ 12385330 w 13202813"/>
              <a:gd name="connsiteY16" fmla="*/ 6900755 h 8234606"/>
              <a:gd name="connsiteX17" fmla="*/ 12385330 w 13202813"/>
              <a:gd name="connsiteY17" fmla="*/ 6218188 h 8234606"/>
              <a:gd name="connsiteX18" fmla="*/ 12385330 w 13202813"/>
              <a:gd name="connsiteY18" fmla="*/ 5760868 h 8234606"/>
              <a:gd name="connsiteX19" fmla="*/ 12385330 w 13202813"/>
              <a:gd name="connsiteY19" fmla="*/ 5078301 h 8234606"/>
              <a:gd name="connsiteX20" fmla="*/ 12385330 w 13202813"/>
              <a:gd name="connsiteY20" fmla="*/ 4320651 h 8234606"/>
              <a:gd name="connsiteX21" fmla="*/ 12385330 w 13202813"/>
              <a:gd name="connsiteY21" fmla="*/ 3487919 h 8234606"/>
              <a:gd name="connsiteX22" fmla="*/ 12385330 w 13202813"/>
              <a:gd name="connsiteY22" fmla="*/ 2730269 h 8234606"/>
              <a:gd name="connsiteX23" fmla="*/ 12385330 w 13202813"/>
              <a:gd name="connsiteY23" fmla="*/ 2047702 h 8234606"/>
              <a:gd name="connsiteX24" fmla="*/ 12385330 w 13202813"/>
              <a:gd name="connsiteY24" fmla="*/ 1290052 h 8234606"/>
              <a:gd name="connsiteX25" fmla="*/ 12385330 w 13202813"/>
              <a:gd name="connsiteY25" fmla="*/ 757650 h 8234606"/>
              <a:gd name="connsiteX26" fmla="*/ 12385330 w 13202813"/>
              <a:gd name="connsiteY26" fmla="*/ 0 h 8234606"/>
              <a:gd name="connsiteX27" fmla="*/ 0 w 13202813"/>
              <a:gd name="connsiteY27" fmla="*/ 0 h 8234606"/>
              <a:gd name="connsiteX28" fmla="*/ 416916 w 13202813"/>
              <a:gd name="connsiteY28" fmla="*/ 0 h 8234606"/>
              <a:gd name="connsiteX29" fmla="*/ 817483 w 13202813"/>
              <a:gd name="connsiteY29" fmla="*/ 0 h 8234606"/>
              <a:gd name="connsiteX30" fmla="*/ 817483 w 13202813"/>
              <a:gd name="connsiteY30" fmla="*/ 674284 h 8234606"/>
              <a:gd name="connsiteX31" fmla="*/ 817483 w 13202813"/>
              <a:gd name="connsiteY31" fmla="*/ 1274397 h 8234606"/>
              <a:gd name="connsiteX32" fmla="*/ 817483 w 13202813"/>
              <a:gd name="connsiteY32" fmla="*/ 2022852 h 8234606"/>
              <a:gd name="connsiteX33" fmla="*/ 817483 w 13202813"/>
              <a:gd name="connsiteY33" fmla="*/ 2845478 h 8234606"/>
              <a:gd name="connsiteX34" fmla="*/ 817483 w 13202813"/>
              <a:gd name="connsiteY34" fmla="*/ 3668104 h 8234606"/>
              <a:gd name="connsiteX35" fmla="*/ 817483 w 13202813"/>
              <a:gd name="connsiteY35" fmla="*/ 4194046 h 8234606"/>
              <a:gd name="connsiteX36" fmla="*/ 817483 w 13202813"/>
              <a:gd name="connsiteY36" fmla="*/ 4868330 h 8234606"/>
              <a:gd name="connsiteX37" fmla="*/ 817483 w 13202813"/>
              <a:gd name="connsiteY37" fmla="*/ 5468443 h 8234606"/>
              <a:gd name="connsiteX38" fmla="*/ 817483 w 13202813"/>
              <a:gd name="connsiteY38" fmla="*/ 6216898 h 8234606"/>
              <a:gd name="connsiteX39" fmla="*/ 817483 w 13202813"/>
              <a:gd name="connsiteY39" fmla="*/ 7417123 h 8234606"/>
              <a:gd name="connsiteX40" fmla="*/ 1492537 w 13202813"/>
              <a:gd name="connsiteY40" fmla="*/ 7417123 h 8234606"/>
              <a:gd name="connsiteX41" fmla="*/ 2167590 w 13202813"/>
              <a:gd name="connsiteY41" fmla="*/ 7417123 h 8234606"/>
              <a:gd name="connsiteX42" fmla="*/ 2754887 w 13202813"/>
              <a:gd name="connsiteY42" fmla="*/ 7417123 h 8234606"/>
              <a:gd name="connsiteX43" fmla="*/ 3429940 w 13202813"/>
              <a:gd name="connsiteY43" fmla="*/ 7417123 h 8234606"/>
              <a:gd name="connsiteX44" fmla="*/ 4104994 w 13202813"/>
              <a:gd name="connsiteY44" fmla="*/ 7417123 h 8234606"/>
              <a:gd name="connsiteX45" fmla="*/ 4867804 w 13202813"/>
              <a:gd name="connsiteY45" fmla="*/ 7417123 h 8234606"/>
              <a:gd name="connsiteX46" fmla="*/ 5367344 w 13202813"/>
              <a:gd name="connsiteY46" fmla="*/ 7417123 h 8234606"/>
              <a:gd name="connsiteX47" fmla="*/ 6130154 w 13202813"/>
              <a:gd name="connsiteY47" fmla="*/ 7417123 h 8234606"/>
              <a:gd name="connsiteX48" fmla="*/ 6805208 w 13202813"/>
              <a:gd name="connsiteY48" fmla="*/ 7417123 h 8234606"/>
              <a:gd name="connsiteX49" fmla="*/ 7392504 w 13202813"/>
              <a:gd name="connsiteY49" fmla="*/ 7417123 h 8234606"/>
              <a:gd name="connsiteX50" fmla="*/ 8243072 w 13202813"/>
              <a:gd name="connsiteY50" fmla="*/ 7417123 h 8234606"/>
              <a:gd name="connsiteX51" fmla="*/ 8654855 w 13202813"/>
              <a:gd name="connsiteY51" fmla="*/ 7417123 h 8234606"/>
              <a:gd name="connsiteX52" fmla="*/ 9593179 w 13202813"/>
              <a:gd name="connsiteY52" fmla="*/ 7417123 h 8234606"/>
              <a:gd name="connsiteX53" fmla="*/ 9593179 w 13202813"/>
              <a:gd name="connsiteY53" fmla="*/ 7834039 h 8234606"/>
              <a:gd name="connsiteX54" fmla="*/ 9593179 w 13202813"/>
              <a:gd name="connsiteY54" fmla="*/ 8234606 h 8234606"/>
              <a:gd name="connsiteX55" fmla="*/ 9206222 w 13202813"/>
              <a:gd name="connsiteY55" fmla="*/ 8234606 h 8234606"/>
              <a:gd name="connsiteX56" fmla="*/ 8445651 w 13202813"/>
              <a:gd name="connsiteY56" fmla="*/ 8234606 h 8234606"/>
              <a:gd name="connsiteX57" fmla="*/ 7871887 w 13202813"/>
              <a:gd name="connsiteY57" fmla="*/ 8234606 h 8234606"/>
              <a:gd name="connsiteX58" fmla="*/ 7391527 w 13202813"/>
              <a:gd name="connsiteY58" fmla="*/ 8234606 h 8234606"/>
              <a:gd name="connsiteX59" fmla="*/ 6911167 w 13202813"/>
              <a:gd name="connsiteY59" fmla="*/ 8234606 h 8234606"/>
              <a:gd name="connsiteX60" fmla="*/ 6150596 w 13202813"/>
              <a:gd name="connsiteY60" fmla="*/ 8234606 h 8234606"/>
              <a:gd name="connsiteX61" fmla="*/ 5670235 w 13202813"/>
              <a:gd name="connsiteY61" fmla="*/ 8234606 h 8234606"/>
              <a:gd name="connsiteX62" fmla="*/ 4909665 w 13202813"/>
              <a:gd name="connsiteY62" fmla="*/ 8234606 h 8234606"/>
              <a:gd name="connsiteX63" fmla="*/ 4242497 w 13202813"/>
              <a:gd name="connsiteY63" fmla="*/ 8234606 h 8234606"/>
              <a:gd name="connsiteX64" fmla="*/ 3762137 w 13202813"/>
              <a:gd name="connsiteY64" fmla="*/ 8234606 h 8234606"/>
              <a:gd name="connsiteX65" fmla="*/ 3375180 w 13202813"/>
              <a:gd name="connsiteY65" fmla="*/ 8234606 h 8234606"/>
              <a:gd name="connsiteX66" fmla="*/ 2801416 w 13202813"/>
              <a:gd name="connsiteY66" fmla="*/ 8234606 h 8234606"/>
              <a:gd name="connsiteX67" fmla="*/ 2227652 w 13202813"/>
              <a:gd name="connsiteY67" fmla="*/ 8234606 h 8234606"/>
              <a:gd name="connsiteX68" fmla="*/ 1840695 w 13202813"/>
              <a:gd name="connsiteY68" fmla="*/ 8234606 h 8234606"/>
              <a:gd name="connsiteX69" fmla="*/ 1453738 w 13202813"/>
              <a:gd name="connsiteY69" fmla="*/ 8234606 h 8234606"/>
              <a:gd name="connsiteX70" fmla="*/ 252837 w 13202813"/>
              <a:gd name="connsiteY70" fmla="*/ 8234606 h 8234606"/>
              <a:gd name="connsiteX71" fmla="*/ 252837 w 13202813"/>
              <a:gd name="connsiteY71" fmla="*/ 7871423 h 8234606"/>
              <a:gd name="connsiteX72" fmla="*/ 252837 w 13202813"/>
              <a:gd name="connsiteY72" fmla="*/ 7508240 h 8234606"/>
              <a:gd name="connsiteX73" fmla="*/ 0 w 13202813"/>
              <a:gd name="connsiteY73" fmla="*/ 7508240 h 8234606"/>
              <a:gd name="connsiteX74" fmla="*/ 0 w 13202813"/>
              <a:gd name="connsiteY74" fmla="*/ 6900755 h 8234606"/>
              <a:gd name="connsiteX75" fmla="*/ 0 w 13202813"/>
              <a:gd name="connsiteY75" fmla="*/ 6218188 h 8234606"/>
              <a:gd name="connsiteX76" fmla="*/ 0 w 13202813"/>
              <a:gd name="connsiteY76" fmla="*/ 5610703 h 8234606"/>
              <a:gd name="connsiteX77" fmla="*/ 0 w 13202813"/>
              <a:gd name="connsiteY77" fmla="*/ 4928136 h 8234606"/>
              <a:gd name="connsiteX78" fmla="*/ 0 w 13202813"/>
              <a:gd name="connsiteY78" fmla="*/ 4470816 h 8234606"/>
              <a:gd name="connsiteX79" fmla="*/ 0 w 13202813"/>
              <a:gd name="connsiteY79" fmla="*/ 3713166 h 8234606"/>
              <a:gd name="connsiteX80" fmla="*/ 0 w 13202813"/>
              <a:gd name="connsiteY80" fmla="*/ 3255846 h 8234606"/>
              <a:gd name="connsiteX81" fmla="*/ 0 w 13202813"/>
              <a:gd name="connsiteY81" fmla="*/ 2648361 h 8234606"/>
              <a:gd name="connsiteX82" fmla="*/ 0 w 13202813"/>
              <a:gd name="connsiteY82" fmla="*/ 1965794 h 8234606"/>
              <a:gd name="connsiteX83" fmla="*/ 0 w 13202813"/>
              <a:gd name="connsiteY83" fmla="*/ 1133062 h 8234606"/>
              <a:gd name="connsiteX84" fmla="*/ 0 w 13202813"/>
              <a:gd name="connsiteY84" fmla="*/ 0 h 823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3202813" h="8234606" fill="none" extrusionOk="0">
                <a:moveTo>
                  <a:pt x="12385330" y="0"/>
                </a:moveTo>
                <a:cubicBezTo>
                  <a:pt x="12557611" y="-19864"/>
                  <a:pt x="12620542" y="-12060"/>
                  <a:pt x="12810421" y="0"/>
                </a:cubicBezTo>
                <a:cubicBezTo>
                  <a:pt x="13000300" y="12060"/>
                  <a:pt x="13070312" y="-11721"/>
                  <a:pt x="13202813" y="0"/>
                </a:cubicBezTo>
                <a:cubicBezTo>
                  <a:pt x="13212850" y="221411"/>
                  <a:pt x="13192621" y="351101"/>
                  <a:pt x="13202813" y="607485"/>
                </a:cubicBezTo>
                <a:cubicBezTo>
                  <a:pt x="13213005" y="863870"/>
                  <a:pt x="13229593" y="1110267"/>
                  <a:pt x="13202813" y="1365135"/>
                </a:cubicBezTo>
                <a:cubicBezTo>
                  <a:pt x="13176034" y="1620003"/>
                  <a:pt x="13217916" y="1854985"/>
                  <a:pt x="13202813" y="2197867"/>
                </a:cubicBezTo>
                <a:cubicBezTo>
                  <a:pt x="13187710" y="2540749"/>
                  <a:pt x="13184007" y="2771476"/>
                  <a:pt x="13202813" y="3030599"/>
                </a:cubicBezTo>
                <a:cubicBezTo>
                  <a:pt x="13221619" y="3289722"/>
                  <a:pt x="13223856" y="3550819"/>
                  <a:pt x="13202813" y="3713166"/>
                </a:cubicBezTo>
                <a:cubicBezTo>
                  <a:pt x="13181770" y="3875513"/>
                  <a:pt x="13161914" y="4367142"/>
                  <a:pt x="13202813" y="4545898"/>
                </a:cubicBezTo>
                <a:cubicBezTo>
                  <a:pt x="13243712" y="4724654"/>
                  <a:pt x="13204610" y="4928720"/>
                  <a:pt x="13202813" y="5228465"/>
                </a:cubicBezTo>
                <a:cubicBezTo>
                  <a:pt x="13201016" y="5528210"/>
                  <a:pt x="13204778" y="5643728"/>
                  <a:pt x="13202813" y="5760868"/>
                </a:cubicBezTo>
                <a:cubicBezTo>
                  <a:pt x="13200848" y="5878008"/>
                  <a:pt x="13205965" y="6100194"/>
                  <a:pt x="13202813" y="6218188"/>
                </a:cubicBezTo>
                <a:cubicBezTo>
                  <a:pt x="13199661" y="6336182"/>
                  <a:pt x="13214266" y="6449439"/>
                  <a:pt x="13202813" y="6675508"/>
                </a:cubicBezTo>
                <a:cubicBezTo>
                  <a:pt x="13191360" y="6901577"/>
                  <a:pt x="13210785" y="7144853"/>
                  <a:pt x="13202813" y="7508240"/>
                </a:cubicBezTo>
                <a:cubicBezTo>
                  <a:pt x="13061150" y="7514508"/>
                  <a:pt x="12977070" y="7514831"/>
                  <a:pt x="12818596" y="7508240"/>
                </a:cubicBezTo>
                <a:cubicBezTo>
                  <a:pt x="12660122" y="7501649"/>
                  <a:pt x="12506612" y="7501404"/>
                  <a:pt x="12385330" y="7508240"/>
                </a:cubicBezTo>
                <a:cubicBezTo>
                  <a:pt x="12359826" y="7265272"/>
                  <a:pt x="12409179" y="7031237"/>
                  <a:pt x="12385330" y="6900755"/>
                </a:cubicBezTo>
                <a:cubicBezTo>
                  <a:pt x="12361481" y="6770273"/>
                  <a:pt x="12406847" y="6440103"/>
                  <a:pt x="12385330" y="6218188"/>
                </a:cubicBezTo>
                <a:cubicBezTo>
                  <a:pt x="12363813" y="5996273"/>
                  <a:pt x="12385790" y="5962052"/>
                  <a:pt x="12385330" y="5760868"/>
                </a:cubicBezTo>
                <a:cubicBezTo>
                  <a:pt x="12384870" y="5559684"/>
                  <a:pt x="12365625" y="5347776"/>
                  <a:pt x="12385330" y="5078301"/>
                </a:cubicBezTo>
                <a:cubicBezTo>
                  <a:pt x="12405035" y="4808826"/>
                  <a:pt x="12385867" y="4513264"/>
                  <a:pt x="12385330" y="4320651"/>
                </a:cubicBezTo>
                <a:cubicBezTo>
                  <a:pt x="12384794" y="4128038"/>
                  <a:pt x="12367606" y="3881493"/>
                  <a:pt x="12385330" y="3487919"/>
                </a:cubicBezTo>
                <a:cubicBezTo>
                  <a:pt x="12403054" y="3094345"/>
                  <a:pt x="12353877" y="3094060"/>
                  <a:pt x="12385330" y="2730269"/>
                </a:cubicBezTo>
                <a:cubicBezTo>
                  <a:pt x="12416784" y="2366478"/>
                  <a:pt x="12395666" y="2284555"/>
                  <a:pt x="12385330" y="2047702"/>
                </a:cubicBezTo>
                <a:cubicBezTo>
                  <a:pt x="12374994" y="1810849"/>
                  <a:pt x="12349878" y="1479755"/>
                  <a:pt x="12385330" y="1290052"/>
                </a:cubicBezTo>
                <a:cubicBezTo>
                  <a:pt x="12420783" y="1100349"/>
                  <a:pt x="12390322" y="1008651"/>
                  <a:pt x="12385330" y="757650"/>
                </a:cubicBezTo>
                <a:cubicBezTo>
                  <a:pt x="12380338" y="506649"/>
                  <a:pt x="12377479" y="348518"/>
                  <a:pt x="12385330" y="0"/>
                </a:cubicBezTo>
                <a:close/>
                <a:moveTo>
                  <a:pt x="0" y="0"/>
                </a:moveTo>
                <a:cubicBezTo>
                  <a:pt x="118070" y="-4106"/>
                  <a:pt x="320671" y="-17610"/>
                  <a:pt x="416916" y="0"/>
                </a:cubicBezTo>
                <a:cubicBezTo>
                  <a:pt x="513161" y="17610"/>
                  <a:pt x="708638" y="6414"/>
                  <a:pt x="817483" y="0"/>
                </a:cubicBezTo>
                <a:cubicBezTo>
                  <a:pt x="841379" y="203142"/>
                  <a:pt x="805298" y="452268"/>
                  <a:pt x="817483" y="674284"/>
                </a:cubicBezTo>
                <a:cubicBezTo>
                  <a:pt x="829668" y="896300"/>
                  <a:pt x="798687" y="1066160"/>
                  <a:pt x="817483" y="1274397"/>
                </a:cubicBezTo>
                <a:cubicBezTo>
                  <a:pt x="836279" y="1482634"/>
                  <a:pt x="786456" y="1692399"/>
                  <a:pt x="817483" y="2022852"/>
                </a:cubicBezTo>
                <a:cubicBezTo>
                  <a:pt x="848510" y="2353305"/>
                  <a:pt x="777746" y="2677674"/>
                  <a:pt x="817483" y="2845478"/>
                </a:cubicBezTo>
                <a:cubicBezTo>
                  <a:pt x="857220" y="3013282"/>
                  <a:pt x="826328" y="3462212"/>
                  <a:pt x="817483" y="3668104"/>
                </a:cubicBezTo>
                <a:cubicBezTo>
                  <a:pt x="808638" y="3873996"/>
                  <a:pt x="830226" y="4033600"/>
                  <a:pt x="817483" y="4194046"/>
                </a:cubicBezTo>
                <a:cubicBezTo>
                  <a:pt x="804740" y="4354492"/>
                  <a:pt x="815775" y="4651234"/>
                  <a:pt x="817483" y="4868330"/>
                </a:cubicBezTo>
                <a:cubicBezTo>
                  <a:pt x="819191" y="5085426"/>
                  <a:pt x="834306" y="5285246"/>
                  <a:pt x="817483" y="5468443"/>
                </a:cubicBezTo>
                <a:cubicBezTo>
                  <a:pt x="800660" y="5651640"/>
                  <a:pt x="800891" y="6063773"/>
                  <a:pt x="817483" y="6216898"/>
                </a:cubicBezTo>
                <a:cubicBezTo>
                  <a:pt x="834075" y="6370023"/>
                  <a:pt x="830060" y="6997657"/>
                  <a:pt x="817483" y="7417123"/>
                </a:cubicBezTo>
                <a:cubicBezTo>
                  <a:pt x="1112581" y="7392069"/>
                  <a:pt x="1244044" y="7407474"/>
                  <a:pt x="1492537" y="7417123"/>
                </a:cubicBezTo>
                <a:cubicBezTo>
                  <a:pt x="1741030" y="7426772"/>
                  <a:pt x="1982175" y="7403056"/>
                  <a:pt x="2167590" y="7417123"/>
                </a:cubicBezTo>
                <a:cubicBezTo>
                  <a:pt x="2353005" y="7431190"/>
                  <a:pt x="2598864" y="7433620"/>
                  <a:pt x="2754887" y="7417123"/>
                </a:cubicBezTo>
                <a:cubicBezTo>
                  <a:pt x="2910910" y="7400626"/>
                  <a:pt x="3131737" y="7384944"/>
                  <a:pt x="3429940" y="7417123"/>
                </a:cubicBezTo>
                <a:cubicBezTo>
                  <a:pt x="3728143" y="7449302"/>
                  <a:pt x="3877761" y="7437017"/>
                  <a:pt x="4104994" y="7417123"/>
                </a:cubicBezTo>
                <a:cubicBezTo>
                  <a:pt x="4332227" y="7397229"/>
                  <a:pt x="4525989" y="7423849"/>
                  <a:pt x="4867804" y="7417123"/>
                </a:cubicBezTo>
                <a:cubicBezTo>
                  <a:pt x="5209619" y="7410398"/>
                  <a:pt x="5188012" y="7440185"/>
                  <a:pt x="5367344" y="7417123"/>
                </a:cubicBezTo>
                <a:cubicBezTo>
                  <a:pt x="5546676" y="7394061"/>
                  <a:pt x="5941256" y="7452758"/>
                  <a:pt x="6130154" y="7417123"/>
                </a:cubicBezTo>
                <a:cubicBezTo>
                  <a:pt x="6319052" y="7381489"/>
                  <a:pt x="6536470" y="7396029"/>
                  <a:pt x="6805208" y="7417123"/>
                </a:cubicBezTo>
                <a:cubicBezTo>
                  <a:pt x="7073946" y="7438217"/>
                  <a:pt x="7193004" y="7388588"/>
                  <a:pt x="7392504" y="7417123"/>
                </a:cubicBezTo>
                <a:cubicBezTo>
                  <a:pt x="7592004" y="7445658"/>
                  <a:pt x="8066716" y="7397172"/>
                  <a:pt x="8243072" y="7417123"/>
                </a:cubicBezTo>
                <a:cubicBezTo>
                  <a:pt x="8419428" y="7437074"/>
                  <a:pt x="8566569" y="7403514"/>
                  <a:pt x="8654855" y="7417123"/>
                </a:cubicBezTo>
                <a:cubicBezTo>
                  <a:pt x="8743141" y="7430732"/>
                  <a:pt x="9372656" y="7375142"/>
                  <a:pt x="9593179" y="7417123"/>
                </a:cubicBezTo>
                <a:cubicBezTo>
                  <a:pt x="9611749" y="7611063"/>
                  <a:pt x="9584038" y="7681500"/>
                  <a:pt x="9593179" y="7834039"/>
                </a:cubicBezTo>
                <a:cubicBezTo>
                  <a:pt x="9602320" y="7986578"/>
                  <a:pt x="9581658" y="8152870"/>
                  <a:pt x="9593179" y="8234606"/>
                </a:cubicBezTo>
                <a:cubicBezTo>
                  <a:pt x="9508736" y="8252608"/>
                  <a:pt x="9284637" y="8223582"/>
                  <a:pt x="9206222" y="8234606"/>
                </a:cubicBezTo>
                <a:cubicBezTo>
                  <a:pt x="9127807" y="8245630"/>
                  <a:pt x="8654721" y="8221134"/>
                  <a:pt x="8445651" y="8234606"/>
                </a:cubicBezTo>
                <a:cubicBezTo>
                  <a:pt x="8236581" y="8248078"/>
                  <a:pt x="8138091" y="8235666"/>
                  <a:pt x="7871887" y="8234606"/>
                </a:cubicBezTo>
                <a:cubicBezTo>
                  <a:pt x="7605683" y="8233546"/>
                  <a:pt x="7588141" y="8253266"/>
                  <a:pt x="7391527" y="8234606"/>
                </a:cubicBezTo>
                <a:cubicBezTo>
                  <a:pt x="7194913" y="8215946"/>
                  <a:pt x="7035237" y="8232766"/>
                  <a:pt x="6911167" y="8234606"/>
                </a:cubicBezTo>
                <a:cubicBezTo>
                  <a:pt x="6787097" y="8236446"/>
                  <a:pt x="6500497" y="8206351"/>
                  <a:pt x="6150596" y="8234606"/>
                </a:cubicBezTo>
                <a:cubicBezTo>
                  <a:pt x="5800695" y="8262861"/>
                  <a:pt x="5779738" y="8226876"/>
                  <a:pt x="5670235" y="8234606"/>
                </a:cubicBezTo>
                <a:cubicBezTo>
                  <a:pt x="5560732" y="8242336"/>
                  <a:pt x="5139655" y="8257885"/>
                  <a:pt x="4909665" y="8234606"/>
                </a:cubicBezTo>
                <a:cubicBezTo>
                  <a:pt x="4679675" y="8211328"/>
                  <a:pt x="4535355" y="8227563"/>
                  <a:pt x="4242497" y="8234606"/>
                </a:cubicBezTo>
                <a:cubicBezTo>
                  <a:pt x="3949639" y="8241649"/>
                  <a:pt x="3974692" y="8254816"/>
                  <a:pt x="3762137" y="8234606"/>
                </a:cubicBezTo>
                <a:cubicBezTo>
                  <a:pt x="3549582" y="8214396"/>
                  <a:pt x="3539396" y="8222657"/>
                  <a:pt x="3375180" y="8234606"/>
                </a:cubicBezTo>
                <a:cubicBezTo>
                  <a:pt x="3210964" y="8246555"/>
                  <a:pt x="2960738" y="8225321"/>
                  <a:pt x="2801416" y="8234606"/>
                </a:cubicBezTo>
                <a:cubicBezTo>
                  <a:pt x="2642094" y="8243891"/>
                  <a:pt x="2382697" y="8237281"/>
                  <a:pt x="2227652" y="8234606"/>
                </a:cubicBezTo>
                <a:cubicBezTo>
                  <a:pt x="2072607" y="8231931"/>
                  <a:pt x="1957335" y="8224562"/>
                  <a:pt x="1840695" y="8234606"/>
                </a:cubicBezTo>
                <a:cubicBezTo>
                  <a:pt x="1724055" y="8244650"/>
                  <a:pt x="1580002" y="8253789"/>
                  <a:pt x="1453738" y="8234606"/>
                </a:cubicBezTo>
                <a:cubicBezTo>
                  <a:pt x="1327474" y="8215423"/>
                  <a:pt x="701305" y="8212693"/>
                  <a:pt x="252837" y="8234606"/>
                </a:cubicBezTo>
                <a:cubicBezTo>
                  <a:pt x="260094" y="8081746"/>
                  <a:pt x="258250" y="7981427"/>
                  <a:pt x="252837" y="7871423"/>
                </a:cubicBezTo>
                <a:cubicBezTo>
                  <a:pt x="247424" y="7761419"/>
                  <a:pt x="258891" y="7585164"/>
                  <a:pt x="252837" y="7508240"/>
                </a:cubicBezTo>
                <a:cubicBezTo>
                  <a:pt x="157604" y="7504928"/>
                  <a:pt x="117640" y="7498419"/>
                  <a:pt x="0" y="7508240"/>
                </a:cubicBezTo>
                <a:cubicBezTo>
                  <a:pt x="16586" y="7356828"/>
                  <a:pt x="16580" y="7094268"/>
                  <a:pt x="0" y="6900755"/>
                </a:cubicBezTo>
                <a:cubicBezTo>
                  <a:pt x="-16580" y="6707242"/>
                  <a:pt x="9681" y="6404527"/>
                  <a:pt x="0" y="6218188"/>
                </a:cubicBezTo>
                <a:cubicBezTo>
                  <a:pt x="-9681" y="6031849"/>
                  <a:pt x="9" y="5818404"/>
                  <a:pt x="0" y="5610703"/>
                </a:cubicBezTo>
                <a:cubicBezTo>
                  <a:pt x="-9" y="5403002"/>
                  <a:pt x="-15632" y="5118128"/>
                  <a:pt x="0" y="4928136"/>
                </a:cubicBezTo>
                <a:cubicBezTo>
                  <a:pt x="15632" y="4738144"/>
                  <a:pt x="11440" y="4684348"/>
                  <a:pt x="0" y="4470816"/>
                </a:cubicBezTo>
                <a:cubicBezTo>
                  <a:pt x="-11440" y="4257284"/>
                  <a:pt x="1843" y="3966573"/>
                  <a:pt x="0" y="3713166"/>
                </a:cubicBezTo>
                <a:cubicBezTo>
                  <a:pt x="-1843" y="3459759"/>
                  <a:pt x="3423" y="3426631"/>
                  <a:pt x="0" y="3255846"/>
                </a:cubicBezTo>
                <a:cubicBezTo>
                  <a:pt x="-3423" y="3085061"/>
                  <a:pt x="-10804" y="2932482"/>
                  <a:pt x="0" y="2648361"/>
                </a:cubicBezTo>
                <a:cubicBezTo>
                  <a:pt x="10804" y="2364240"/>
                  <a:pt x="16076" y="2264216"/>
                  <a:pt x="0" y="1965794"/>
                </a:cubicBezTo>
                <a:cubicBezTo>
                  <a:pt x="-16076" y="1667372"/>
                  <a:pt x="20394" y="1348920"/>
                  <a:pt x="0" y="1133062"/>
                </a:cubicBezTo>
                <a:cubicBezTo>
                  <a:pt x="-20394" y="917204"/>
                  <a:pt x="-40870" y="368638"/>
                  <a:pt x="0" y="0"/>
                </a:cubicBezTo>
                <a:close/>
              </a:path>
              <a:path w="13202813" h="8234606" stroke="0" extrusionOk="0">
                <a:moveTo>
                  <a:pt x="12385330" y="0"/>
                </a:moveTo>
                <a:cubicBezTo>
                  <a:pt x="12502339" y="-4139"/>
                  <a:pt x="12638804" y="663"/>
                  <a:pt x="12769547" y="0"/>
                </a:cubicBezTo>
                <a:cubicBezTo>
                  <a:pt x="12900290" y="-663"/>
                  <a:pt x="13047747" y="-8808"/>
                  <a:pt x="13202813" y="0"/>
                </a:cubicBezTo>
                <a:cubicBezTo>
                  <a:pt x="13182554" y="109412"/>
                  <a:pt x="13193639" y="232386"/>
                  <a:pt x="13202813" y="457320"/>
                </a:cubicBezTo>
                <a:cubicBezTo>
                  <a:pt x="13211987" y="682254"/>
                  <a:pt x="13191991" y="779496"/>
                  <a:pt x="13202813" y="914640"/>
                </a:cubicBezTo>
                <a:cubicBezTo>
                  <a:pt x="13213635" y="1049784"/>
                  <a:pt x="13202696" y="1375799"/>
                  <a:pt x="13202813" y="1522125"/>
                </a:cubicBezTo>
                <a:cubicBezTo>
                  <a:pt x="13202930" y="1668451"/>
                  <a:pt x="13204288" y="1768079"/>
                  <a:pt x="13202813" y="1979445"/>
                </a:cubicBezTo>
                <a:cubicBezTo>
                  <a:pt x="13201338" y="2190811"/>
                  <a:pt x="13172904" y="2442975"/>
                  <a:pt x="13202813" y="2586930"/>
                </a:cubicBezTo>
                <a:cubicBezTo>
                  <a:pt x="13232722" y="2730886"/>
                  <a:pt x="13214058" y="3044850"/>
                  <a:pt x="13202813" y="3344580"/>
                </a:cubicBezTo>
                <a:cubicBezTo>
                  <a:pt x="13191569" y="3644310"/>
                  <a:pt x="13177649" y="3744042"/>
                  <a:pt x="13202813" y="3876982"/>
                </a:cubicBezTo>
                <a:cubicBezTo>
                  <a:pt x="13227977" y="4009922"/>
                  <a:pt x="13171351" y="4419556"/>
                  <a:pt x="13202813" y="4709714"/>
                </a:cubicBezTo>
                <a:cubicBezTo>
                  <a:pt x="13234275" y="4999872"/>
                  <a:pt x="13170331" y="5109994"/>
                  <a:pt x="13202813" y="5392281"/>
                </a:cubicBezTo>
                <a:cubicBezTo>
                  <a:pt x="13235295" y="5674568"/>
                  <a:pt x="13219420" y="5799601"/>
                  <a:pt x="13202813" y="5999766"/>
                </a:cubicBezTo>
                <a:cubicBezTo>
                  <a:pt x="13186206" y="6199932"/>
                  <a:pt x="13182770" y="6260287"/>
                  <a:pt x="13202813" y="6457086"/>
                </a:cubicBezTo>
                <a:cubicBezTo>
                  <a:pt x="13222856" y="6653885"/>
                  <a:pt x="13200844" y="7279353"/>
                  <a:pt x="13202813" y="7508240"/>
                </a:cubicBezTo>
                <a:cubicBezTo>
                  <a:pt x="13038859" y="7503213"/>
                  <a:pt x="12914940" y="7492158"/>
                  <a:pt x="12785897" y="7508240"/>
                </a:cubicBezTo>
                <a:cubicBezTo>
                  <a:pt x="12656854" y="7524322"/>
                  <a:pt x="12547385" y="7502004"/>
                  <a:pt x="12385330" y="7508240"/>
                </a:cubicBezTo>
                <a:cubicBezTo>
                  <a:pt x="12379851" y="7202675"/>
                  <a:pt x="12359407" y="6908801"/>
                  <a:pt x="12385330" y="6675508"/>
                </a:cubicBezTo>
                <a:cubicBezTo>
                  <a:pt x="12411253" y="6442215"/>
                  <a:pt x="12391724" y="6156128"/>
                  <a:pt x="12385330" y="5992941"/>
                </a:cubicBezTo>
                <a:cubicBezTo>
                  <a:pt x="12378936" y="5829754"/>
                  <a:pt x="12415855" y="5428547"/>
                  <a:pt x="12385330" y="5235291"/>
                </a:cubicBezTo>
                <a:cubicBezTo>
                  <a:pt x="12354806" y="5042035"/>
                  <a:pt x="12369146" y="4868149"/>
                  <a:pt x="12385330" y="4702889"/>
                </a:cubicBezTo>
                <a:cubicBezTo>
                  <a:pt x="12401514" y="4537629"/>
                  <a:pt x="12381455" y="4203822"/>
                  <a:pt x="12385330" y="4020321"/>
                </a:cubicBezTo>
                <a:cubicBezTo>
                  <a:pt x="12389205" y="3836820"/>
                  <a:pt x="12385332" y="3499446"/>
                  <a:pt x="12385330" y="3337754"/>
                </a:cubicBezTo>
                <a:cubicBezTo>
                  <a:pt x="12385328" y="3176062"/>
                  <a:pt x="12345210" y="2901041"/>
                  <a:pt x="12385330" y="2505022"/>
                </a:cubicBezTo>
                <a:cubicBezTo>
                  <a:pt x="12425450" y="2109003"/>
                  <a:pt x="12376955" y="2013792"/>
                  <a:pt x="12385330" y="1822455"/>
                </a:cubicBezTo>
                <a:cubicBezTo>
                  <a:pt x="12393705" y="1631118"/>
                  <a:pt x="12360889" y="1481284"/>
                  <a:pt x="12385330" y="1290052"/>
                </a:cubicBezTo>
                <a:cubicBezTo>
                  <a:pt x="12409771" y="1098820"/>
                  <a:pt x="12361971" y="835386"/>
                  <a:pt x="12385330" y="682567"/>
                </a:cubicBezTo>
                <a:cubicBezTo>
                  <a:pt x="12408689" y="529748"/>
                  <a:pt x="12379292" y="171839"/>
                  <a:pt x="12385330" y="0"/>
                </a:cubicBezTo>
                <a:close/>
                <a:moveTo>
                  <a:pt x="0" y="0"/>
                </a:moveTo>
                <a:cubicBezTo>
                  <a:pt x="150008" y="-12798"/>
                  <a:pt x="219265" y="-19740"/>
                  <a:pt x="400567" y="0"/>
                </a:cubicBezTo>
                <a:cubicBezTo>
                  <a:pt x="581869" y="19740"/>
                  <a:pt x="669505" y="-12412"/>
                  <a:pt x="817483" y="0"/>
                </a:cubicBezTo>
                <a:cubicBezTo>
                  <a:pt x="822038" y="306477"/>
                  <a:pt x="849014" y="449103"/>
                  <a:pt x="817483" y="674284"/>
                </a:cubicBezTo>
                <a:cubicBezTo>
                  <a:pt x="785952" y="899465"/>
                  <a:pt x="835769" y="1037768"/>
                  <a:pt x="817483" y="1200225"/>
                </a:cubicBezTo>
                <a:cubicBezTo>
                  <a:pt x="799197" y="1362682"/>
                  <a:pt x="825807" y="1579476"/>
                  <a:pt x="817483" y="1726167"/>
                </a:cubicBezTo>
                <a:cubicBezTo>
                  <a:pt x="809159" y="1872858"/>
                  <a:pt x="823017" y="2014462"/>
                  <a:pt x="817483" y="2177937"/>
                </a:cubicBezTo>
                <a:cubicBezTo>
                  <a:pt x="811950" y="2341412"/>
                  <a:pt x="833351" y="2554397"/>
                  <a:pt x="817483" y="2703878"/>
                </a:cubicBezTo>
                <a:cubicBezTo>
                  <a:pt x="801615" y="2853359"/>
                  <a:pt x="846127" y="3261091"/>
                  <a:pt x="817483" y="3452334"/>
                </a:cubicBezTo>
                <a:cubicBezTo>
                  <a:pt x="788839" y="3643577"/>
                  <a:pt x="803916" y="3863116"/>
                  <a:pt x="817483" y="3978275"/>
                </a:cubicBezTo>
                <a:cubicBezTo>
                  <a:pt x="831050" y="4093434"/>
                  <a:pt x="801400" y="4430534"/>
                  <a:pt x="817483" y="4652559"/>
                </a:cubicBezTo>
                <a:cubicBezTo>
                  <a:pt x="833566" y="4874584"/>
                  <a:pt x="847472" y="5066730"/>
                  <a:pt x="817483" y="5252672"/>
                </a:cubicBezTo>
                <a:cubicBezTo>
                  <a:pt x="787494" y="5438614"/>
                  <a:pt x="783675" y="5716178"/>
                  <a:pt x="817483" y="6075298"/>
                </a:cubicBezTo>
                <a:cubicBezTo>
                  <a:pt x="851291" y="6434418"/>
                  <a:pt x="813502" y="6510598"/>
                  <a:pt x="817483" y="6749582"/>
                </a:cubicBezTo>
                <a:cubicBezTo>
                  <a:pt x="821464" y="6988566"/>
                  <a:pt x="844197" y="7173534"/>
                  <a:pt x="817483" y="7417123"/>
                </a:cubicBezTo>
                <a:cubicBezTo>
                  <a:pt x="988270" y="7408908"/>
                  <a:pt x="1096061" y="7399038"/>
                  <a:pt x="1317023" y="7417123"/>
                </a:cubicBezTo>
                <a:cubicBezTo>
                  <a:pt x="1537985" y="7435208"/>
                  <a:pt x="1618962" y="7435233"/>
                  <a:pt x="1904319" y="7417123"/>
                </a:cubicBezTo>
                <a:cubicBezTo>
                  <a:pt x="2189676" y="7399013"/>
                  <a:pt x="2466267" y="7445745"/>
                  <a:pt x="2754887" y="7417123"/>
                </a:cubicBezTo>
                <a:cubicBezTo>
                  <a:pt x="3043507" y="7388501"/>
                  <a:pt x="3070177" y="7409709"/>
                  <a:pt x="3342183" y="7417123"/>
                </a:cubicBezTo>
                <a:cubicBezTo>
                  <a:pt x="3614189" y="7424537"/>
                  <a:pt x="3551616" y="7405997"/>
                  <a:pt x="3753966" y="7417123"/>
                </a:cubicBezTo>
                <a:cubicBezTo>
                  <a:pt x="3956316" y="7428249"/>
                  <a:pt x="4291969" y="7422157"/>
                  <a:pt x="4516776" y="7417123"/>
                </a:cubicBezTo>
                <a:cubicBezTo>
                  <a:pt x="4741583" y="7412090"/>
                  <a:pt x="4799659" y="7407190"/>
                  <a:pt x="4928559" y="7417123"/>
                </a:cubicBezTo>
                <a:cubicBezTo>
                  <a:pt x="5057459" y="7427056"/>
                  <a:pt x="5198603" y="7417202"/>
                  <a:pt x="5340342" y="7417123"/>
                </a:cubicBezTo>
                <a:cubicBezTo>
                  <a:pt x="5482081" y="7417044"/>
                  <a:pt x="5961336" y="7398348"/>
                  <a:pt x="6190909" y="7417123"/>
                </a:cubicBezTo>
                <a:cubicBezTo>
                  <a:pt x="6420482" y="7435898"/>
                  <a:pt x="6501716" y="7433641"/>
                  <a:pt x="6602692" y="7417123"/>
                </a:cubicBezTo>
                <a:cubicBezTo>
                  <a:pt x="6703668" y="7400605"/>
                  <a:pt x="6946590" y="7392535"/>
                  <a:pt x="7277745" y="7417123"/>
                </a:cubicBezTo>
                <a:cubicBezTo>
                  <a:pt x="7608900" y="7441711"/>
                  <a:pt x="7672617" y="7423710"/>
                  <a:pt x="7777285" y="7417123"/>
                </a:cubicBezTo>
                <a:cubicBezTo>
                  <a:pt x="7881953" y="7410536"/>
                  <a:pt x="8043688" y="7436902"/>
                  <a:pt x="8189068" y="7417123"/>
                </a:cubicBezTo>
                <a:cubicBezTo>
                  <a:pt x="8334448" y="7397344"/>
                  <a:pt x="8554030" y="7418225"/>
                  <a:pt x="8688607" y="7417123"/>
                </a:cubicBezTo>
                <a:cubicBezTo>
                  <a:pt x="8823184" y="7416021"/>
                  <a:pt x="9224579" y="7388479"/>
                  <a:pt x="9593179" y="7417123"/>
                </a:cubicBezTo>
                <a:cubicBezTo>
                  <a:pt x="9575134" y="7575885"/>
                  <a:pt x="9591571" y="7658312"/>
                  <a:pt x="9593179" y="7825865"/>
                </a:cubicBezTo>
                <a:cubicBezTo>
                  <a:pt x="9594787" y="7993418"/>
                  <a:pt x="9589549" y="8093932"/>
                  <a:pt x="9593179" y="8234606"/>
                </a:cubicBezTo>
                <a:cubicBezTo>
                  <a:pt x="9401614" y="8248143"/>
                  <a:pt x="9150588" y="8266612"/>
                  <a:pt x="8739205" y="8234606"/>
                </a:cubicBezTo>
                <a:cubicBezTo>
                  <a:pt x="8327822" y="8202600"/>
                  <a:pt x="8196030" y="8230111"/>
                  <a:pt x="7885231" y="8234606"/>
                </a:cubicBezTo>
                <a:cubicBezTo>
                  <a:pt x="7574432" y="8239101"/>
                  <a:pt x="7379022" y="8240390"/>
                  <a:pt x="7124660" y="8234606"/>
                </a:cubicBezTo>
                <a:cubicBezTo>
                  <a:pt x="6870298" y="8228822"/>
                  <a:pt x="6791256" y="8255342"/>
                  <a:pt x="6644300" y="8234606"/>
                </a:cubicBezTo>
                <a:cubicBezTo>
                  <a:pt x="6497344" y="8213870"/>
                  <a:pt x="6404040" y="8237844"/>
                  <a:pt x="6257343" y="8234606"/>
                </a:cubicBezTo>
                <a:cubicBezTo>
                  <a:pt x="6110646" y="8231368"/>
                  <a:pt x="5816543" y="8230951"/>
                  <a:pt x="5496772" y="8234606"/>
                </a:cubicBezTo>
                <a:cubicBezTo>
                  <a:pt x="5177001" y="8238261"/>
                  <a:pt x="5046520" y="8266198"/>
                  <a:pt x="4642798" y="8234606"/>
                </a:cubicBezTo>
                <a:cubicBezTo>
                  <a:pt x="4239076" y="8203014"/>
                  <a:pt x="4036712" y="8268819"/>
                  <a:pt x="3882227" y="8234606"/>
                </a:cubicBezTo>
                <a:cubicBezTo>
                  <a:pt x="3727742" y="8200393"/>
                  <a:pt x="3352931" y="8233624"/>
                  <a:pt x="3215060" y="8234606"/>
                </a:cubicBezTo>
                <a:cubicBezTo>
                  <a:pt x="3077189" y="8235588"/>
                  <a:pt x="2783649" y="8217130"/>
                  <a:pt x="2454489" y="8234606"/>
                </a:cubicBezTo>
                <a:cubicBezTo>
                  <a:pt x="2125329" y="8252082"/>
                  <a:pt x="2018126" y="8260070"/>
                  <a:pt x="1880725" y="8234606"/>
                </a:cubicBezTo>
                <a:cubicBezTo>
                  <a:pt x="1743324" y="8209142"/>
                  <a:pt x="1453891" y="8261377"/>
                  <a:pt x="1120154" y="8234606"/>
                </a:cubicBezTo>
                <a:cubicBezTo>
                  <a:pt x="786417" y="8207835"/>
                  <a:pt x="560071" y="8210799"/>
                  <a:pt x="252837" y="8234606"/>
                </a:cubicBezTo>
                <a:cubicBezTo>
                  <a:pt x="269086" y="8062744"/>
                  <a:pt x="248754" y="7989218"/>
                  <a:pt x="252837" y="7878687"/>
                </a:cubicBezTo>
                <a:cubicBezTo>
                  <a:pt x="256920" y="7768156"/>
                  <a:pt x="270355" y="7660489"/>
                  <a:pt x="252837" y="7508240"/>
                </a:cubicBezTo>
                <a:cubicBezTo>
                  <a:pt x="202119" y="7513878"/>
                  <a:pt x="88782" y="7516590"/>
                  <a:pt x="0" y="7508240"/>
                </a:cubicBezTo>
                <a:cubicBezTo>
                  <a:pt x="-3318" y="7365612"/>
                  <a:pt x="31872" y="7027849"/>
                  <a:pt x="0" y="6825673"/>
                </a:cubicBezTo>
                <a:cubicBezTo>
                  <a:pt x="-31872" y="6623497"/>
                  <a:pt x="28195" y="6325784"/>
                  <a:pt x="0" y="6143105"/>
                </a:cubicBezTo>
                <a:cubicBezTo>
                  <a:pt x="-28195" y="5960426"/>
                  <a:pt x="-14638" y="5902090"/>
                  <a:pt x="0" y="5685785"/>
                </a:cubicBezTo>
                <a:cubicBezTo>
                  <a:pt x="14638" y="5469480"/>
                  <a:pt x="18723" y="5449659"/>
                  <a:pt x="0" y="5228465"/>
                </a:cubicBezTo>
                <a:cubicBezTo>
                  <a:pt x="-18723" y="5007271"/>
                  <a:pt x="30232" y="4787129"/>
                  <a:pt x="0" y="4395733"/>
                </a:cubicBezTo>
                <a:cubicBezTo>
                  <a:pt x="-30232" y="4004337"/>
                  <a:pt x="-2374" y="3778363"/>
                  <a:pt x="0" y="3563001"/>
                </a:cubicBezTo>
                <a:cubicBezTo>
                  <a:pt x="2374" y="3347639"/>
                  <a:pt x="-15568" y="2990097"/>
                  <a:pt x="0" y="2805351"/>
                </a:cubicBezTo>
                <a:cubicBezTo>
                  <a:pt x="15568" y="2620605"/>
                  <a:pt x="6466" y="2384444"/>
                  <a:pt x="0" y="2122784"/>
                </a:cubicBezTo>
                <a:cubicBezTo>
                  <a:pt x="-6466" y="1861124"/>
                  <a:pt x="-26354" y="1707068"/>
                  <a:pt x="0" y="1590382"/>
                </a:cubicBezTo>
                <a:cubicBezTo>
                  <a:pt x="26354" y="1473696"/>
                  <a:pt x="-15484" y="1188110"/>
                  <a:pt x="0" y="982897"/>
                </a:cubicBezTo>
                <a:cubicBezTo>
                  <a:pt x="15484" y="777684"/>
                  <a:pt x="37093" y="405208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930450520">
                  <a:custGeom>
                    <a:avLst/>
                    <a:gdLst>
                      <a:gd name="connsiteX0" fmla="*/ 12385330 w 13202813"/>
                      <a:gd name="connsiteY0" fmla="*/ 0 h 8234606"/>
                      <a:gd name="connsiteX1" fmla="*/ 13202813 w 13202813"/>
                      <a:gd name="connsiteY1" fmla="*/ 0 h 8234606"/>
                      <a:gd name="connsiteX2" fmla="*/ 13202813 w 13202813"/>
                      <a:gd name="connsiteY2" fmla="*/ 7508240 h 8234606"/>
                      <a:gd name="connsiteX3" fmla="*/ 12385330 w 13202813"/>
                      <a:gd name="connsiteY3" fmla="*/ 7508240 h 8234606"/>
                      <a:gd name="connsiteX4" fmla="*/ 0 w 13202813"/>
                      <a:gd name="connsiteY4" fmla="*/ 0 h 8234606"/>
                      <a:gd name="connsiteX5" fmla="*/ 817483 w 13202813"/>
                      <a:gd name="connsiteY5" fmla="*/ 0 h 8234606"/>
                      <a:gd name="connsiteX6" fmla="*/ 817483 w 13202813"/>
                      <a:gd name="connsiteY6" fmla="*/ 7417123 h 8234606"/>
                      <a:gd name="connsiteX7" fmla="*/ 9593179 w 13202813"/>
                      <a:gd name="connsiteY7" fmla="*/ 7417123 h 8234606"/>
                      <a:gd name="connsiteX8" fmla="*/ 9593179 w 13202813"/>
                      <a:gd name="connsiteY8" fmla="*/ 8234606 h 8234606"/>
                      <a:gd name="connsiteX9" fmla="*/ 252837 w 13202813"/>
                      <a:gd name="connsiteY9" fmla="*/ 8234606 h 8234606"/>
                      <a:gd name="connsiteX10" fmla="*/ 252837 w 13202813"/>
                      <a:gd name="connsiteY10" fmla="*/ 7508240 h 8234606"/>
                      <a:gd name="connsiteX11" fmla="*/ 0 w 13202813"/>
                      <a:gd name="connsiteY11" fmla="*/ 7508240 h 82346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3202813" h="8234606">
                        <a:moveTo>
                          <a:pt x="12385330" y="0"/>
                        </a:moveTo>
                        <a:lnTo>
                          <a:pt x="13202813" y="0"/>
                        </a:lnTo>
                        <a:lnTo>
                          <a:pt x="13202813" y="7508240"/>
                        </a:lnTo>
                        <a:lnTo>
                          <a:pt x="12385330" y="7508240"/>
                        </a:lnTo>
                        <a:close/>
                        <a:moveTo>
                          <a:pt x="0" y="0"/>
                        </a:moveTo>
                        <a:lnTo>
                          <a:pt x="817483" y="0"/>
                        </a:lnTo>
                        <a:lnTo>
                          <a:pt x="817483" y="7417123"/>
                        </a:lnTo>
                        <a:lnTo>
                          <a:pt x="9593179" y="7417123"/>
                        </a:lnTo>
                        <a:lnTo>
                          <a:pt x="9593179" y="8234606"/>
                        </a:lnTo>
                        <a:lnTo>
                          <a:pt x="252837" y="8234606"/>
                        </a:lnTo>
                        <a:lnTo>
                          <a:pt x="252837" y="7508240"/>
                        </a:lnTo>
                        <a:lnTo>
                          <a:pt x="0" y="7508240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17" name="Rectángulo 16"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FF3E474A-0E50-43DD-A68C-C232FCD118E9}"/>
              </a:ext>
            </a:extLst>
          </p:cNvPr>
          <p:cNvSpPr/>
          <p:nvPr/>
        </p:nvSpPr>
        <p:spPr>
          <a:xfrm>
            <a:off x="1181902" y="2184933"/>
            <a:ext cx="6096000" cy="240633"/>
          </a:xfrm>
          <a:prstGeom prst="rect">
            <a:avLst/>
          </a:pr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8" name="Rectángulo 17"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3AC4DA4-4652-48B4-8F9A-63C1097681D0}"/>
              </a:ext>
            </a:extLst>
          </p:cNvPr>
          <p:cNvSpPr/>
          <p:nvPr/>
        </p:nvSpPr>
        <p:spPr>
          <a:xfrm>
            <a:off x="5486400" y="2184933"/>
            <a:ext cx="6096000" cy="240633"/>
          </a:xfrm>
          <a:prstGeom prst="rect">
            <a:avLst/>
          </a:pr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37" name="Forma libre: forma 36"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BE677FF1-9B97-401A-BABB-EA0739D512FD}"/>
              </a:ext>
            </a:extLst>
          </p:cNvPr>
          <p:cNvSpPr/>
          <p:nvPr/>
        </p:nvSpPr>
        <p:spPr>
          <a:xfrm>
            <a:off x="938466" y="668952"/>
            <a:ext cx="1679605" cy="1390847"/>
          </a:xfrm>
          <a:custGeom>
            <a:avLst/>
            <a:gdLst>
              <a:gd name="connsiteX0" fmla="*/ 839803 w 1679605"/>
              <a:gd name="connsiteY0" fmla="*/ 0 h 1390847"/>
              <a:gd name="connsiteX1" fmla="*/ 951321 w 1679605"/>
              <a:gd name="connsiteY1" fmla="*/ 298845 h 1390847"/>
              <a:gd name="connsiteX2" fmla="*/ 958414 w 1679605"/>
              <a:gd name="connsiteY2" fmla="*/ 301001 h 1390847"/>
              <a:gd name="connsiteX3" fmla="*/ 1165921 w 1679605"/>
              <a:gd name="connsiteY3" fmla="*/ 468391 h 1390847"/>
              <a:gd name="connsiteX4" fmla="*/ 1200755 w 1679605"/>
              <a:gd name="connsiteY4" fmla="*/ 531259 h 1390847"/>
              <a:gd name="connsiteX5" fmla="*/ 1679605 w 1679605"/>
              <a:gd name="connsiteY5" fmla="*/ 531256 h 1390847"/>
              <a:gd name="connsiteX6" fmla="*/ 1237823 w 1679605"/>
              <a:gd name="connsiteY6" fmla="*/ 810723 h 1390847"/>
              <a:gd name="connsiteX7" fmla="*/ 1236887 w 1679605"/>
              <a:gd name="connsiteY7" fmla="*/ 819819 h 1390847"/>
              <a:gd name="connsiteX8" fmla="*/ 1209405 w 1679605"/>
              <a:gd name="connsiteY8" fmla="*/ 906544 h 1390847"/>
              <a:gd name="connsiteX9" fmla="*/ 1190697 w 1679605"/>
              <a:gd name="connsiteY9" fmla="*/ 940308 h 1390847"/>
              <a:gd name="connsiteX10" fmla="*/ 1358829 w 1679605"/>
              <a:gd name="connsiteY10" fmla="*/ 1390847 h 1390847"/>
              <a:gd name="connsiteX11" fmla="*/ 971186 w 1679605"/>
              <a:gd name="connsiteY11" fmla="*/ 1145622 h 1390847"/>
              <a:gd name="connsiteX12" fmla="*/ 958414 w 1679605"/>
              <a:gd name="connsiteY12" fmla="*/ 1152413 h 1390847"/>
              <a:gd name="connsiteX13" fmla="*/ 774831 w 1679605"/>
              <a:gd name="connsiteY13" fmla="*/ 1188720 h 1390847"/>
              <a:gd name="connsiteX14" fmla="*/ 679780 w 1679605"/>
              <a:gd name="connsiteY14" fmla="*/ 1179334 h 1390847"/>
              <a:gd name="connsiteX15" fmla="*/ 663132 w 1679605"/>
              <a:gd name="connsiteY15" fmla="*/ 1174271 h 1390847"/>
              <a:gd name="connsiteX16" fmla="*/ 320776 w 1679605"/>
              <a:gd name="connsiteY16" fmla="*/ 1390847 h 1390847"/>
              <a:gd name="connsiteX17" fmla="*/ 445460 w 1679605"/>
              <a:gd name="connsiteY17" fmla="*/ 1056736 h 1390847"/>
              <a:gd name="connsiteX18" fmla="*/ 441333 w 1679605"/>
              <a:gd name="connsiteY18" fmla="*/ 1053400 h 1390847"/>
              <a:gd name="connsiteX19" fmla="*/ 303193 w 1679605"/>
              <a:gd name="connsiteY19" fmla="*/ 726707 h 1390847"/>
              <a:gd name="connsiteX20" fmla="*/ 303546 w 1679605"/>
              <a:gd name="connsiteY20" fmla="*/ 723276 h 1390847"/>
              <a:gd name="connsiteX21" fmla="*/ 0 w 1679605"/>
              <a:gd name="connsiteY21" fmla="*/ 531256 h 1390847"/>
              <a:gd name="connsiteX22" fmla="*/ 348907 w 1679605"/>
              <a:gd name="connsiteY22" fmla="*/ 531258 h 1390847"/>
              <a:gd name="connsiteX23" fmla="*/ 383742 w 1679605"/>
              <a:gd name="connsiteY23" fmla="*/ 468391 h 1390847"/>
              <a:gd name="connsiteX24" fmla="*/ 679780 w 1679605"/>
              <a:gd name="connsiteY24" fmla="*/ 274081 h 1390847"/>
              <a:gd name="connsiteX25" fmla="*/ 739735 w 1679605"/>
              <a:gd name="connsiteY25" fmla="*/ 268160 h 1390847"/>
              <a:gd name="connsiteX26" fmla="*/ 839803 w 1679605"/>
              <a:gd name="connsiteY26" fmla="*/ 0 h 1390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679605" h="1390847" fill="none" extrusionOk="0">
                <a:moveTo>
                  <a:pt x="839803" y="0"/>
                </a:moveTo>
                <a:cubicBezTo>
                  <a:pt x="855646" y="68889"/>
                  <a:pt x="931836" y="201439"/>
                  <a:pt x="951321" y="298845"/>
                </a:cubicBezTo>
                <a:cubicBezTo>
                  <a:pt x="953675" y="299211"/>
                  <a:pt x="955333" y="300271"/>
                  <a:pt x="958414" y="301001"/>
                </a:cubicBezTo>
                <a:cubicBezTo>
                  <a:pt x="1023613" y="326478"/>
                  <a:pt x="1112819" y="396992"/>
                  <a:pt x="1165921" y="468391"/>
                </a:cubicBezTo>
                <a:cubicBezTo>
                  <a:pt x="1181518" y="495012"/>
                  <a:pt x="1189681" y="503919"/>
                  <a:pt x="1200755" y="531259"/>
                </a:cubicBezTo>
                <a:cubicBezTo>
                  <a:pt x="1412078" y="526411"/>
                  <a:pt x="1477599" y="528544"/>
                  <a:pt x="1679605" y="531256"/>
                </a:cubicBezTo>
                <a:cubicBezTo>
                  <a:pt x="1577859" y="597581"/>
                  <a:pt x="1435796" y="677223"/>
                  <a:pt x="1237823" y="810723"/>
                </a:cubicBezTo>
                <a:cubicBezTo>
                  <a:pt x="1237164" y="814521"/>
                  <a:pt x="1237021" y="817154"/>
                  <a:pt x="1236887" y="819819"/>
                </a:cubicBezTo>
                <a:cubicBezTo>
                  <a:pt x="1231402" y="851344"/>
                  <a:pt x="1220008" y="879682"/>
                  <a:pt x="1209405" y="906544"/>
                </a:cubicBezTo>
                <a:cubicBezTo>
                  <a:pt x="1200535" y="922159"/>
                  <a:pt x="1195992" y="928912"/>
                  <a:pt x="1190697" y="940308"/>
                </a:cubicBezTo>
                <a:cubicBezTo>
                  <a:pt x="1248935" y="1115566"/>
                  <a:pt x="1301982" y="1179476"/>
                  <a:pt x="1358829" y="1390847"/>
                </a:cubicBezTo>
                <a:cubicBezTo>
                  <a:pt x="1235591" y="1302110"/>
                  <a:pt x="1131534" y="1268532"/>
                  <a:pt x="971186" y="1145622"/>
                </a:cubicBezTo>
                <a:cubicBezTo>
                  <a:pt x="967701" y="1147786"/>
                  <a:pt x="963546" y="1149063"/>
                  <a:pt x="958414" y="1152413"/>
                </a:cubicBezTo>
                <a:cubicBezTo>
                  <a:pt x="891940" y="1176888"/>
                  <a:pt x="837140" y="1191705"/>
                  <a:pt x="774831" y="1188720"/>
                </a:cubicBezTo>
                <a:cubicBezTo>
                  <a:pt x="746978" y="1191555"/>
                  <a:pt x="708294" y="1187764"/>
                  <a:pt x="679780" y="1179334"/>
                </a:cubicBezTo>
                <a:cubicBezTo>
                  <a:pt x="672017" y="1177506"/>
                  <a:pt x="667704" y="1175462"/>
                  <a:pt x="663132" y="1174271"/>
                </a:cubicBezTo>
                <a:cubicBezTo>
                  <a:pt x="591507" y="1220052"/>
                  <a:pt x="443078" y="1330734"/>
                  <a:pt x="320776" y="1390847"/>
                </a:cubicBezTo>
                <a:cubicBezTo>
                  <a:pt x="374222" y="1279284"/>
                  <a:pt x="394121" y="1195611"/>
                  <a:pt x="445460" y="1056736"/>
                </a:cubicBezTo>
                <a:cubicBezTo>
                  <a:pt x="444491" y="1055878"/>
                  <a:pt x="442421" y="1054210"/>
                  <a:pt x="441333" y="1053400"/>
                </a:cubicBezTo>
                <a:cubicBezTo>
                  <a:pt x="367303" y="956730"/>
                  <a:pt x="294338" y="866158"/>
                  <a:pt x="303193" y="726707"/>
                </a:cubicBezTo>
                <a:cubicBezTo>
                  <a:pt x="303315" y="725335"/>
                  <a:pt x="303404" y="724437"/>
                  <a:pt x="303546" y="723276"/>
                </a:cubicBezTo>
                <a:cubicBezTo>
                  <a:pt x="199738" y="664816"/>
                  <a:pt x="128606" y="601782"/>
                  <a:pt x="0" y="531256"/>
                </a:cubicBezTo>
                <a:cubicBezTo>
                  <a:pt x="132699" y="519112"/>
                  <a:pt x="244869" y="524909"/>
                  <a:pt x="348907" y="531258"/>
                </a:cubicBezTo>
                <a:cubicBezTo>
                  <a:pt x="364366" y="500258"/>
                  <a:pt x="372726" y="487409"/>
                  <a:pt x="383742" y="468391"/>
                </a:cubicBezTo>
                <a:cubicBezTo>
                  <a:pt x="458006" y="362751"/>
                  <a:pt x="539770" y="282308"/>
                  <a:pt x="679780" y="274081"/>
                </a:cubicBezTo>
                <a:cubicBezTo>
                  <a:pt x="696261" y="273519"/>
                  <a:pt x="719624" y="272237"/>
                  <a:pt x="739735" y="268160"/>
                </a:cubicBezTo>
                <a:cubicBezTo>
                  <a:pt x="777808" y="149263"/>
                  <a:pt x="803459" y="72137"/>
                  <a:pt x="839803" y="0"/>
                </a:cubicBezTo>
                <a:close/>
              </a:path>
              <a:path w="1679605" h="1390847" stroke="0" extrusionOk="0">
                <a:moveTo>
                  <a:pt x="839803" y="0"/>
                </a:moveTo>
                <a:cubicBezTo>
                  <a:pt x="863959" y="94468"/>
                  <a:pt x="927546" y="190327"/>
                  <a:pt x="951321" y="298845"/>
                </a:cubicBezTo>
                <a:cubicBezTo>
                  <a:pt x="954627" y="300149"/>
                  <a:pt x="956143" y="300086"/>
                  <a:pt x="958414" y="301001"/>
                </a:cubicBezTo>
                <a:cubicBezTo>
                  <a:pt x="1032336" y="351488"/>
                  <a:pt x="1106592" y="385173"/>
                  <a:pt x="1165921" y="468391"/>
                </a:cubicBezTo>
                <a:cubicBezTo>
                  <a:pt x="1183841" y="495219"/>
                  <a:pt x="1192270" y="511191"/>
                  <a:pt x="1200755" y="531259"/>
                </a:cubicBezTo>
                <a:cubicBezTo>
                  <a:pt x="1407870" y="524357"/>
                  <a:pt x="1539485" y="543001"/>
                  <a:pt x="1679605" y="531256"/>
                </a:cubicBezTo>
                <a:cubicBezTo>
                  <a:pt x="1502344" y="662077"/>
                  <a:pt x="1428306" y="699484"/>
                  <a:pt x="1237823" y="810723"/>
                </a:cubicBezTo>
                <a:cubicBezTo>
                  <a:pt x="1237521" y="814813"/>
                  <a:pt x="1237464" y="815589"/>
                  <a:pt x="1236887" y="819819"/>
                </a:cubicBezTo>
                <a:cubicBezTo>
                  <a:pt x="1233240" y="855186"/>
                  <a:pt x="1219357" y="871926"/>
                  <a:pt x="1209405" y="906544"/>
                </a:cubicBezTo>
                <a:cubicBezTo>
                  <a:pt x="1205271" y="916466"/>
                  <a:pt x="1196577" y="927304"/>
                  <a:pt x="1190697" y="940308"/>
                </a:cubicBezTo>
                <a:cubicBezTo>
                  <a:pt x="1243965" y="1144914"/>
                  <a:pt x="1306973" y="1266279"/>
                  <a:pt x="1358829" y="1390847"/>
                </a:cubicBezTo>
                <a:cubicBezTo>
                  <a:pt x="1237220" y="1293433"/>
                  <a:pt x="1151672" y="1248762"/>
                  <a:pt x="971186" y="1145622"/>
                </a:cubicBezTo>
                <a:cubicBezTo>
                  <a:pt x="966419" y="1148865"/>
                  <a:pt x="963746" y="1148796"/>
                  <a:pt x="958414" y="1152413"/>
                </a:cubicBezTo>
                <a:cubicBezTo>
                  <a:pt x="905572" y="1180287"/>
                  <a:pt x="830574" y="1195554"/>
                  <a:pt x="774831" y="1188720"/>
                </a:cubicBezTo>
                <a:cubicBezTo>
                  <a:pt x="742700" y="1195657"/>
                  <a:pt x="714170" y="1180630"/>
                  <a:pt x="679780" y="1179334"/>
                </a:cubicBezTo>
                <a:cubicBezTo>
                  <a:pt x="673020" y="1176645"/>
                  <a:pt x="668710" y="1175728"/>
                  <a:pt x="663132" y="1174271"/>
                </a:cubicBezTo>
                <a:cubicBezTo>
                  <a:pt x="562651" y="1245213"/>
                  <a:pt x="417212" y="1352355"/>
                  <a:pt x="320776" y="1390847"/>
                </a:cubicBezTo>
                <a:cubicBezTo>
                  <a:pt x="338144" y="1316706"/>
                  <a:pt x="398315" y="1150550"/>
                  <a:pt x="445460" y="1056736"/>
                </a:cubicBezTo>
                <a:cubicBezTo>
                  <a:pt x="444446" y="1055821"/>
                  <a:pt x="442399" y="1054094"/>
                  <a:pt x="441333" y="1053400"/>
                </a:cubicBezTo>
                <a:cubicBezTo>
                  <a:pt x="361758" y="945961"/>
                  <a:pt x="306767" y="854403"/>
                  <a:pt x="303193" y="726707"/>
                </a:cubicBezTo>
                <a:cubicBezTo>
                  <a:pt x="303313" y="725479"/>
                  <a:pt x="303586" y="724314"/>
                  <a:pt x="303546" y="723276"/>
                </a:cubicBezTo>
                <a:cubicBezTo>
                  <a:pt x="188323" y="668453"/>
                  <a:pt x="86729" y="586170"/>
                  <a:pt x="0" y="531256"/>
                </a:cubicBezTo>
                <a:cubicBezTo>
                  <a:pt x="95383" y="546117"/>
                  <a:pt x="267940" y="535401"/>
                  <a:pt x="348907" y="531258"/>
                </a:cubicBezTo>
                <a:cubicBezTo>
                  <a:pt x="362514" y="507608"/>
                  <a:pt x="372610" y="490200"/>
                  <a:pt x="383742" y="468391"/>
                </a:cubicBezTo>
                <a:cubicBezTo>
                  <a:pt x="452231" y="383079"/>
                  <a:pt x="554353" y="297520"/>
                  <a:pt x="679780" y="274081"/>
                </a:cubicBezTo>
                <a:cubicBezTo>
                  <a:pt x="704724" y="273356"/>
                  <a:pt x="712490" y="268719"/>
                  <a:pt x="739735" y="268160"/>
                </a:cubicBezTo>
                <a:cubicBezTo>
                  <a:pt x="767380" y="155213"/>
                  <a:pt x="810292" y="74874"/>
                  <a:pt x="839803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891951426">
                  <a:custGeom>
                    <a:avLst/>
                    <a:gdLst>
                      <a:gd name="connsiteX0" fmla="*/ 839803 w 1679605"/>
                      <a:gd name="connsiteY0" fmla="*/ 0 h 1390847"/>
                      <a:gd name="connsiteX1" fmla="*/ 951321 w 1679605"/>
                      <a:gd name="connsiteY1" fmla="*/ 298845 h 1390847"/>
                      <a:gd name="connsiteX2" fmla="*/ 958414 w 1679605"/>
                      <a:gd name="connsiteY2" fmla="*/ 301001 h 1390847"/>
                      <a:gd name="connsiteX3" fmla="*/ 1165921 w 1679605"/>
                      <a:gd name="connsiteY3" fmla="*/ 468391 h 1390847"/>
                      <a:gd name="connsiteX4" fmla="*/ 1200755 w 1679605"/>
                      <a:gd name="connsiteY4" fmla="*/ 531259 h 1390847"/>
                      <a:gd name="connsiteX5" fmla="*/ 1679605 w 1679605"/>
                      <a:gd name="connsiteY5" fmla="*/ 531256 h 1390847"/>
                      <a:gd name="connsiteX6" fmla="*/ 1237823 w 1679605"/>
                      <a:gd name="connsiteY6" fmla="*/ 810723 h 1390847"/>
                      <a:gd name="connsiteX7" fmla="*/ 1236887 w 1679605"/>
                      <a:gd name="connsiteY7" fmla="*/ 819819 h 1390847"/>
                      <a:gd name="connsiteX8" fmla="*/ 1209405 w 1679605"/>
                      <a:gd name="connsiteY8" fmla="*/ 906544 h 1390847"/>
                      <a:gd name="connsiteX9" fmla="*/ 1190697 w 1679605"/>
                      <a:gd name="connsiteY9" fmla="*/ 940308 h 1390847"/>
                      <a:gd name="connsiteX10" fmla="*/ 1358829 w 1679605"/>
                      <a:gd name="connsiteY10" fmla="*/ 1390847 h 1390847"/>
                      <a:gd name="connsiteX11" fmla="*/ 971186 w 1679605"/>
                      <a:gd name="connsiteY11" fmla="*/ 1145622 h 1390847"/>
                      <a:gd name="connsiteX12" fmla="*/ 958414 w 1679605"/>
                      <a:gd name="connsiteY12" fmla="*/ 1152413 h 1390847"/>
                      <a:gd name="connsiteX13" fmla="*/ 774831 w 1679605"/>
                      <a:gd name="connsiteY13" fmla="*/ 1188720 h 1390847"/>
                      <a:gd name="connsiteX14" fmla="*/ 679780 w 1679605"/>
                      <a:gd name="connsiteY14" fmla="*/ 1179334 h 1390847"/>
                      <a:gd name="connsiteX15" fmla="*/ 663132 w 1679605"/>
                      <a:gd name="connsiteY15" fmla="*/ 1174271 h 1390847"/>
                      <a:gd name="connsiteX16" fmla="*/ 320776 w 1679605"/>
                      <a:gd name="connsiteY16" fmla="*/ 1390847 h 1390847"/>
                      <a:gd name="connsiteX17" fmla="*/ 445460 w 1679605"/>
                      <a:gd name="connsiteY17" fmla="*/ 1056736 h 1390847"/>
                      <a:gd name="connsiteX18" fmla="*/ 441333 w 1679605"/>
                      <a:gd name="connsiteY18" fmla="*/ 1053400 h 1390847"/>
                      <a:gd name="connsiteX19" fmla="*/ 303193 w 1679605"/>
                      <a:gd name="connsiteY19" fmla="*/ 726707 h 1390847"/>
                      <a:gd name="connsiteX20" fmla="*/ 303546 w 1679605"/>
                      <a:gd name="connsiteY20" fmla="*/ 723276 h 1390847"/>
                      <a:gd name="connsiteX21" fmla="*/ 0 w 1679605"/>
                      <a:gd name="connsiteY21" fmla="*/ 531256 h 1390847"/>
                      <a:gd name="connsiteX22" fmla="*/ 348907 w 1679605"/>
                      <a:gd name="connsiteY22" fmla="*/ 531258 h 1390847"/>
                      <a:gd name="connsiteX23" fmla="*/ 383742 w 1679605"/>
                      <a:gd name="connsiteY23" fmla="*/ 468391 h 1390847"/>
                      <a:gd name="connsiteX24" fmla="*/ 679780 w 1679605"/>
                      <a:gd name="connsiteY24" fmla="*/ 274081 h 1390847"/>
                      <a:gd name="connsiteX25" fmla="*/ 739735 w 1679605"/>
                      <a:gd name="connsiteY25" fmla="*/ 268160 h 13908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679605" h="1390847">
                        <a:moveTo>
                          <a:pt x="839803" y="0"/>
                        </a:moveTo>
                        <a:lnTo>
                          <a:pt x="951321" y="298845"/>
                        </a:lnTo>
                        <a:lnTo>
                          <a:pt x="958414" y="301001"/>
                        </a:lnTo>
                        <a:cubicBezTo>
                          <a:pt x="1043053" y="336070"/>
                          <a:pt x="1115066" y="394653"/>
                          <a:pt x="1165921" y="468391"/>
                        </a:cubicBezTo>
                        <a:lnTo>
                          <a:pt x="1200755" y="531259"/>
                        </a:lnTo>
                        <a:lnTo>
                          <a:pt x="1679605" y="531256"/>
                        </a:lnTo>
                        <a:lnTo>
                          <a:pt x="1237823" y="810723"/>
                        </a:lnTo>
                        <a:lnTo>
                          <a:pt x="1236887" y="819819"/>
                        </a:lnTo>
                        <a:cubicBezTo>
                          <a:pt x="1230604" y="849895"/>
                          <a:pt x="1221339" y="878906"/>
                          <a:pt x="1209405" y="906544"/>
                        </a:cubicBezTo>
                        <a:lnTo>
                          <a:pt x="1190697" y="940308"/>
                        </a:lnTo>
                        <a:lnTo>
                          <a:pt x="1358829" y="1390847"/>
                        </a:lnTo>
                        <a:lnTo>
                          <a:pt x="971186" y="1145622"/>
                        </a:lnTo>
                        <a:lnTo>
                          <a:pt x="958414" y="1152413"/>
                        </a:lnTo>
                        <a:cubicBezTo>
                          <a:pt x="901988" y="1175792"/>
                          <a:pt x="839951" y="1188720"/>
                          <a:pt x="774831" y="1188720"/>
                        </a:cubicBezTo>
                        <a:cubicBezTo>
                          <a:pt x="742271" y="1188720"/>
                          <a:pt x="710482" y="1185488"/>
                          <a:pt x="679780" y="1179334"/>
                        </a:cubicBezTo>
                        <a:lnTo>
                          <a:pt x="663132" y="1174271"/>
                        </a:lnTo>
                        <a:lnTo>
                          <a:pt x="320776" y="1390847"/>
                        </a:lnTo>
                        <a:lnTo>
                          <a:pt x="445460" y="1056736"/>
                        </a:lnTo>
                        <a:lnTo>
                          <a:pt x="441333" y="1053400"/>
                        </a:lnTo>
                        <a:cubicBezTo>
                          <a:pt x="355983" y="969792"/>
                          <a:pt x="303193" y="854289"/>
                          <a:pt x="303193" y="726707"/>
                        </a:cubicBezTo>
                        <a:lnTo>
                          <a:pt x="303546" y="723276"/>
                        </a:lnTo>
                        <a:lnTo>
                          <a:pt x="0" y="531256"/>
                        </a:lnTo>
                        <a:lnTo>
                          <a:pt x="348907" y="531258"/>
                        </a:lnTo>
                        <a:lnTo>
                          <a:pt x="383742" y="468391"/>
                        </a:lnTo>
                        <a:cubicBezTo>
                          <a:pt x="451547" y="370074"/>
                          <a:pt x="556970" y="298698"/>
                          <a:pt x="679780" y="274081"/>
                        </a:cubicBezTo>
                        <a:lnTo>
                          <a:pt x="739735" y="268160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41" name="Forma libre: forma 40">
            <a:hlinkClick r:id="rId2" action="ppaction://hlinksldjump" highlightClick="1">
              <a:snd r:embed="rId3" name="explode.wav"/>
            </a:hlinkClick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FF4E92C-5CE9-44F1-AA2A-6BA9A0400359}"/>
              </a:ext>
            </a:extLst>
          </p:cNvPr>
          <p:cNvSpPr/>
          <p:nvPr/>
        </p:nvSpPr>
        <p:spPr>
          <a:xfrm>
            <a:off x="673772" y="3551697"/>
            <a:ext cx="3405732" cy="2820219"/>
          </a:xfrm>
          <a:custGeom>
            <a:avLst/>
            <a:gdLst>
              <a:gd name="connsiteX0" fmla="*/ 1702866 w 3405732"/>
              <a:gd name="connsiteY0" fmla="*/ 0 h 2820219"/>
              <a:gd name="connsiteX1" fmla="*/ 1928654 w 3405732"/>
              <a:gd name="connsiteY1" fmla="*/ 605062 h 2820219"/>
              <a:gd name="connsiteX2" fmla="*/ 1943375 w 3405732"/>
              <a:gd name="connsiteY2" fmla="*/ 610340 h 2820219"/>
              <a:gd name="connsiteX3" fmla="*/ 2364136 w 3405732"/>
              <a:gd name="connsiteY3" fmla="*/ 949756 h 2820219"/>
              <a:gd name="connsiteX4" fmla="*/ 2434770 w 3405732"/>
              <a:gd name="connsiteY4" fmla="*/ 1077234 h 2820219"/>
              <a:gd name="connsiteX5" fmla="*/ 2900832 w 3405732"/>
              <a:gd name="connsiteY5" fmla="*/ 1077231 h 2820219"/>
              <a:gd name="connsiteX6" fmla="*/ 3405732 w 3405732"/>
              <a:gd name="connsiteY6" fmla="*/ 1077228 h 2820219"/>
              <a:gd name="connsiteX7" fmla="*/ 2985215 w 3405732"/>
              <a:gd name="connsiteY7" fmla="*/ 1343242 h 2820219"/>
              <a:gd name="connsiteX8" fmla="*/ 2511015 w 3405732"/>
              <a:gd name="connsiteY8" fmla="*/ 1643215 h 2820219"/>
              <a:gd name="connsiteX9" fmla="*/ 2508035 w 3405732"/>
              <a:gd name="connsiteY9" fmla="*/ 1662345 h 2820219"/>
              <a:gd name="connsiteX10" fmla="*/ 2452310 w 3405732"/>
              <a:gd name="connsiteY10" fmla="*/ 1838196 h 2820219"/>
              <a:gd name="connsiteX11" fmla="*/ 2414373 w 3405732"/>
              <a:gd name="connsiteY11" fmla="*/ 1906663 h 2820219"/>
              <a:gd name="connsiteX12" fmla="*/ 2584834 w 3405732"/>
              <a:gd name="connsiteY12" fmla="*/ 2363441 h 2820219"/>
              <a:gd name="connsiteX13" fmla="*/ 2755295 w 3405732"/>
              <a:gd name="connsiteY13" fmla="*/ 2820219 h 2820219"/>
              <a:gd name="connsiteX14" fmla="*/ 2378676 w 3405732"/>
              <a:gd name="connsiteY14" fmla="*/ 2581968 h 2820219"/>
              <a:gd name="connsiteX15" fmla="*/ 1970673 w 3405732"/>
              <a:gd name="connsiteY15" fmla="*/ 2323862 h 2820219"/>
              <a:gd name="connsiteX16" fmla="*/ 1943375 w 3405732"/>
              <a:gd name="connsiteY16" fmla="*/ 2336744 h 2820219"/>
              <a:gd name="connsiteX17" fmla="*/ 1571124 w 3405732"/>
              <a:gd name="connsiteY17" fmla="*/ 2410364 h 2820219"/>
              <a:gd name="connsiteX18" fmla="*/ 1378388 w 3405732"/>
              <a:gd name="connsiteY18" fmla="*/ 2391331 h 2820219"/>
              <a:gd name="connsiteX19" fmla="*/ 1342640 w 3405732"/>
              <a:gd name="connsiteY19" fmla="*/ 2382327 h 2820219"/>
              <a:gd name="connsiteX20" fmla="*/ 1010383 w 3405732"/>
              <a:gd name="connsiteY20" fmla="*/ 2592515 h 2820219"/>
              <a:gd name="connsiteX21" fmla="*/ 650437 w 3405732"/>
              <a:gd name="connsiteY21" fmla="*/ 2820219 h 2820219"/>
              <a:gd name="connsiteX22" fmla="*/ 771792 w 3405732"/>
              <a:gd name="connsiteY22" fmla="*/ 2495029 h 2820219"/>
              <a:gd name="connsiteX23" fmla="*/ 903259 w 3405732"/>
              <a:gd name="connsiteY23" fmla="*/ 2142740 h 2820219"/>
              <a:gd name="connsiteX24" fmla="*/ 894890 w 3405732"/>
              <a:gd name="connsiteY24" fmla="*/ 2135976 h 2820219"/>
              <a:gd name="connsiteX25" fmla="*/ 614784 w 3405732"/>
              <a:gd name="connsiteY25" fmla="*/ 1473542 h 2820219"/>
              <a:gd name="connsiteX26" fmla="*/ 615154 w 3405732"/>
              <a:gd name="connsiteY26" fmla="*/ 1466367 h 2820219"/>
              <a:gd name="connsiteX27" fmla="*/ 326032 w 3405732"/>
              <a:gd name="connsiteY27" fmla="*/ 1283472 h 2820219"/>
              <a:gd name="connsiteX28" fmla="*/ 0 w 3405732"/>
              <a:gd name="connsiteY28" fmla="*/ 1077228 h 2820219"/>
              <a:gd name="connsiteX29" fmla="*/ 339590 w 3405732"/>
              <a:gd name="connsiteY29" fmla="*/ 1077230 h 2820219"/>
              <a:gd name="connsiteX30" fmla="*/ 707479 w 3405732"/>
              <a:gd name="connsiteY30" fmla="*/ 1077232 h 2820219"/>
              <a:gd name="connsiteX31" fmla="*/ 778112 w 3405732"/>
              <a:gd name="connsiteY31" fmla="*/ 949756 h 2820219"/>
              <a:gd name="connsiteX32" fmla="*/ 1473344 w 3405732"/>
              <a:gd name="connsiteY32" fmla="*/ 541557 h 2820219"/>
              <a:gd name="connsiteX33" fmla="*/ 1501292 w 3405732"/>
              <a:gd name="connsiteY33" fmla="*/ 540174 h 2820219"/>
              <a:gd name="connsiteX34" fmla="*/ 1702866 w 3405732"/>
              <a:gd name="connsiteY34" fmla="*/ 0 h 282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405732" h="2820219" fill="none" extrusionOk="0">
                <a:moveTo>
                  <a:pt x="1702866" y="0"/>
                </a:moveTo>
                <a:cubicBezTo>
                  <a:pt x="1793408" y="286443"/>
                  <a:pt x="1850276" y="385732"/>
                  <a:pt x="1928654" y="605062"/>
                </a:cubicBezTo>
                <a:cubicBezTo>
                  <a:pt x="1934305" y="606714"/>
                  <a:pt x="1938268" y="608430"/>
                  <a:pt x="1943375" y="610340"/>
                </a:cubicBezTo>
                <a:cubicBezTo>
                  <a:pt x="2122078" y="664333"/>
                  <a:pt x="2289199" y="799844"/>
                  <a:pt x="2364136" y="949756"/>
                </a:cubicBezTo>
                <a:cubicBezTo>
                  <a:pt x="2387326" y="981783"/>
                  <a:pt x="2420444" y="1051477"/>
                  <a:pt x="2434770" y="1077234"/>
                </a:cubicBezTo>
                <a:cubicBezTo>
                  <a:pt x="2627448" y="1060581"/>
                  <a:pt x="2764996" y="1084232"/>
                  <a:pt x="2900832" y="1077231"/>
                </a:cubicBezTo>
                <a:cubicBezTo>
                  <a:pt x="3036668" y="1070230"/>
                  <a:pt x="3213117" y="1092026"/>
                  <a:pt x="3405732" y="1077228"/>
                </a:cubicBezTo>
                <a:cubicBezTo>
                  <a:pt x="3240349" y="1206393"/>
                  <a:pt x="3158866" y="1220965"/>
                  <a:pt x="2985215" y="1343242"/>
                </a:cubicBezTo>
                <a:cubicBezTo>
                  <a:pt x="2811564" y="1465519"/>
                  <a:pt x="2736449" y="1531062"/>
                  <a:pt x="2511015" y="1643215"/>
                </a:cubicBezTo>
                <a:cubicBezTo>
                  <a:pt x="2509746" y="1651142"/>
                  <a:pt x="2508304" y="1656511"/>
                  <a:pt x="2508035" y="1662345"/>
                </a:cubicBezTo>
                <a:cubicBezTo>
                  <a:pt x="2499646" y="1725385"/>
                  <a:pt x="2482707" y="1773928"/>
                  <a:pt x="2452310" y="1838196"/>
                </a:cubicBezTo>
                <a:cubicBezTo>
                  <a:pt x="2439476" y="1861189"/>
                  <a:pt x="2426251" y="1881511"/>
                  <a:pt x="2414373" y="1906663"/>
                </a:cubicBezTo>
                <a:cubicBezTo>
                  <a:pt x="2479640" y="2018654"/>
                  <a:pt x="2533120" y="2174761"/>
                  <a:pt x="2584834" y="2363441"/>
                </a:cubicBezTo>
                <a:cubicBezTo>
                  <a:pt x="2636548" y="2552121"/>
                  <a:pt x="2696589" y="2600979"/>
                  <a:pt x="2755295" y="2820219"/>
                </a:cubicBezTo>
                <a:cubicBezTo>
                  <a:pt x="2591226" y="2698729"/>
                  <a:pt x="2484855" y="2656401"/>
                  <a:pt x="2378676" y="2581968"/>
                </a:cubicBezTo>
                <a:cubicBezTo>
                  <a:pt x="2272497" y="2507535"/>
                  <a:pt x="2071430" y="2384001"/>
                  <a:pt x="1970673" y="2323862"/>
                </a:cubicBezTo>
                <a:cubicBezTo>
                  <a:pt x="1963076" y="2327837"/>
                  <a:pt x="1951482" y="2334054"/>
                  <a:pt x="1943375" y="2336744"/>
                </a:cubicBezTo>
                <a:cubicBezTo>
                  <a:pt x="1815202" y="2375340"/>
                  <a:pt x="1717394" y="2395447"/>
                  <a:pt x="1571124" y="2410364"/>
                </a:cubicBezTo>
                <a:cubicBezTo>
                  <a:pt x="1519012" y="2413225"/>
                  <a:pt x="1434558" y="2402179"/>
                  <a:pt x="1378388" y="2391331"/>
                </a:cubicBezTo>
                <a:cubicBezTo>
                  <a:pt x="1360899" y="2387888"/>
                  <a:pt x="1354695" y="2385791"/>
                  <a:pt x="1342640" y="2382327"/>
                </a:cubicBezTo>
                <a:cubicBezTo>
                  <a:pt x="1193135" y="2498849"/>
                  <a:pt x="1082562" y="2547431"/>
                  <a:pt x="1010383" y="2592515"/>
                </a:cubicBezTo>
                <a:cubicBezTo>
                  <a:pt x="938204" y="2637599"/>
                  <a:pt x="782144" y="2730583"/>
                  <a:pt x="650437" y="2820219"/>
                </a:cubicBezTo>
                <a:cubicBezTo>
                  <a:pt x="691389" y="2756155"/>
                  <a:pt x="759634" y="2570440"/>
                  <a:pt x="771792" y="2495029"/>
                </a:cubicBezTo>
                <a:cubicBezTo>
                  <a:pt x="783950" y="2419618"/>
                  <a:pt x="875858" y="2226915"/>
                  <a:pt x="903259" y="2142740"/>
                </a:cubicBezTo>
                <a:cubicBezTo>
                  <a:pt x="899580" y="2139312"/>
                  <a:pt x="898722" y="2139198"/>
                  <a:pt x="894890" y="2135976"/>
                </a:cubicBezTo>
                <a:cubicBezTo>
                  <a:pt x="732290" y="1990255"/>
                  <a:pt x="592936" y="1694424"/>
                  <a:pt x="614784" y="1473542"/>
                </a:cubicBezTo>
                <a:cubicBezTo>
                  <a:pt x="615421" y="1471226"/>
                  <a:pt x="614991" y="1468845"/>
                  <a:pt x="615154" y="1466367"/>
                </a:cubicBezTo>
                <a:cubicBezTo>
                  <a:pt x="469985" y="1384586"/>
                  <a:pt x="388171" y="1324239"/>
                  <a:pt x="326032" y="1283472"/>
                </a:cubicBezTo>
                <a:cubicBezTo>
                  <a:pt x="263893" y="1242705"/>
                  <a:pt x="140092" y="1155176"/>
                  <a:pt x="0" y="1077228"/>
                </a:cubicBezTo>
                <a:cubicBezTo>
                  <a:pt x="96404" y="1068006"/>
                  <a:pt x="176409" y="1070573"/>
                  <a:pt x="339590" y="1077230"/>
                </a:cubicBezTo>
                <a:cubicBezTo>
                  <a:pt x="502771" y="1083887"/>
                  <a:pt x="525035" y="1073648"/>
                  <a:pt x="707479" y="1077232"/>
                </a:cubicBezTo>
                <a:cubicBezTo>
                  <a:pt x="727580" y="1026995"/>
                  <a:pt x="748377" y="1015972"/>
                  <a:pt x="778112" y="949756"/>
                </a:cubicBezTo>
                <a:cubicBezTo>
                  <a:pt x="934458" y="671461"/>
                  <a:pt x="1216720" y="610616"/>
                  <a:pt x="1473344" y="541557"/>
                </a:cubicBezTo>
                <a:cubicBezTo>
                  <a:pt x="1481254" y="539833"/>
                  <a:pt x="1495203" y="539582"/>
                  <a:pt x="1501292" y="540174"/>
                </a:cubicBezTo>
                <a:cubicBezTo>
                  <a:pt x="1575340" y="373546"/>
                  <a:pt x="1627428" y="153680"/>
                  <a:pt x="1702866" y="0"/>
                </a:cubicBezTo>
                <a:close/>
              </a:path>
              <a:path w="3405732" h="2820219" stroke="0" extrusionOk="0">
                <a:moveTo>
                  <a:pt x="1702866" y="0"/>
                </a:moveTo>
                <a:cubicBezTo>
                  <a:pt x="1832388" y="287144"/>
                  <a:pt x="1826858" y="351583"/>
                  <a:pt x="1928654" y="605062"/>
                </a:cubicBezTo>
                <a:cubicBezTo>
                  <a:pt x="1932913" y="607134"/>
                  <a:pt x="1940416" y="608728"/>
                  <a:pt x="1943375" y="610340"/>
                </a:cubicBezTo>
                <a:cubicBezTo>
                  <a:pt x="2119307" y="646259"/>
                  <a:pt x="2237316" y="781043"/>
                  <a:pt x="2364136" y="949756"/>
                </a:cubicBezTo>
                <a:cubicBezTo>
                  <a:pt x="2391896" y="995461"/>
                  <a:pt x="2406650" y="1011984"/>
                  <a:pt x="2434770" y="1077234"/>
                </a:cubicBezTo>
                <a:cubicBezTo>
                  <a:pt x="2601398" y="1057941"/>
                  <a:pt x="2810999" y="1057441"/>
                  <a:pt x="2910541" y="1077231"/>
                </a:cubicBezTo>
                <a:cubicBezTo>
                  <a:pt x="3010083" y="1097021"/>
                  <a:pt x="3250999" y="1096414"/>
                  <a:pt x="3405732" y="1077228"/>
                </a:cubicBezTo>
                <a:cubicBezTo>
                  <a:pt x="3328459" y="1146774"/>
                  <a:pt x="3070975" y="1268007"/>
                  <a:pt x="2976268" y="1348902"/>
                </a:cubicBezTo>
                <a:cubicBezTo>
                  <a:pt x="2881561" y="1429797"/>
                  <a:pt x="2633163" y="1545419"/>
                  <a:pt x="2511015" y="1643215"/>
                </a:cubicBezTo>
                <a:cubicBezTo>
                  <a:pt x="2510497" y="1648066"/>
                  <a:pt x="2509000" y="1654123"/>
                  <a:pt x="2508035" y="1662345"/>
                </a:cubicBezTo>
                <a:cubicBezTo>
                  <a:pt x="2495484" y="1725987"/>
                  <a:pt x="2475295" y="1796028"/>
                  <a:pt x="2452310" y="1838196"/>
                </a:cubicBezTo>
                <a:cubicBezTo>
                  <a:pt x="2444168" y="1858597"/>
                  <a:pt x="2427481" y="1875977"/>
                  <a:pt x="2414373" y="1906663"/>
                </a:cubicBezTo>
                <a:cubicBezTo>
                  <a:pt x="2511673" y="2099571"/>
                  <a:pt x="2545195" y="2244755"/>
                  <a:pt x="2581425" y="2354305"/>
                </a:cubicBezTo>
                <a:cubicBezTo>
                  <a:pt x="2617655" y="2463855"/>
                  <a:pt x="2696590" y="2592667"/>
                  <a:pt x="2755295" y="2820219"/>
                </a:cubicBezTo>
                <a:cubicBezTo>
                  <a:pt x="2662421" y="2783174"/>
                  <a:pt x="2459015" y="2657694"/>
                  <a:pt x="2347292" y="2562113"/>
                </a:cubicBezTo>
                <a:cubicBezTo>
                  <a:pt x="2235569" y="2466532"/>
                  <a:pt x="2073710" y="2384145"/>
                  <a:pt x="1970673" y="2323862"/>
                </a:cubicBezTo>
                <a:cubicBezTo>
                  <a:pt x="1957053" y="2329193"/>
                  <a:pt x="1956421" y="2330529"/>
                  <a:pt x="1943375" y="2336744"/>
                </a:cubicBezTo>
                <a:cubicBezTo>
                  <a:pt x="1840802" y="2390879"/>
                  <a:pt x="1682661" y="2408325"/>
                  <a:pt x="1571124" y="2410364"/>
                </a:cubicBezTo>
                <a:cubicBezTo>
                  <a:pt x="1502591" y="2406265"/>
                  <a:pt x="1438742" y="2402962"/>
                  <a:pt x="1378388" y="2391331"/>
                </a:cubicBezTo>
                <a:cubicBezTo>
                  <a:pt x="1364206" y="2388573"/>
                  <a:pt x="1356054" y="2384616"/>
                  <a:pt x="1342640" y="2382327"/>
                </a:cubicBezTo>
                <a:cubicBezTo>
                  <a:pt x="1266876" y="2423614"/>
                  <a:pt x="1172367" y="2507269"/>
                  <a:pt x="996539" y="2601273"/>
                </a:cubicBezTo>
                <a:cubicBezTo>
                  <a:pt x="820711" y="2695277"/>
                  <a:pt x="788314" y="2726824"/>
                  <a:pt x="650437" y="2820219"/>
                </a:cubicBezTo>
                <a:cubicBezTo>
                  <a:pt x="708798" y="2664067"/>
                  <a:pt x="747464" y="2600478"/>
                  <a:pt x="769263" y="2501804"/>
                </a:cubicBezTo>
                <a:cubicBezTo>
                  <a:pt x="791063" y="2403130"/>
                  <a:pt x="871441" y="2223600"/>
                  <a:pt x="903259" y="2142740"/>
                </a:cubicBezTo>
                <a:cubicBezTo>
                  <a:pt x="899485" y="2139960"/>
                  <a:pt x="898761" y="2138796"/>
                  <a:pt x="894890" y="2135976"/>
                </a:cubicBezTo>
                <a:cubicBezTo>
                  <a:pt x="714778" y="1928459"/>
                  <a:pt x="611294" y="1727266"/>
                  <a:pt x="614784" y="1473542"/>
                </a:cubicBezTo>
                <a:cubicBezTo>
                  <a:pt x="614689" y="1471506"/>
                  <a:pt x="615309" y="1468880"/>
                  <a:pt x="615154" y="1466367"/>
                </a:cubicBezTo>
                <a:cubicBezTo>
                  <a:pt x="495148" y="1409306"/>
                  <a:pt x="412084" y="1357746"/>
                  <a:pt x="295274" y="1264015"/>
                </a:cubicBezTo>
                <a:cubicBezTo>
                  <a:pt x="178464" y="1170284"/>
                  <a:pt x="116155" y="1167215"/>
                  <a:pt x="0" y="1077228"/>
                </a:cubicBezTo>
                <a:cubicBezTo>
                  <a:pt x="70583" y="1080641"/>
                  <a:pt x="190408" y="1094482"/>
                  <a:pt x="346665" y="1077230"/>
                </a:cubicBezTo>
                <a:cubicBezTo>
                  <a:pt x="502922" y="1059978"/>
                  <a:pt x="562092" y="1077960"/>
                  <a:pt x="707479" y="1077232"/>
                </a:cubicBezTo>
                <a:cubicBezTo>
                  <a:pt x="722703" y="1037679"/>
                  <a:pt x="757519" y="982190"/>
                  <a:pt x="778112" y="949756"/>
                </a:cubicBezTo>
                <a:cubicBezTo>
                  <a:pt x="950044" y="714450"/>
                  <a:pt x="1173982" y="520507"/>
                  <a:pt x="1473344" y="541557"/>
                </a:cubicBezTo>
                <a:cubicBezTo>
                  <a:pt x="1486504" y="540505"/>
                  <a:pt x="1493248" y="541588"/>
                  <a:pt x="1501292" y="540174"/>
                </a:cubicBezTo>
                <a:cubicBezTo>
                  <a:pt x="1544000" y="380813"/>
                  <a:pt x="1641940" y="199806"/>
                  <a:pt x="1702866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628908956">
                  <a:custGeom>
                    <a:avLst/>
                    <a:gdLst>
                      <a:gd name="connsiteX0" fmla="*/ 1702866 w 3405732"/>
                      <a:gd name="connsiteY0" fmla="*/ 0 h 2820219"/>
                      <a:gd name="connsiteX1" fmla="*/ 1928654 w 3405732"/>
                      <a:gd name="connsiteY1" fmla="*/ 605062 h 2820219"/>
                      <a:gd name="connsiteX2" fmla="*/ 1943375 w 3405732"/>
                      <a:gd name="connsiteY2" fmla="*/ 610340 h 2820219"/>
                      <a:gd name="connsiteX3" fmla="*/ 2364136 w 3405732"/>
                      <a:gd name="connsiteY3" fmla="*/ 949756 h 2820219"/>
                      <a:gd name="connsiteX4" fmla="*/ 2434770 w 3405732"/>
                      <a:gd name="connsiteY4" fmla="*/ 1077234 h 2820219"/>
                      <a:gd name="connsiteX5" fmla="*/ 3405732 w 3405732"/>
                      <a:gd name="connsiteY5" fmla="*/ 1077228 h 2820219"/>
                      <a:gd name="connsiteX6" fmla="*/ 2511015 w 3405732"/>
                      <a:gd name="connsiteY6" fmla="*/ 1643215 h 2820219"/>
                      <a:gd name="connsiteX7" fmla="*/ 2508035 w 3405732"/>
                      <a:gd name="connsiteY7" fmla="*/ 1662345 h 2820219"/>
                      <a:gd name="connsiteX8" fmla="*/ 2452310 w 3405732"/>
                      <a:gd name="connsiteY8" fmla="*/ 1838196 h 2820219"/>
                      <a:gd name="connsiteX9" fmla="*/ 2414373 w 3405732"/>
                      <a:gd name="connsiteY9" fmla="*/ 1906663 h 2820219"/>
                      <a:gd name="connsiteX10" fmla="*/ 2755295 w 3405732"/>
                      <a:gd name="connsiteY10" fmla="*/ 2820219 h 2820219"/>
                      <a:gd name="connsiteX11" fmla="*/ 1970673 w 3405732"/>
                      <a:gd name="connsiteY11" fmla="*/ 2323862 h 2820219"/>
                      <a:gd name="connsiteX12" fmla="*/ 1943375 w 3405732"/>
                      <a:gd name="connsiteY12" fmla="*/ 2336744 h 2820219"/>
                      <a:gd name="connsiteX13" fmla="*/ 1571124 w 3405732"/>
                      <a:gd name="connsiteY13" fmla="*/ 2410364 h 2820219"/>
                      <a:gd name="connsiteX14" fmla="*/ 1378388 w 3405732"/>
                      <a:gd name="connsiteY14" fmla="*/ 2391331 h 2820219"/>
                      <a:gd name="connsiteX15" fmla="*/ 1342640 w 3405732"/>
                      <a:gd name="connsiteY15" fmla="*/ 2382327 h 2820219"/>
                      <a:gd name="connsiteX16" fmla="*/ 650437 w 3405732"/>
                      <a:gd name="connsiteY16" fmla="*/ 2820219 h 2820219"/>
                      <a:gd name="connsiteX17" fmla="*/ 903259 w 3405732"/>
                      <a:gd name="connsiteY17" fmla="*/ 2142740 h 2820219"/>
                      <a:gd name="connsiteX18" fmla="*/ 894890 w 3405732"/>
                      <a:gd name="connsiteY18" fmla="*/ 2135976 h 2820219"/>
                      <a:gd name="connsiteX19" fmla="*/ 614784 w 3405732"/>
                      <a:gd name="connsiteY19" fmla="*/ 1473542 h 2820219"/>
                      <a:gd name="connsiteX20" fmla="*/ 615154 w 3405732"/>
                      <a:gd name="connsiteY20" fmla="*/ 1466367 h 2820219"/>
                      <a:gd name="connsiteX21" fmla="*/ 0 w 3405732"/>
                      <a:gd name="connsiteY21" fmla="*/ 1077228 h 2820219"/>
                      <a:gd name="connsiteX22" fmla="*/ 707479 w 3405732"/>
                      <a:gd name="connsiteY22" fmla="*/ 1077232 h 2820219"/>
                      <a:gd name="connsiteX23" fmla="*/ 778112 w 3405732"/>
                      <a:gd name="connsiteY23" fmla="*/ 949756 h 2820219"/>
                      <a:gd name="connsiteX24" fmla="*/ 1473344 w 3405732"/>
                      <a:gd name="connsiteY24" fmla="*/ 541557 h 2820219"/>
                      <a:gd name="connsiteX25" fmla="*/ 1501292 w 3405732"/>
                      <a:gd name="connsiteY25" fmla="*/ 540174 h 28202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3405732" h="2820219">
                        <a:moveTo>
                          <a:pt x="1702866" y="0"/>
                        </a:moveTo>
                        <a:lnTo>
                          <a:pt x="1928654" y="605062"/>
                        </a:lnTo>
                        <a:lnTo>
                          <a:pt x="1943375" y="610340"/>
                        </a:lnTo>
                        <a:cubicBezTo>
                          <a:pt x="2114997" y="681449"/>
                          <a:pt x="2261020" y="800238"/>
                          <a:pt x="2364136" y="949756"/>
                        </a:cubicBezTo>
                        <a:lnTo>
                          <a:pt x="2434770" y="1077234"/>
                        </a:lnTo>
                        <a:lnTo>
                          <a:pt x="3405732" y="1077228"/>
                        </a:lnTo>
                        <a:lnTo>
                          <a:pt x="2511015" y="1643215"/>
                        </a:lnTo>
                        <a:lnTo>
                          <a:pt x="2508035" y="1662345"/>
                        </a:lnTo>
                        <a:cubicBezTo>
                          <a:pt x="2495295" y="1723330"/>
                          <a:pt x="2476507" y="1782156"/>
                          <a:pt x="2452310" y="1838196"/>
                        </a:cubicBezTo>
                        <a:lnTo>
                          <a:pt x="2414373" y="1906663"/>
                        </a:lnTo>
                        <a:lnTo>
                          <a:pt x="2755295" y="2820219"/>
                        </a:lnTo>
                        <a:lnTo>
                          <a:pt x="1970673" y="2323862"/>
                        </a:lnTo>
                        <a:lnTo>
                          <a:pt x="1943375" y="2336744"/>
                        </a:lnTo>
                        <a:cubicBezTo>
                          <a:pt x="1828960" y="2384150"/>
                          <a:pt x="1703167" y="2410364"/>
                          <a:pt x="1571124" y="2410364"/>
                        </a:cubicBezTo>
                        <a:cubicBezTo>
                          <a:pt x="1505103" y="2410364"/>
                          <a:pt x="1440644" y="2403811"/>
                          <a:pt x="1378388" y="2391331"/>
                        </a:cubicBezTo>
                        <a:lnTo>
                          <a:pt x="1342640" y="2382327"/>
                        </a:lnTo>
                        <a:lnTo>
                          <a:pt x="650437" y="2820219"/>
                        </a:lnTo>
                        <a:lnTo>
                          <a:pt x="903259" y="2142740"/>
                        </a:lnTo>
                        <a:lnTo>
                          <a:pt x="894890" y="2135976"/>
                        </a:lnTo>
                        <a:cubicBezTo>
                          <a:pt x="721826" y="1966444"/>
                          <a:pt x="614784" y="1732239"/>
                          <a:pt x="614784" y="1473542"/>
                        </a:cubicBezTo>
                        <a:lnTo>
                          <a:pt x="615154" y="1466367"/>
                        </a:lnTo>
                        <a:lnTo>
                          <a:pt x="0" y="1077228"/>
                        </a:lnTo>
                        <a:lnTo>
                          <a:pt x="707479" y="1077232"/>
                        </a:lnTo>
                        <a:lnTo>
                          <a:pt x="778112" y="949756"/>
                        </a:lnTo>
                        <a:cubicBezTo>
                          <a:pt x="932787" y="725479"/>
                          <a:pt x="1184000" y="570342"/>
                          <a:pt x="1473344" y="541557"/>
                        </a:cubicBezTo>
                        <a:lnTo>
                          <a:pt x="1501292" y="540174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9" name="Forma libre: forma 38"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CE834936-3990-4D34-BCCA-9B66EC57BB45}"/>
              </a:ext>
            </a:extLst>
          </p:cNvPr>
          <p:cNvSpPr/>
          <p:nvPr/>
        </p:nvSpPr>
        <p:spPr>
          <a:xfrm rot="326918">
            <a:off x="5282033" y="4722224"/>
            <a:ext cx="1679605" cy="1390847"/>
          </a:xfrm>
          <a:custGeom>
            <a:avLst/>
            <a:gdLst>
              <a:gd name="connsiteX0" fmla="*/ 839803 w 1679605"/>
              <a:gd name="connsiteY0" fmla="*/ 0 h 1390847"/>
              <a:gd name="connsiteX1" fmla="*/ 951320 w 1679605"/>
              <a:gd name="connsiteY1" fmla="*/ 298844 h 1390847"/>
              <a:gd name="connsiteX2" fmla="*/ 958414 w 1679605"/>
              <a:gd name="connsiteY2" fmla="*/ 301001 h 1390847"/>
              <a:gd name="connsiteX3" fmla="*/ 1165921 w 1679605"/>
              <a:gd name="connsiteY3" fmla="*/ 468391 h 1390847"/>
              <a:gd name="connsiteX4" fmla="*/ 1200755 w 1679605"/>
              <a:gd name="connsiteY4" fmla="*/ 531260 h 1390847"/>
              <a:gd name="connsiteX5" fmla="*/ 1679605 w 1679605"/>
              <a:gd name="connsiteY5" fmla="*/ 531256 h 1390847"/>
              <a:gd name="connsiteX6" fmla="*/ 1237823 w 1679605"/>
              <a:gd name="connsiteY6" fmla="*/ 810724 h 1390847"/>
              <a:gd name="connsiteX7" fmla="*/ 1236887 w 1679605"/>
              <a:gd name="connsiteY7" fmla="*/ 819819 h 1390847"/>
              <a:gd name="connsiteX8" fmla="*/ 1209405 w 1679605"/>
              <a:gd name="connsiteY8" fmla="*/ 906543 h 1390847"/>
              <a:gd name="connsiteX9" fmla="*/ 1190697 w 1679605"/>
              <a:gd name="connsiteY9" fmla="*/ 940307 h 1390847"/>
              <a:gd name="connsiteX10" fmla="*/ 1358829 w 1679605"/>
              <a:gd name="connsiteY10" fmla="*/ 1390847 h 1390847"/>
              <a:gd name="connsiteX11" fmla="*/ 971186 w 1679605"/>
              <a:gd name="connsiteY11" fmla="*/ 1145622 h 1390847"/>
              <a:gd name="connsiteX12" fmla="*/ 958414 w 1679605"/>
              <a:gd name="connsiteY12" fmla="*/ 1152413 h 1390847"/>
              <a:gd name="connsiteX13" fmla="*/ 774831 w 1679605"/>
              <a:gd name="connsiteY13" fmla="*/ 1188720 h 1390847"/>
              <a:gd name="connsiteX14" fmla="*/ 679779 w 1679605"/>
              <a:gd name="connsiteY14" fmla="*/ 1179334 h 1390847"/>
              <a:gd name="connsiteX15" fmla="*/ 663132 w 1679605"/>
              <a:gd name="connsiteY15" fmla="*/ 1174271 h 1390847"/>
              <a:gd name="connsiteX16" fmla="*/ 320777 w 1679605"/>
              <a:gd name="connsiteY16" fmla="*/ 1390847 h 1390847"/>
              <a:gd name="connsiteX17" fmla="*/ 445460 w 1679605"/>
              <a:gd name="connsiteY17" fmla="*/ 1056736 h 1390847"/>
              <a:gd name="connsiteX18" fmla="*/ 441333 w 1679605"/>
              <a:gd name="connsiteY18" fmla="*/ 1053400 h 1390847"/>
              <a:gd name="connsiteX19" fmla="*/ 303193 w 1679605"/>
              <a:gd name="connsiteY19" fmla="*/ 726707 h 1390847"/>
              <a:gd name="connsiteX20" fmla="*/ 303546 w 1679605"/>
              <a:gd name="connsiteY20" fmla="*/ 723277 h 1390847"/>
              <a:gd name="connsiteX21" fmla="*/ 0 w 1679605"/>
              <a:gd name="connsiteY21" fmla="*/ 531256 h 1390847"/>
              <a:gd name="connsiteX22" fmla="*/ 348907 w 1679605"/>
              <a:gd name="connsiteY22" fmla="*/ 531259 h 1390847"/>
              <a:gd name="connsiteX23" fmla="*/ 383742 w 1679605"/>
              <a:gd name="connsiteY23" fmla="*/ 468391 h 1390847"/>
              <a:gd name="connsiteX24" fmla="*/ 679780 w 1679605"/>
              <a:gd name="connsiteY24" fmla="*/ 274080 h 1390847"/>
              <a:gd name="connsiteX25" fmla="*/ 739736 w 1679605"/>
              <a:gd name="connsiteY25" fmla="*/ 268160 h 1390847"/>
              <a:gd name="connsiteX26" fmla="*/ 839803 w 1679605"/>
              <a:gd name="connsiteY26" fmla="*/ 0 h 1390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679605" h="1390847" fill="none" extrusionOk="0">
                <a:moveTo>
                  <a:pt x="839803" y="0"/>
                </a:moveTo>
                <a:cubicBezTo>
                  <a:pt x="902400" y="130216"/>
                  <a:pt x="924703" y="234359"/>
                  <a:pt x="951320" y="298844"/>
                </a:cubicBezTo>
                <a:cubicBezTo>
                  <a:pt x="952991" y="299052"/>
                  <a:pt x="955967" y="300027"/>
                  <a:pt x="958414" y="301001"/>
                </a:cubicBezTo>
                <a:cubicBezTo>
                  <a:pt x="1038127" y="331523"/>
                  <a:pt x="1115984" y="396902"/>
                  <a:pt x="1165921" y="468391"/>
                </a:cubicBezTo>
                <a:cubicBezTo>
                  <a:pt x="1176944" y="490676"/>
                  <a:pt x="1187873" y="514062"/>
                  <a:pt x="1200755" y="531260"/>
                </a:cubicBezTo>
                <a:cubicBezTo>
                  <a:pt x="1311340" y="554419"/>
                  <a:pt x="1489778" y="546602"/>
                  <a:pt x="1679605" y="531256"/>
                </a:cubicBezTo>
                <a:cubicBezTo>
                  <a:pt x="1589883" y="589116"/>
                  <a:pt x="1447063" y="676155"/>
                  <a:pt x="1237823" y="810724"/>
                </a:cubicBezTo>
                <a:cubicBezTo>
                  <a:pt x="1237422" y="814874"/>
                  <a:pt x="1237759" y="815792"/>
                  <a:pt x="1236887" y="819819"/>
                </a:cubicBezTo>
                <a:cubicBezTo>
                  <a:pt x="1228114" y="851058"/>
                  <a:pt x="1218461" y="881446"/>
                  <a:pt x="1209405" y="906543"/>
                </a:cubicBezTo>
                <a:cubicBezTo>
                  <a:pt x="1204590" y="913900"/>
                  <a:pt x="1197396" y="927440"/>
                  <a:pt x="1190697" y="940307"/>
                </a:cubicBezTo>
                <a:cubicBezTo>
                  <a:pt x="1271707" y="1114147"/>
                  <a:pt x="1300832" y="1224114"/>
                  <a:pt x="1358829" y="1390847"/>
                </a:cubicBezTo>
                <a:cubicBezTo>
                  <a:pt x="1182663" y="1290668"/>
                  <a:pt x="1124974" y="1269163"/>
                  <a:pt x="971186" y="1145622"/>
                </a:cubicBezTo>
                <a:cubicBezTo>
                  <a:pt x="967703" y="1147976"/>
                  <a:pt x="964879" y="1149368"/>
                  <a:pt x="958414" y="1152413"/>
                </a:cubicBezTo>
                <a:cubicBezTo>
                  <a:pt x="900954" y="1188467"/>
                  <a:pt x="846105" y="1200421"/>
                  <a:pt x="774831" y="1188720"/>
                </a:cubicBezTo>
                <a:cubicBezTo>
                  <a:pt x="740524" y="1193610"/>
                  <a:pt x="716210" y="1187645"/>
                  <a:pt x="679779" y="1179334"/>
                </a:cubicBezTo>
                <a:cubicBezTo>
                  <a:pt x="676101" y="1177357"/>
                  <a:pt x="667237" y="1175925"/>
                  <a:pt x="663132" y="1174271"/>
                </a:cubicBezTo>
                <a:cubicBezTo>
                  <a:pt x="525552" y="1250030"/>
                  <a:pt x="431852" y="1322110"/>
                  <a:pt x="320777" y="1390847"/>
                </a:cubicBezTo>
                <a:cubicBezTo>
                  <a:pt x="386274" y="1251968"/>
                  <a:pt x="375455" y="1201244"/>
                  <a:pt x="445460" y="1056736"/>
                </a:cubicBezTo>
                <a:cubicBezTo>
                  <a:pt x="443931" y="1055545"/>
                  <a:pt x="443115" y="1054623"/>
                  <a:pt x="441333" y="1053400"/>
                </a:cubicBezTo>
                <a:cubicBezTo>
                  <a:pt x="384564" y="968902"/>
                  <a:pt x="317085" y="851187"/>
                  <a:pt x="303193" y="726707"/>
                </a:cubicBezTo>
                <a:cubicBezTo>
                  <a:pt x="303372" y="725379"/>
                  <a:pt x="303317" y="724633"/>
                  <a:pt x="303546" y="723277"/>
                </a:cubicBezTo>
                <a:cubicBezTo>
                  <a:pt x="196282" y="653633"/>
                  <a:pt x="77871" y="590502"/>
                  <a:pt x="0" y="531256"/>
                </a:cubicBezTo>
                <a:cubicBezTo>
                  <a:pt x="119261" y="547533"/>
                  <a:pt x="275916" y="521739"/>
                  <a:pt x="348907" y="531259"/>
                </a:cubicBezTo>
                <a:cubicBezTo>
                  <a:pt x="365351" y="503104"/>
                  <a:pt x="371833" y="496608"/>
                  <a:pt x="383742" y="468391"/>
                </a:cubicBezTo>
                <a:cubicBezTo>
                  <a:pt x="427620" y="352777"/>
                  <a:pt x="578568" y="297559"/>
                  <a:pt x="679780" y="274080"/>
                </a:cubicBezTo>
                <a:cubicBezTo>
                  <a:pt x="691652" y="270594"/>
                  <a:pt x="724106" y="271316"/>
                  <a:pt x="739736" y="268160"/>
                </a:cubicBezTo>
                <a:cubicBezTo>
                  <a:pt x="787763" y="171221"/>
                  <a:pt x="784567" y="120693"/>
                  <a:pt x="839803" y="0"/>
                </a:cubicBezTo>
                <a:close/>
              </a:path>
              <a:path w="1679605" h="1390847" stroke="0" extrusionOk="0">
                <a:moveTo>
                  <a:pt x="839803" y="0"/>
                </a:moveTo>
                <a:cubicBezTo>
                  <a:pt x="859026" y="82402"/>
                  <a:pt x="925819" y="185461"/>
                  <a:pt x="951320" y="298844"/>
                </a:cubicBezTo>
                <a:cubicBezTo>
                  <a:pt x="954816" y="299808"/>
                  <a:pt x="955940" y="299918"/>
                  <a:pt x="958414" y="301001"/>
                </a:cubicBezTo>
                <a:cubicBezTo>
                  <a:pt x="1044463" y="328243"/>
                  <a:pt x="1125187" y="392227"/>
                  <a:pt x="1165921" y="468391"/>
                </a:cubicBezTo>
                <a:cubicBezTo>
                  <a:pt x="1174352" y="487906"/>
                  <a:pt x="1183375" y="506738"/>
                  <a:pt x="1200755" y="531260"/>
                </a:cubicBezTo>
                <a:cubicBezTo>
                  <a:pt x="1405069" y="538670"/>
                  <a:pt x="1455139" y="541783"/>
                  <a:pt x="1679605" y="531256"/>
                </a:cubicBezTo>
                <a:cubicBezTo>
                  <a:pt x="1592191" y="591004"/>
                  <a:pt x="1398251" y="720304"/>
                  <a:pt x="1237823" y="810724"/>
                </a:cubicBezTo>
                <a:cubicBezTo>
                  <a:pt x="1237622" y="812798"/>
                  <a:pt x="1237523" y="815860"/>
                  <a:pt x="1236887" y="819819"/>
                </a:cubicBezTo>
                <a:cubicBezTo>
                  <a:pt x="1233864" y="850988"/>
                  <a:pt x="1221357" y="879712"/>
                  <a:pt x="1209405" y="906543"/>
                </a:cubicBezTo>
                <a:cubicBezTo>
                  <a:pt x="1202298" y="918822"/>
                  <a:pt x="1196662" y="929876"/>
                  <a:pt x="1190697" y="940307"/>
                </a:cubicBezTo>
                <a:cubicBezTo>
                  <a:pt x="1215791" y="1046965"/>
                  <a:pt x="1322649" y="1267028"/>
                  <a:pt x="1358829" y="1390847"/>
                </a:cubicBezTo>
                <a:cubicBezTo>
                  <a:pt x="1227923" y="1315760"/>
                  <a:pt x="1084161" y="1196241"/>
                  <a:pt x="971186" y="1145622"/>
                </a:cubicBezTo>
                <a:cubicBezTo>
                  <a:pt x="966231" y="1148035"/>
                  <a:pt x="964896" y="1149447"/>
                  <a:pt x="958414" y="1152413"/>
                </a:cubicBezTo>
                <a:cubicBezTo>
                  <a:pt x="909161" y="1173128"/>
                  <a:pt x="845131" y="1195222"/>
                  <a:pt x="774831" y="1188720"/>
                </a:cubicBezTo>
                <a:cubicBezTo>
                  <a:pt x="742614" y="1184349"/>
                  <a:pt x="708349" y="1184778"/>
                  <a:pt x="679779" y="1179334"/>
                </a:cubicBezTo>
                <a:cubicBezTo>
                  <a:pt x="673644" y="1178342"/>
                  <a:pt x="668239" y="1176010"/>
                  <a:pt x="663132" y="1174271"/>
                </a:cubicBezTo>
                <a:cubicBezTo>
                  <a:pt x="524628" y="1280259"/>
                  <a:pt x="464775" y="1315551"/>
                  <a:pt x="320777" y="1390847"/>
                </a:cubicBezTo>
                <a:cubicBezTo>
                  <a:pt x="363303" y="1267923"/>
                  <a:pt x="406521" y="1204737"/>
                  <a:pt x="445460" y="1056736"/>
                </a:cubicBezTo>
                <a:cubicBezTo>
                  <a:pt x="443515" y="1055426"/>
                  <a:pt x="442226" y="1054331"/>
                  <a:pt x="441333" y="1053400"/>
                </a:cubicBezTo>
                <a:cubicBezTo>
                  <a:pt x="366227" y="964095"/>
                  <a:pt x="314213" y="853014"/>
                  <a:pt x="303193" y="726707"/>
                </a:cubicBezTo>
                <a:cubicBezTo>
                  <a:pt x="303262" y="725602"/>
                  <a:pt x="303612" y="724493"/>
                  <a:pt x="303546" y="723277"/>
                </a:cubicBezTo>
                <a:cubicBezTo>
                  <a:pt x="180891" y="637265"/>
                  <a:pt x="132287" y="611250"/>
                  <a:pt x="0" y="531256"/>
                </a:cubicBezTo>
                <a:cubicBezTo>
                  <a:pt x="105489" y="536687"/>
                  <a:pt x="209236" y="520180"/>
                  <a:pt x="348907" y="531259"/>
                </a:cubicBezTo>
                <a:cubicBezTo>
                  <a:pt x="362236" y="512277"/>
                  <a:pt x="373749" y="488620"/>
                  <a:pt x="383742" y="468391"/>
                </a:cubicBezTo>
                <a:cubicBezTo>
                  <a:pt x="461817" y="392443"/>
                  <a:pt x="547143" y="269824"/>
                  <a:pt x="679780" y="274080"/>
                </a:cubicBezTo>
                <a:cubicBezTo>
                  <a:pt x="704911" y="270355"/>
                  <a:pt x="710747" y="269831"/>
                  <a:pt x="739736" y="268160"/>
                </a:cubicBezTo>
                <a:cubicBezTo>
                  <a:pt x="800966" y="139130"/>
                  <a:pt x="804436" y="66715"/>
                  <a:pt x="839803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527375853">
                  <a:custGeom>
                    <a:avLst/>
                    <a:gdLst>
                      <a:gd name="connsiteX0" fmla="*/ 839803 w 1679605"/>
                      <a:gd name="connsiteY0" fmla="*/ 0 h 1390847"/>
                      <a:gd name="connsiteX1" fmla="*/ 951320 w 1679605"/>
                      <a:gd name="connsiteY1" fmla="*/ 298844 h 1390847"/>
                      <a:gd name="connsiteX2" fmla="*/ 958414 w 1679605"/>
                      <a:gd name="connsiteY2" fmla="*/ 301001 h 1390847"/>
                      <a:gd name="connsiteX3" fmla="*/ 1165921 w 1679605"/>
                      <a:gd name="connsiteY3" fmla="*/ 468391 h 1390847"/>
                      <a:gd name="connsiteX4" fmla="*/ 1200755 w 1679605"/>
                      <a:gd name="connsiteY4" fmla="*/ 531260 h 1390847"/>
                      <a:gd name="connsiteX5" fmla="*/ 1679605 w 1679605"/>
                      <a:gd name="connsiteY5" fmla="*/ 531256 h 1390847"/>
                      <a:gd name="connsiteX6" fmla="*/ 1237823 w 1679605"/>
                      <a:gd name="connsiteY6" fmla="*/ 810724 h 1390847"/>
                      <a:gd name="connsiteX7" fmla="*/ 1236887 w 1679605"/>
                      <a:gd name="connsiteY7" fmla="*/ 819819 h 1390847"/>
                      <a:gd name="connsiteX8" fmla="*/ 1209405 w 1679605"/>
                      <a:gd name="connsiteY8" fmla="*/ 906543 h 1390847"/>
                      <a:gd name="connsiteX9" fmla="*/ 1190697 w 1679605"/>
                      <a:gd name="connsiteY9" fmla="*/ 940307 h 1390847"/>
                      <a:gd name="connsiteX10" fmla="*/ 1358829 w 1679605"/>
                      <a:gd name="connsiteY10" fmla="*/ 1390847 h 1390847"/>
                      <a:gd name="connsiteX11" fmla="*/ 971186 w 1679605"/>
                      <a:gd name="connsiteY11" fmla="*/ 1145622 h 1390847"/>
                      <a:gd name="connsiteX12" fmla="*/ 958414 w 1679605"/>
                      <a:gd name="connsiteY12" fmla="*/ 1152413 h 1390847"/>
                      <a:gd name="connsiteX13" fmla="*/ 774831 w 1679605"/>
                      <a:gd name="connsiteY13" fmla="*/ 1188720 h 1390847"/>
                      <a:gd name="connsiteX14" fmla="*/ 679779 w 1679605"/>
                      <a:gd name="connsiteY14" fmla="*/ 1179334 h 1390847"/>
                      <a:gd name="connsiteX15" fmla="*/ 663132 w 1679605"/>
                      <a:gd name="connsiteY15" fmla="*/ 1174271 h 1390847"/>
                      <a:gd name="connsiteX16" fmla="*/ 320777 w 1679605"/>
                      <a:gd name="connsiteY16" fmla="*/ 1390847 h 1390847"/>
                      <a:gd name="connsiteX17" fmla="*/ 445460 w 1679605"/>
                      <a:gd name="connsiteY17" fmla="*/ 1056736 h 1390847"/>
                      <a:gd name="connsiteX18" fmla="*/ 441333 w 1679605"/>
                      <a:gd name="connsiteY18" fmla="*/ 1053400 h 1390847"/>
                      <a:gd name="connsiteX19" fmla="*/ 303193 w 1679605"/>
                      <a:gd name="connsiteY19" fmla="*/ 726707 h 1390847"/>
                      <a:gd name="connsiteX20" fmla="*/ 303546 w 1679605"/>
                      <a:gd name="connsiteY20" fmla="*/ 723277 h 1390847"/>
                      <a:gd name="connsiteX21" fmla="*/ 0 w 1679605"/>
                      <a:gd name="connsiteY21" fmla="*/ 531256 h 1390847"/>
                      <a:gd name="connsiteX22" fmla="*/ 348907 w 1679605"/>
                      <a:gd name="connsiteY22" fmla="*/ 531259 h 1390847"/>
                      <a:gd name="connsiteX23" fmla="*/ 383742 w 1679605"/>
                      <a:gd name="connsiteY23" fmla="*/ 468391 h 1390847"/>
                      <a:gd name="connsiteX24" fmla="*/ 679780 w 1679605"/>
                      <a:gd name="connsiteY24" fmla="*/ 274080 h 1390847"/>
                      <a:gd name="connsiteX25" fmla="*/ 739736 w 1679605"/>
                      <a:gd name="connsiteY25" fmla="*/ 268160 h 13908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679605" h="1390847">
                        <a:moveTo>
                          <a:pt x="839803" y="0"/>
                        </a:moveTo>
                        <a:lnTo>
                          <a:pt x="951320" y="298844"/>
                        </a:lnTo>
                        <a:lnTo>
                          <a:pt x="958414" y="301001"/>
                        </a:lnTo>
                        <a:cubicBezTo>
                          <a:pt x="1043053" y="336070"/>
                          <a:pt x="1115067" y="394653"/>
                          <a:pt x="1165921" y="468391"/>
                        </a:cubicBezTo>
                        <a:lnTo>
                          <a:pt x="1200755" y="531260"/>
                        </a:lnTo>
                        <a:lnTo>
                          <a:pt x="1679605" y="531256"/>
                        </a:lnTo>
                        <a:lnTo>
                          <a:pt x="1237823" y="810724"/>
                        </a:lnTo>
                        <a:lnTo>
                          <a:pt x="1236887" y="819819"/>
                        </a:lnTo>
                        <a:cubicBezTo>
                          <a:pt x="1230604" y="849895"/>
                          <a:pt x="1221338" y="878906"/>
                          <a:pt x="1209405" y="906543"/>
                        </a:cubicBezTo>
                        <a:lnTo>
                          <a:pt x="1190697" y="940307"/>
                        </a:lnTo>
                        <a:lnTo>
                          <a:pt x="1358829" y="1390847"/>
                        </a:lnTo>
                        <a:lnTo>
                          <a:pt x="971186" y="1145622"/>
                        </a:lnTo>
                        <a:lnTo>
                          <a:pt x="958414" y="1152413"/>
                        </a:lnTo>
                        <a:cubicBezTo>
                          <a:pt x="901988" y="1175792"/>
                          <a:pt x="839950" y="1188720"/>
                          <a:pt x="774831" y="1188720"/>
                        </a:cubicBezTo>
                        <a:cubicBezTo>
                          <a:pt x="742271" y="1188720"/>
                          <a:pt x="710482" y="1185488"/>
                          <a:pt x="679779" y="1179334"/>
                        </a:cubicBezTo>
                        <a:lnTo>
                          <a:pt x="663132" y="1174271"/>
                        </a:lnTo>
                        <a:lnTo>
                          <a:pt x="320777" y="1390847"/>
                        </a:lnTo>
                        <a:lnTo>
                          <a:pt x="445460" y="1056736"/>
                        </a:lnTo>
                        <a:lnTo>
                          <a:pt x="441333" y="1053400"/>
                        </a:lnTo>
                        <a:cubicBezTo>
                          <a:pt x="355983" y="969792"/>
                          <a:pt x="303193" y="854289"/>
                          <a:pt x="303193" y="726707"/>
                        </a:cubicBezTo>
                        <a:lnTo>
                          <a:pt x="303546" y="723277"/>
                        </a:lnTo>
                        <a:lnTo>
                          <a:pt x="0" y="531256"/>
                        </a:lnTo>
                        <a:lnTo>
                          <a:pt x="348907" y="531259"/>
                        </a:lnTo>
                        <a:lnTo>
                          <a:pt x="383742" y="468391"/>
                        </a:lnTo>
                        <a:cubicBezTo>
                          <a:pt x="451548" y="370074"/>
                          <a:pt x="556970" y="298698"/>
                          <a:pt x="679780" y="274080"/>
                        </a:cubicBezTo>
                        <a:lnTo>
                          <a:pt x="739736" y="268160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43" name="Forma libre: forma 42"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D8E6471F-7CE3-4ACF-851C-29A27794B3BA}"/>
              </a:ext>
            </a:extLst>
          </p:cNvPr>
          <p:cNvSpPr/>
          <p:nvPr/>
        </p:nvSpPr>
        <p:spPr>
          <a:xfrm rot="16200000" flipH="1">
            <a:off x="9282265" y="3578428"/>
            <a:ext cx="2289962" cy="2358188"/>
          </a:xfrm>
          <a:custGeom>
            <a:avLst/>
            <a:gdLst>
              <a:gd name="connsiteX0" fmla="*/ 0 w 2289962"/>
              <a:gd name="connsiteY0" fmla="*/ 2358188 h 2358188"/>
              <a:gd name="connsiteX1" fmla="*/ 0 w 2289962"/>
              <a:gd name="connsiteY1" fmla="*/ 77000 h 2358188"/>
              <a:gd name="connsiteX2" fmla="*/ 240631 w 2289962"/>
              <a:gd name="connsiteY2" fmla="*/ 77000 h 2358188"/>
              <a:gd name="connsiteX3" fmla="*/ 240631 w 2289962"/>
              <a:gd name="connsiteY3" fmla="*/ 2117557 h 2358188"/>
              <a:gd name="connsiteX4" fmla="*/ 2049331 w 2289962"/>
              <a:gd name="connsiteY4" fmla="*/ 2117557 h 2358188"/>
              <a:gd name="connsiteX5" fmla="*/ 2049331 w 2289962"/>
              <a:gd name="connsiteY5" fmla="*/ 0 h 2358188"/>
              <a:gd name="connsiteX6" fmla="*/ 2289962 w 2289962"/>
              <a:gd name="connsiteY6" fmla="*/ 0 h 2358188"/>
              <a:gd name="connsiteX7" fmla="*/ 2289962 w 2289962"/>
              <a:gd name="connsiteY7" fmla="*/ 2281188 h 2358188"/>
              <a:gd name="connsiteX8" fmla="*/ 2289962 w 2289962"/>
              <a:gd name="connsiteY8" fmla="*/ 2281188 h 2358188"/>
              <a:gd name="connsiteX9" fmla="*/ 2289962 w 2289962"/>
              <a:gd name="connsiteY9" fmla="*/ 2358188 h 2358188"/>
              <a:gd name="connsiteX10" fmla="*/ 240631 w 2289962"/>
              <a:gd name="connsiteY10" fmla="*/ 2358188 h 2358188"/>
              <a:gd name="connsiteX11" fmla="*/ 240631 w 2289962"/>
              <a:gd name="connsiteY11" fmla="*/ 2358188 h 235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89962" h="2358188">
                <a:moveTo>
                  <a:pt x="0" y="2358188"/>
                </a:moveTo>
                <a:lnTo>
                  <a:pt x="0" y="77000"/>
                </a:lnTo>
                <a:lnTo>
                  <a:pt x="240631" y="77000"/>
                </a:lnTo>
                <a:lnTo>
                  <a:pt x="240631" y="2117557"/>
                </a:lnTo>
                <a:lnTo>
                  <a:pt x="2049331" y="2117557"/>
                </a:lnTo>
                <a:lnTo>
                  <a:pt x="2049331" y="0"/>
                </a:lnTo>
                <a:lnTo>
                  <a:pt x="2289962" y="0"/>
                </a:lnTo>
                <a:lnTo>
                  <a:pt x="2289962" y="2281188"/>
                </a:lnTo>
                <a:lnTo>
                  <a:pt x="2289962" y="2281188"/>
                </a:lnTo>
                <a:lnTo>
                  <a:pt x="2289962" y="2358188"/>
                </a:lnTo>
                <a:lnTo>
                  <a:pt x="240631" y="2358188"/>
                </a:lnTo>
                <a:lnTo>
                  <a:pt x="240631" y="2358188"/>
                </a:ln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 dirty="0"/>
          </a:p>
        </p:txBody>
      </p:sp>
      <p:sp>
        <p:nvSpPr>
          <p:cNvPr id="16" name="Rectángulo 15">
            <a:hlinkClick r:id="" action="ppaction://hlinkshowjump?jump=nextslide"/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6F1AD343-E41F-48A7-AA4D-45354A4BBF00}"/>
              </a:ext>
            </a:extLst>
          </p:cNvPr>
          <p:cNvSpPr/>
          <p:nvPr/>
        </p:nvSpPr>
        <p:spPr>
          <a:xfrm>
            <a:off x="9058672" y="3856169"/>
            <a:ext cx="240631" cy="1798232"/>
          </a:xfrm>
          <a:prstGeom prst="rect">
            <a:avLst/>
          </a:pr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36" name="Rectángulo 35">
            <a:hlinkHover r:id="rId4" action="ppaction://hlinksldjump">
              <a:snd r:embed="rId5" name="coin.wav"/>
            </a:hlinkHover>
            <a:extLst>
              <a:ext uri="{FF2B5EF4-FFF2-40B4-BE49-F238E27FC236}">
                <a16:creationId xmlns:a16="http://schemas.microsoft.com/office/drawing/2014/main" id="{EDD8B8B6-01A4-492D-AB2B-8259A2EC33A0}"/>
              </a:ext>
            </a:extLst>
          </p:cNvPr>
          <p:cNvSpPr/>
          <p:nvPr/>
        </p:nvSpPr>
        <p:spPr>
          <a:xfrm>
            <a:off x="6052328" y="-314425"/>
            <a:ext cx="2604078" cy="597253"/>
          </a:xfrm>
          <a:prstGeom prst="rect">
            <a:avLst/>
          </a:prstGeom>
          <a:solidFill>
            <a:srgbClr val="FF0000"/>
          </a:solidFill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38" name="Forma libre: forma 37"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9E8DE47B-8584-492E-BF5D-F85229A82236}"/>
              </a:ext>
            </a:extLst>
          </p:cNvPr>
          <p:cNvSpPr/>
          <p:nvPr/>
        </p:nvSpPr>
        <p:spPr>
          <a:xfrm rot="326918">
            <a:off x="4371620" y="689619"/>
            <a:ext cx="3902101" cy="3231252"/>
          </a:xfrm>
          <a:custGeom>
            <a:avLst/>
            <a:gdLst>
              <a:gd name="connsiteX0" fmla="*/ 1951051 w 3902101"/>
              <a:gd name="connsiteY0" fmla="*/ 0 h 3231252"/>
              <a:gd name="connsiteX1" fmla="*/ 2085572 w 3902101"/>
              <a:gd name="connsiteY1" fmla="*/ 360488 h 3231252"/>
              <a:gd name="connsiteX2" fmla="*/ 2209745 w 3902101"/>
              <a:gd name="connsiteY2" fmla="*/ 693246 h 3231252"/>
              <a:gd name="connsiteX3" fmla="*/ 2226613 w 3902101"/>
              <a:gd name="connsiteY3" fmla="*/ 699294 h 3231252"/>
              <a:gd name="connsiteX4" fmla="*/ 2763582 w 3902101"/>
              <a:gd name="connsiteY4" fmla="*/ 1176676 h 3231252"/>
              <a:gd name="connsiteX5" fmla="*/ 2791887 w 3902101"/>
              <a:gd name="connsiteY5" fmla="*/ 1234235 h 3231252"/>
              <a:gd name="connsiteX6" fmla="*/ 3346994 w 3902101"/>
              <a:gd name="connsiteY6" fmla="*/ 1234232 h 3231252"/>
              <a:gd name="connsiteX7" fmla="*/ 3902101 w 3902101"/>
              <a:gd name="connsiteY7" fmla="*/ 1234228 h 3231252"/>
              <a:gd name="connsiteX8" fmla="*/ 3410044 w 3902101"/>
              <a:gd name="connsiteY8" fmla="*/ 1545497 h 3231252"/>
              <a:gd name="connsiteX9" fmla="*/ 2876983 w 3902101"/>
              <a:gd name="connsiteY9" fmla="*/ 1882705 h 3231252"/>
              <a:gd name="connsiteX10" fmla="*/ 2873569 w 3902101"/>
              <a:gd name="connsiteY10" fmla="*/ 1904622 h 3231252"/>
              <a:gd name="connsiteX11" fmla="*/ 2809723 w 3902101"/>
              <a:gd name="connsiteY11" fmla="*/ 2106103 h 3231252"/>
              <a:gd name="connsiteX12" fmla="*/ 2768365 w 3902101"/>
              <a:gd name="connsiteY12" fmla="*/ 2190203 h 3231252"/>
              <a:gd name="connsiteX13" fmla="*/ 2962616 w 3902101"/>
              <a:gd name="connsiteY13" fmla="*/ 2710728 h 3231252"/>
              <a:gd name="connsiteX14" fmla="*/ 3156866 w 3902101"/>
              <a:gd name="connsiteY14" fmla="*/ 3231252 h 3231252"/>
              <a:gd name="connsiteX15" fmla="*/ 2707377 w 3902101"/>
              <a:gd name="connsiteY15" fmla="*/ 2946903 h 3231252"/>
              <a:gd name="connsiteX16" fmla="*/ 2257888 w 3902101"/>
              <a:gd name="connsiteY16" fmla="*/ 2662553 h 3231252"/>
              <a:gd name="connsiteX17" fmla="*/ 2226613 w 3902101"/>
              <a:gd name="connsiteY17" fmla="*/ 2677312 h 3231252"/>
              <a:gd name="connsiteX18" fmla="*/ 1800108 w 3902101"/>
              <a:gd name="connsiteY18" fmla="*/ 2761662 h 3231252"/>
              <a:gd name="connsiteX19" fmla="*/ 1579282 w 3902101"/>
              <a:gd name="connsiteY19" fmla="*/ 2739855 h 3231252"/>
              <a:gd name="connsiteX20" fmla="*/ 1538325 w 3902101"/>
              <a:gd name="connsiteY20" fmla="*/ 2729539 h 3231252"/>
              <a:gd name="connsiteX21" fmla="*/ 1141780 w 3902101"/>
              <a:gd name="connsiteY21" fmla="*/ 2980396 h 3231252"/>
              <a:gd name="connsiteX22" fmla="*/ 745234 w 3902101"/>
              <a:gd name="connsiteY22" fmla="*/ 3231252 h 3231252"/>
              <a:gd name="connsiteX23" fmla="*/ 892966 w 3902101"/>
              <a:gd name="connsiteY23" fmla="*/ 2835381 h 3231252"/>
              <a:gd name="connsiteX24" fmla="*/ 1034905 w 3902101"/>
              <a:gd name="connsiteY24" fmla="*/ 2455034 h 3231252"/>
              <a:gd name="connsiteX25" fmla="*/ 1025315 w 3902101"/>
              <a:gd name="connsiteY25" fmla="*/ 2447283 h 3231252"/>
              <a:gd name="connsiteX26" fmla="*/ 704386 w 3902101"/>
              <a:gd name="connsiteY26" fmla="*/ 1688303 h 3231252"/>
              <a:gd name="connsiteX27" fmla="*/ 704810 w 3902101"/>
              <a:gd name="connsiteY27" fmla="*/ 1680082 h 3231252"/>
              <a:gd name="connsiteX28" fmla="*/ 373549 w 3902101"/>
              <a:gd name="connsiteY28" fmla="*/ 1470531 h 3231252"/>
              <a:gd name="connsiteX29" fmla="*/ 0 w 3902101"/>
              <a:gd name="connsiteY29" fmla="*/ 1234228 h 3231252"/>
              <a:gd name="connsiteX30" fmla="*/ 396081 w 3902101"/>
              <a:gd name="connsiteY30" fmla="*/ 1234230 h 3231252"/>
              <a:gd name="connsiteX31" fmla="*/ 808329 w 3902101"/>
              <a:gd name="connsiteY31" fmla="*/ 1234233 h 3231252"/>
              <a:gd name="connsiteX32" fmla="*/ 836634 w 3902101"/>
              <a:gd name="connsiteY32" fmla="*/ 1176676 h 3231252"/>
              <a:gd name="connsiteX33" fmla="*/ 1688077 w 3902101"/>
              <a:gd name="connsiteY33" fmla="*/ 620486 h 3231252"/>
              <a:gd name="connsiteX34" fmla="*/ 1720099 w 3902101"/>
              <a:gd name="connsiteY34" fmla="*/ 618902 h 3231252"/>
              <a:gd name="connsiteX35" fmla="*/ 1951051 w 3902101"/>
              <a:gd name="connsiteY35" fmla="*/ 0 h 3231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902101" h="3231252" fill="none" extrusionOk="0">
                <a:moveTo>
                  <a:pt x="1951051" y="0"/>
                </a:moveTo>
                <a:cubicBezTo>
                  <a:pt x="2017914" y="155419"/>
                  <a:pt x="2060686" y="286897"/>
                  <a:pt x="2085572" y="360488"/>
                </a:cubicBezTo>
                <a:cubicBezTo>
                  <a:pt x="2110458" y="434079"/>
                  <a:pt x="2183314" y="577894"/>
                  <a:pt x="2209745" y="693246"/>
                </a:cubicBezTo>
                <a:cubicBezTo>
                  <a:pt x="2216192" y="694987"/>
                  <a:pt x="2219147" y="697089"/>
                  <a:pt x="2226613" y="699294"/>
                </a:cubicBezTo>
                <a:cubicBezTo>
                  <a:pt x="2458902" y="835228"/>
                  <a:pt x="2680616" y="989169"/>
                  <a:pt x="2763582" y="1176676"/>
                </a:cubicBezTo>
                <a:cubicBezTo>
                  <a:pt x="2769064" y="1189628"/>
                  <a:pt x="2786192" y="1215465"/>
                  <a:pt x="2791887" y="1234235"/>
                </a:cubicBezTo>
                <a:cubicBezTo>
                  <a:pt x="2937502" y="1234540"/>
                  <a:pt x="3105194" y="1219124"/>
                  <a:pt x="3346994" y="1234232"/>
                </a:cubicBezTo>
                <a:cubicBezTo>
                  <a:pt x="3588794" y="1249340"/>
                  <a:pt x="3753819" y="1213832"/>
                  <a:pt x="3902101" y="1234228"/>
                </a:cubicBezTo>
                <a:cubicBezTo>
                  <a:pt x="3730177" y="1332253"/>
                  <a:pt x="3608389" y="1415308"/>
                  <a:pt x="3410044" y="1545497"/>
                </a:cubicBezTo>
                <a:cubicBezTo>
                  <a:pt x="3211699" y="1675686"/>
                  <a:pt x="3094814" y="1727448"/>
                  <a:pt x="2876983" y="1882705"/>
                </a:cubicBezTo>
                <a:cubicBezTo>
                  <a:pt x="2875777" y="1889700"/>
                  <a:pt x="2874798" y="1897018"/>
                  <a:pt x="2873569" y="1904622"/>
                </a:cubicBezTo>
                <a:cubicBezTo>
                  <a:pt x="2869792" y="1972204"/>
                  <a:pt x="2823826" y="2045623"/>
                  <a:pt x="2809723" y="2106103"/>
                </a:cubicBezTo>
                <a:cubicBezTo>
                  <a:pt x="2793369" y="2134408"/>
                  <a:pt x="2777502" y="2168038"/>
                  <a:pt x="2768365" y="2190203"/>
                </a:cubicBezTo>
                <a:cubicBezTo>
                  <a:pt x="2804271" y="2355701"/>
                  <a:pt x="2894982" y="2509866"/>
                  <a:pt x="2962616" y="2710728"/>
                </a:cubicBezTo>
                <a:cubicBezTo>
                  <a:pt x="3030250" y="2911590"/>
                  <a:pt x="3066424" y="3016468"/>
                  <a:pt x="3156866" y="3231252"/>
                </a:cubicBezTo>
                <a:cubicBezTo>
                  <a:pt x="3029408" y="3165927"/>
                  <a:pt x="2818837" y="2991893"/>
                  <a:pt x="2707377" y="2946903"/>
                </a:cubicBezTo>
                <a:cubicBezTo>
                  <a:pt x="2595917" y="2901913"/>
                  <a:pt x="2364052" y="2720138"/>
                  <a:pt x="2257888" y="2662553"/>
                </a:cubicBezTo>
                <a:cubicBezTo>
                  <a:pt x="2246043" y="2669782"/>
                  <a:pt x="2238820" y="2671799"/>
                  <a:pt x="2226613" y="2677312"/>
                </a:cubicBezTo>
                <a:cubicBezTo>
                  <a:pt x="2095338" y="2762460"/>
                  <a:pt x="1955783" y="2791228"/>
                  <a:pt x="1800108" y="2761662"/>
                </a:cubicBezTo>
                <a:cubicBezTo>
                  <a:pt x="1730595" y="2760806"/>
                  <a:pt x="1649669" y="2751569"/>
                  <a:pt x="1579282" y="2739855"/>
                </a:cubicBezTo>
                <a:cubicBezTo>
                  <a:pt x="1567527" y="2734883"/>
                  <a:pt x="1547872" y="2733442"/>
                  <a:pt x="1538325" y="2729539"/>
                </a:cubicBezTo>
                <a:cubicBezTo>
                  <a:pt x="1431236" y="2793587"/>
                  <a:pt x="1264468" y="2880731"/>
                  <a:pt x="1141780" y="2980396"/>
                </a:cubicBezTo>
                <a:cubicBezTo>
                  <a:pt x="1019092" y="3080060"/>
                  <a:pt x="847437" y="3175860"/>
                  <a:pt x="745234" y="3231252"/>
                </a:cubicBezTo>
                <a:cubicBezTo>
                  <a:pt x="799325" y="3073592"/>
                  <a:pt x="815330" y="3025643"/>
                  <a:pt x="892966" y="2835381"/>
                </a:cubicBezTo>
                <a:cubicBezTo>
                  <a:pt x="970602" y="2645119"/>
                  <a:pt x="987883" y="2576609"/>
                  <a:pt x="1034905" y="2455034"/>
                </a:cubicBezTo>
                <a:cubicBezTo>
                  <a:pt x="1031940" y="2452152"/>
                  <a:pt x="1028155" y="2450223"/>
                  <a:pt x="1025315" y="2447283"/>
                </a:cubicBezTo>
                <a:cubicBezTo>
                  <a:pt x="858692" y="2247364"/>
                  <a:pt x="722337" y="1972281"/>
                  <a:pt x="704386" y="1688303"/>
                </a:cubicBezTo>
                <a:cubicBezTo>
                  <a:pt x="704688" y="1686184"/>
                  <a:pt x="704843" y="1683271"/>
                  <a:pt x="704810" y="1680082"/>
                </a:cubicBezTo>
                <a:cubicBezTo>
                  <a:pt x="600246" y="1599863"/>
                  <a:pt x="437642" y="1528170"/>
                  <a:pt x="373549" y="1470531"/>
                </a:cubicBezTo>
                <a:cubicBezTo>
                  <a:pt x="309456" y="1412892"/>
                  <a:pt x="135785" y="1325916"/>
                  <a:pt x="0" y="1234228"/>
                </a:cubicBezTo>
                <a:cubicBezTo>
                  <a:pt x="122033" y="1242974"/>
                  <a:pt x="283316" y="1222801"/>
                  <a:pt x="396081" y="1234230"/>
                </a:cubicBezTo>
                <a:cubicBezTo>
                  <a:pt x="508846" y="1245659"/>
                  <a:pt x="660773" y="1247301"/>
                  <a:pt x="808329" y="1234233"/>
                </a:cubicBezTo>
                <a:cubicBezTo>
                  <a:pt x="817918" y="1217593"/>
                  <a:pt x="831617" y="1191926"/>
                  <a:pt x="836634" y="1176676"/>
                </a:cubicBezTo>
                <a:cubicBezTo>
                  <a:pt x="988349" y="901406"/>
                  <a:pt x="1318072" y="716931"/>
                  <a:pt x="1688077" y="620486"/>
                </a:cubicBezTo>
                <a:cubicBezTo>
                  <a:pt x="1702458" y="619691"/>
                  <a:pt x="1707216" y="619865"/>
                  <a:pt x="1720099" y="618902"/>
                </a:cubicBezTo>
                <a:cubicBezTo>
                  <a:pt x="1796603" y="392215"/>
                  <a:pt x="1913277" y="148651"/>
                  <a:pt x="1951051" y="0"/>
                </a:cubicBezTo>
                <a:close/>
              </a:path>
              <a:path w="3902101" h="3231252" stroke="0" extrusionOk="0">
                <a:moveTo>
                  <a:pt x="1951051" y="0"/>
                </a:moveTo>
                <a:cubicBezTo>
                  <a:pt x="1991540" y="118638"/>
                  <a:pt x="2020979" y="188567"/>
                  <a:pt x="2077811" y="339691"/>
                </a:cubicBezTo>
                <a:cubicBezTo>
                  <a:pt x="2134644" y="490815"/>
                  <a:pt x="2168417" y="529573"/>
                  <a:pt x="2209745" y="693246"/>
                </a:cubicBezTo>
                <a:cubicBezTo>
                  <a:pt x="2214877" y="694980"/>
                  <a:pt x="2220511" y="697247"/>
                  <a:pt x="2226613" y="699294"/>
                </a:cubicBezTo>
                <a:cubicBezTo>
                  <a:pt x="2459541" y="812413"/>
                  <a:pt x="2636139" y="978522"/>
                  <a:pt x="2763582" y="1176676"/>
                </a:cubicBezTo>
                <a:cubicBezTo>
                  <a:pt x="2780180" y="1203797"/>
                  <a:pt x="2780189" y="1210983"/>
                  <a:pt x="2791887" y="1234235"/>
                </a:cubicBezTo>
                <a:cubicBezTo>
                  <a:pt x="3020048" y="1248610"/>
                  <a:pt x="3202777" y="1228268"/>
                  <a:pt x="3313688" y="1234232"/>
                </a:cubicBezTo>
                <a:cubicBezTo>
                  <a:pt x="3424599" y="1240195"/>
                  <a:pt x="3762640" y="1258402"/>
                  <a:pt x="3902101" y="1234228"/>
                </a:cubicBezTo>
                <a:cubicBezTo>
                  <a:pt x="3737316" y="1313474"/>
                  <a:pt x="3609347" y="1446693"/>
                  <a:pt x="3379291" y="1564951"/>
                </a:cubicBezTo>
                <a:cubicBezTo>
                  <a:pt x="3149235" y="1683209"/>
                  <a:pt x="2991229" y="1829210"/>
                  <a:pt x="2876983" y="1882705"/>
                </a:cubicBezTo>
                <a:cubicBezTo>
                  <a:pt x="2876118" y="1891314"/>
                  <a:pt x="2873761" y="1896401"/>
                  <a:pt x="2873569" y="1904622"/>
                </a:cubicBezTo>
                <a:cubicBezTo>
                  <a:pt x="2857160" y="1979405"/>
                  <a:pt x="2838314" y="2031027"/>
                  <a:pt x="2809723" y="2106103"/>
                </a:cubicBezTo>
                <a:cubicBezTo>
                  <a:pt x="2798493" y="2130668"/>
                  <a:pt x="2781380" y="2161440"/>
                  <a:pt x="2768365" y="2190203"/>
                </a:cubicBezTo>
                <a:cubicBezTo>
                  <a:pt x="2822649" y="2300435"/>
                  <a:pt x="2895035" y="2520784"/>
                  <a:pt x="2954845" y="2689907"/>
                </a:cubicBezTo>
                <a:cubicBezTo>
                  <a:pt x="3014655" y="2859030"/>
                  <a:pt x="3032541" y="2978906"/>
                  <a:pt x="3156866" y="3231252"/>
                </a:cubicBezTo>
                <a:cubicBezTo>
                  <a:pt x="2950948" y="3091210"/>
                  <a:pt x="2912236" y="3091849"/>
                  <a:pt x="2689397" y="2935529"/>
                </a:cubicBezTo>
                <a:cubicBezTo>
                  <a:pt x="2466558" y="2779209"/>
                  <a:pt x="2355274" y="2734928"/>
                  <a:pt x="2257888" y="2662553"/>
                </a:cubicBezTo>
                <a:cubicBezTo>
                  <a:pt x="2244153" y="2670041"/>
                  <a:pt x="2239033" y="2669791"/>
                  <a:pt x="2226613" y="2677312"/>
                </a:cubicBezTo>
                <a:cubicBezTo>
                  <a:pt x="2077253" y="2729356"/>
                  <a:pt x="1954824" y="2764040"/>
                  <a:pt x="1800108" y="2761662"/>
                </a:cubicBezTo>
                <a:cubicBezTo>
                  <a:pt x="1709578" y="2767616"/>
                  <a:pt x="1635331" y="2760759"/>
                  <a:pt x="1579282" y="2739855"/>
                </a:cubicBezTo>
                <a:cubicBezTo>
                  <a:pt x="1562795" y="2734056"/>
                  <a:pt x="1558005" y="2735503"/>
                  <a:pt x="1538325" y="2729539"/>
                </a:cubicBezTo>
                <a:cubicBezTo>
                  <a:pt x="1434199" y="2798482"/>
                  <a:pt x="1336104" y="2871357"/>
                  <a:pt x="1141780" y="2980396"/>
                </a:cubicBezTo>
                <a:cubicBezTo>
                  <a:pt x="947455" y="3089435"/>
                  <a:pt x="919698" y="3094653"/>
                  <a:pt x="745234" y="3231252"/>
                </a:cubicBezTo>
                <a:cubicBezTo>
                  <a:pt x="823464" y="3044093"/>
                  <a:pt x="820767" y="3009714"/>
                  <a:pt x="895863" y="2827619"/>
                </a:cubicBezTo>
                <a:cubicBezTo>
                  <a:pt x="970959" y="2645524"/>
                  <a:pt x="978396" y="2643685"/>
                  <a:pt x="1034905" y="2455034"/>
                </a:cubicBezTo>
                <a:cubicBezTo>
                  <a:pt x="1031270" y="2451855"/>
                  <a:pt x="1027098" y="2449064"/>
                  <a:pt x="1025315" y="2447283"/>
                </a:cubicBezTo>
                <a:cubicBezTo>
                  <a:pt x="792880" y="2249882"/>
                  <a:pt x="687572" y="1968254"/>
                  <a:pt x="704386" y="1688303"/>
                </a:cubicBezTo>
                <a:cubicBezTo>
                  <a:pt x="704652" y="1685497"/>
                  <a:pt x="704477" y="1682880"/>
                  <a:pt x="704810" y="1680082"/>
                </a:cubicBezTo>
                <a:cubicBezTo>
                  <a:pt x="580748" y="1581906"/>
                  <a:pt x="513941" y="1577012"/>
                  <a:pt x="373549" y="1470531"/>
                </a:cubicBezTo>
                <a:cubicBezTo>
                  <a:pt x="233157" y="1364050"/>
                  <a:pt x="175042" y="1369227"/>
                  <a:pt x="0" y="1234228"/>
                </a:cubicBezTo>
                <a:cubicBezTo>
                  <a:pt x="153290" y="1219638"/>
                  <a:pt x="305497" y="1228949"/>
                  <a:pt x="387998" y="1234230"/>
                </a:cubicBezTo>
                <a:cubicBezTo>
                  <a:pt x="470499" y="1239511"/>
                  <a:pt x="716168" y="1227340"/>
                  <a:pt x="808329" y="1234233"/>
                </a:cubicBezTo>
                <a:cubicBezTo>
                  <a:pt x="817937" y="1215864"/>
                  <a:pt x="829501" y="1190865"/>
                  <a:pt x="836634" y="1176676"/>
                </a:cubicBezTo>
                <a:cubicBezTo>
                  <a:pt x="956800" y="830635"/>
                  <a:pt x="1266109" y="657247"/>
                  <a:pt x="1688077" y="620486"/>
                </a:cubicBezTo>
                <a:cubicBezTo>
                  <a:pt x="1700055" y="621237"/>
                  <a:pt x="1708665" y="617962"/>
                  <a:pt x="1720099" y="618902"/>
                </a:cubicBezTo>
                <a:cubicBezTo>
                  <a:pt x="1774424" y="454622"/>
                  <a:pt x="1894547" y="225773"/>
                  <a:pt x="1951051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881103218">
                  <a:custGeom>
                    <a:avLst/>
                    <a:gdLst>
                      <a:gd name="connsiteX0" fmla="*/ 1951051 w 3902101"/>
                      <a:gd name="connsiteY0" fmla="*/ 0 h 3231252"/>
                      <a:gd name="connsiteX1" fmla="*/ 2209745 w 3902101"/>
                      <a:gd name="connsiteY1" fmla="*/ 693246 h 3231252"/>
                      <a:gd name="connsiteX2" fmla="*/ 2226613 w 3902101"/>
                      <a:gd name="connsiteY2" fmla="*/ 699294 h 3231252"/>
                      <a:gd name="connsiteX3" fmla="*/ 2763582 w 3902101"/>
                      <a:gd name="connsiteY3" fmla="*/ 1176676 h 3231252"/>
                      <a:gd name="connsiteX4" fmla="*/ 2791887 w 3902101"/>
                      <a:gd name="connsiteY4" fmla="*/ 1234235 h 3231252"/>
                      <a:gd name="connsiteX5" fmla="*/ 3902101 w 3902101"/>
                      <a:gd name="connsiteY5" fmla="*/ 1234228 h 3231252"/>
                      <a:gd name="connsiteX6" fmla="*/ 2876983 w 3902101"/>
                      <a:gd name="connsiteY6" fmla="*/ 1882705 h 3231252"/>
                      <a:gd name="connsiteX7" fmla="*/ 2873569 w 3902101"/>
                      <a:gd name="connsiteY7" fmla="*/ 1904622 h 3231252"/>
                      <a:gd name="connsiteX8" fmla="*/ 2809723 w 3902101"/>
                      <a:gd name="connsiteY8" fmla="*/ 2106103 h 3231252"/>
                      <a:gd name="connsiteX9" fmla="*/ 2768365 w 3902101"/>
                      <a:gd name="connsiteY9" fmla="*/ 2190203 h 3231252"/>
                      <a:gd name="connsiteX10" fmla="*/ 3156866 w 3902101"/>
                      <a:gd name="connsiteY10" fmla="*/ 3231252 h 3231252"/>
                      <a:gd name="connsiteX11" fmla="*/ 2257888 w 3902101"/>
                      <a:gd name="connsiteY11" fmla="*/ 2662553 h 3231252"/>
                      <a:gd name="connsiteX12" fmla="*/ 2226613 w 3902101"/>
                      <a:gd name="connsiteY12" fmla="*/ 2677312 h 3231252"/>
                      <a:gd name="connsiteX13" fmla="*/ 1800108 w 3902101"/>
                      <a:gd name="connsiteY13" fmla="*/ 2761662 h 3231252"/>
                      <a:gd name="connsiteX14" fmla="*/ 1579282 w 3902101"/>
                      <a:gd name="connsiteY14" fmla="*/ 2739855 h 3231252"/>
                      <a:gd name="connsiteX15" fmla="*/ 1538325 w 3902101"/>
                      <a:gd name="connsiteY15" fmla="*/ 2729539 h 3231252"/>
                      <a:gd name="connsiteX16" fmla="*/ 745234 w 3902101"/>
                      <a:gd name="connsiteY16" fmla="*/ 3231252 h 3231252"/>
                      <a:gd name="connsiteX17" fmla="*/ 1034905 w 3902101"/>
                      <a:gd name="connsiteY17" fmla="*/ 2455034 h 3231252"/>
                      <a:gd name="connsiteX18" fmla="*/ 1025315 w 3902101"/>
                      <a:gd name="connsiteY18" fmla="*/ 2447283 h 3231252"/>
                      <a:gd name="connsiteX19" fmla="*/ 704386 w 3902101"/>
                      <a:gd name="connsiteY19" fmla="*/ 1688303 h 3231252"/>
                      <a:gd name="connsiteX20" fmla="*/ 704810 w 3902101"/>
                      <a:gd name="connsiteY20" fmla="*/ 1680082 h 3231252"/>
                      <a:gd name="connsiteX21" fmla="*/ 0 w 3902101"/>
                      <a:gd name="connsiteY21" fmla="*/ 1234228 h 3231252"/>
                      <a:gd name="connsiteX22" fmla="*/ 808329 w 3902101"/>
                      <a:gd name="connsiteY22" fmla="*/ 1234233 h 3231252"/>
                      <a:gd name="connsiteX23" fmla="*/ 836634 w 3902101"/>
                      <a:gd name="connsiteY23" fmla="*/ 1176676 h 3231252"/>
                      <a:gd name="connsiteX24" fmla="*/ 1688077 w 3902101"/>
                      <a:gd name="connsiteY24" fmla="*/ 620486 h 3231252"/>
                      <a:gd name="connsiteX25" fmla="*/ 1720099 w 3902101"/>
                      <a:gd name="connsiteY25" fmla="*/ 618902 h 32312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3902101" h="3231252">
                        <a:moveTo>
                          <a:pt x="1951051" y="0"/>
                        </a:moveTo>
                        <a:lnTo>
                          <a:pt x="2209745" y="693246"/>
                        </a:lnTo>
                        <a:lnTo>
                          <a:pt x="2226613" y="699294"/>
                        </a:lnTo>
                        <a:cubicBezTo>
                          <a:pt x="2456021" y="794345"/>
                          <a:pt x="2645506" y="963753"/>
                          <a:pt x="2763582" y="1176676"/>
                        </a:cubicBezTo>
                        <a:lnTo>
                          <a:pt x="2791887" y="1234235"/>
                        </a:lnTo>
                        <a:lnTo>
                          <a:pt x="3902101" y="1234228"/>
                        </a:lnTo>
                        <a:lnTo>
                          <a:pt x="2876983" y="1882705"/>
                        </a:lnTo>
                        <a:lnTo>
                          <a:pt x="2873569" y="1904622"/>
                        </a:lnTo>
                        <a:cubicBezTo>
                          <a:pt x="2858973" y="1974495"/>
                          <a:pt x="2837446" y="2041895"/>
                          <a:pt x="2809723" y="2106103"/>
                        </a:cubicBezTo>
                        <a:lnTo>
                          <a:pt x="2768365" y="2190203"/>
                        </a:lnTo>
                        <a:lnTo>
                          <a:pt x="3156866" y="3231252"/>
                        </a:lnTo>
                        <a:lnTo>
                          <a:pt x="2257888" y="2662553"/>
                        </a:lnTo>
                        <a:lnTo>
                          <a:pt x="2226613" y="2677312"/>
                        </a:lnTo>
                        <a:cubicBezTo>
                          <a:pt x="2095522" y="2731627"/>
                          <a:pt x="1951396" y="2761662"/>
                          <a:pt x="1800108" y="2761662"/>
                        </a:cubicBezTo>
                        <a:cubicBezTo>
                          <a:pt x="1724464" y="2761662"/>
                          <a:pt x="1650611" y="2754153"/>
                          <a:pt x="1579282" y="2739855"/>
                        </a:cubicBezTo>
                        <a:lnTo>
                          <a:pt x="1538325" y="2729539"/>
                        </a:lnTo>
                        <a:lnTo>
                          <a:pt x="745234" y="3231252"/>
                        </a:lnTo>
                        <a:lnTo>
                          <a:pt x="1034905" y="2455034"/>
                        </a:lnTo>
                        <a:lnTo>
                          <a:pt x="1025315" y="2447283"/>
                        </a:lnTo>
                        <a:cubicBezTo>
                          <a:pt x="827029" y="2253043"/>
                          <a:pt x="704386" y="1984703"/>
                          <a:pt x="704386" y="1688303"/>
                        </a:cubicBezTo>
                        <a:lnTo>
                          <a:pt x="704810" y="1680082"/>
                        </a:lnTo>
                        <a:lnTo>
                          <a:pt x="0" y="1234228"/>
                        </a:lnTo>
                        <a:lnTo>
                          <a:pt x="808329" y="1234233"/>
                        </a:lnTo>
                        <a:lnTo>
                          <a:pt x="836634" y="1176676"/>
                        </a:lnTo>
                        <a:cubicBezTo>
                          <a:pt x="1005314" y="872501"/>
                          <a:pt x="1319727" y="657130"/>
                          <a:pt x="1688077" y="620486"/>
                        </a:cubicBezTo>
                        <a:lnTo>
                          <a:pt x="1720099" y="618902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0" name="Forma libre: forma 29"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FBE6A779-76F0-4DFA-8C7F-F3A8627201CD}"/>
              </a:ext>
            </a:extLst>
          </p:cNvPr>
          <p:cNvSpPr/>
          <p:nvPr/>
        </p:nvSpPr>
        <p:spPr>
          <a:xfrm>
            <a:off x="7752080" y="-650240"/>
            <a:ext cx="4913138" cy="2092632"/>
          </a:xfrm>
          <a:custGeom>
            <a:avLst/>
            <a:gdLst>
              <a:gd name="connsiteX0" fmla="*/ 0 w 4913138"/>
              <a:gd name="connsiteY0" fmla="*/ 0 h 2092632"/>
              <a:gd name="connsiteX1" fmla="*/ 515879 w 4913138"/>
              <a:gd name="connsiteY1" fmla="*/ 0 h 2092632"/>
              <a:gd name="connsiteX2" fmla="*/ 1179153 w 4913138"/>
              <a:gd name="connsiteY2" fmla="*/ 0 h 2092632"/>
              <a:gd name="connsiteX3" fmla="*/ 1842427 w 4913138"/>
              <a:gd name="connsiteY3" fmla="*/ 0 h 2092632"/>
              <a:gd name="connsiteX4" fmla="*/ 2407438 w 4913138"/>
              <a:gd name="connsiteY4" fmla="*/ 0 h 2092632"/>
              <a:gd name="connsiteX5" fmla="*/ 3070711 w 4913138"/>
              <a:gd name="connsiteY5" fmla="*/ 0 h 2092632"/>
              <a:gd name="connsiteX6" fmla="*/ 3783116 w 4913138"/>
              <a:gd name="connsiteY6" fmla="*/ 0 h 2092632"/>
              <a:gd name="connsiteX7" fmla="*/ 4348127 w 4913138"/>
              <a:gd name="connsiteY7" fmla="*/ 0 h 2092632"/>
              <a:gd name="connsiteX8" fmla="*/ 4913138 w 4913138"/>
              <a:gd name="connsiteY8" fmla="*/ 0 h 2092632"/>
              <a:gd name="connsiteX9" fmla="*/ 4913138 w 4913138"/>
              <a:gd name="connsiteY9" fmla="*/ 623715 h 2092632"/>
              <a:gd name="connsiteX10" fmla="*/ 4913138 w 4913138"/>
              <a:gd name="connsiteY10" fmla="*/ 1159169 h 2092632"/>
              <a:gd name="connsiteX11" fmla="*/ 4913138 w 4913138"/>
              <a:gd name="connsiteY11" fmla="*/ 1765232 h 2092632"/>
              <a:gd name="connsiteX12" fmla="*/ 4232826 w 4913138"/>
              <a:gd name="connsiteY12" fmla="*/ 1710552 h 2092632"/>
              <a:gd name="connsiteX13" fmla="*/ 3552514 w 4913138"/>
              <a:gd name="connsiteY13" fmla="*/ 1655871 h 2092632"/>
              <a:gd name="connsiteX14" fmla="*/ 3192472 w 4913138"/>
              <a:gd name="connsiteY14" fmla="*/ 1267782 h 2092632"/>
              <a:gd name="connsiteX15" fmla="*/ 2794547 w 4913138"/>
              <a:gd name="connsiteY15" fmla="*/ 1696704 h 2092632"/>
              <a:gd name="connsiteX16" fmla="*/ 2427231 w 4913138"/>
              <a:gd name="connsiteY16" fmla="*/ 2092632 h 2092632"/>
              <a:gd name="connsiteX17" fmla="*/ 2070381 w 4913138"/>
              <a:gd name="connsiteY17" fmla="*/ 1733106 h 2092632"/>
              <a:gd name="connsiteX18" fmla="*/ 1667976 w 4913138"/>
              <a:gd name="connsiteY18" fmla="*/ 1327684 h 2092632"/>
              <a:gd name="connsiteX19" fmla="*/ 1347288 w 4913138"/>
              <a:gd name="connsiteY19" fmla="*/ 1650776 h 2092632"/>
              <a:gd name="connsiteX20" fmla="*/ 999876 w 4913138"/>
              <a:gd name="connsiteY20" fmla="*/ 2000792 h 2092632"/>
              <a:gd name="connsiteX21" fmla="*/ 694647 w 4913138"/>
              <a:gd name="connsiteY21" fmla="*/ 1767007 h 2092632"/>
              <a:gd name="connsiteX22" fmla="*/ 389418 w 4913138"/>
              <a:gd name="connsiteY22" fmla="*/ 1533222 h 2092632"/>
              <a:gd name="connsiteX23" fmla="*/ 0 w 4913138"/>
              <a:gd name="connsiteY23" fmla="*/ 1831491 h 2092632"/>
              <a:gd name="connsiteX24" fmla="*/ 0 w 4913138"/>
              <a:gd name="connsiteY24" fmla="*/ 1184364 h 2092632"/>
              <a:gd name="connsiteX25" fmla="*/ 0 w 4913138"/>
              <a:gd name="connsiteY25" fmla="*/ 537237 h 2092632"/>
              <a:gd name="connsiteX26" fmla="*/ 0 w 4913138"/>
              <a:gd name="connsiteY26" fmla="*/ 0 h 2092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913138" h="2092632" fill="none" extrusionOk="0">
                <a:moveTo>
                  <a:pt x="0" y="0"/>
                </a:moveTo>
                <a:cubicBezTo>
                  <a:pt x="185428" y="-23820"/>
                  <a:pt x="307263" y="-14296"/>
                  <a:pt x="515879" y="0"/>
                </a:cubicBezTo>
                <a:cubicBezTo>
                  <a:pt x="724495" y="14296"/>
                  <a:pt x="878507" y="-14308"/>
                  <a:pt x="1179153" y="0"/>
                </a:cubicBezTo>
                <a:cubicBezTo>
                  <a:pt x="1479799" y="14308"/>
                  <a:pt x="1680044" y="13596"/>
                  <a:pt x="1842427" y="0"/>
                </a:cubicBezTo>
                <a:cubicBezTo>
                  <a:pt x="2004810" y="-13596"/>
                  <a:pt x="2282729" y="-15500"/>
                  <a:pt x="2407438" y="0"/>
                </a:cubicBezTo>
                <a:cubicBezTo>
                  <a:pt x="2532147" y="15500"/>
                  <a:pt x="2917394" y="-27851"/>
                  <a:pt x="3070711" y="0"/>
                </a:cubicBezTo>
                <a:cubicBezTo>
                  <a:pt x="3224028" y="27851"/>
                  <a:pt x="3614697" y="2865"/>
                  <a:pt x="3783116" y="0"/>
                </a:cubicBezTo>
                <a:cubicBezTo>
                  <a:pt x="3951535" y="-2865"/>
                  <a:pt x="4089360" y="-6623"/>
                  <a:pt x="4348127" y="0"/>
                </a:cubicBezTo>
                <a:cubicBezTo>
                  <a:pt x="4606894" y="6623"/>
                  <a:pt x="4652233" y="-710"/>
                  <a:pt x="4913138" y="0"/>
                </a:cubicBezTo>
                <a:cubicBezTo>
                  <a:pt x="4894182" y="268750"/>
                  <a:pt x="4888486" y="486506"/>
                  <a:pt x="4913138" y="623715"/>
                </a:cubicBezTo>
                <a:cubicBezTo>
                  <a:pt x="4937790" y="760925"/>
                  <a:pt x="4890436" y="907609"/>
                  <a:pt x="4913138" y="1159169"/>
                </a:cubicBezTo>
                <a:cubicBezTo>
                  <a:pt x="4935840" y="1410729"/>
                  <a:pt x="4915120" y="1519008"/>
                  <a:pt x="4913138" y="1765232"/>
                </a:cubicBezTo>
                <a:cubicBezTo>
                  <a:pt x="4616741" y="1720166"/>
                  <a:pt x="4393612" y="1747290"/>
                  <a:pt x="4232826" y="1710552"/>
                </a:cubicBezTo>
                <a:cubicBezTo>
                  <a:pt x="4072040" y="1673814"/>
                  <a:pt x="3770087" y="1682294"/>
                  <a:pt x="3552514" y="1655871"/>
                </a:cubicBezTo>
                <a:cubicBezTo>
                  <a:pt x="3463491" y="1584713"/>
                  <a:pt x="3322846" y="1373969"/>
                  <a:pt x="3192472" y="1267782"/>
                </a:cubicBezTo>
                <a:cubicBezTo>
                  <a:pt x="3096917" y="1382002"/>
                  <a:pt x="2940766" y="1519993"/>
                  <a:pt x="2794547" y="1696704"/>
                </a:cubicBezTo>
                <a:cubicBezTo>
                  <a:pt x="2648328" y="1873415"/>
                  <a:pt x="2572460" y="1955118"/>
                  <a:pt x="2427231" y="2092632"/>
                </a:cubicBezTo>
                <a:cubicBezTo>
                  <a:pt x="2334021" y="1986533"/>
                  <a:pt x="2221770" y="1855264"/>
                  <a:pt x="2070381" y="1733106"/>
                </a:cubicBezTo>
                <a:cubicBezTo>
                  <a:pt x="1918992" y="1610948"/>
                  <a:pt x="1795068" y="1463956"/>
                  <a:pt x="1667976" y="1327684"/>
                </a:cubicBezTo>
                <a:cubicBezTo>
                  <a:pt x="1594373" y="1433606"/>
                  <a:pt x="1497831" y="1492787"/>
                  <a:pt x="1347288" y="1650776"/>
                </a:cubicBezTo>
                <a:cubicBezTo>
                  <a:pt x="1196745" y="1808765"/>
                  <a:pt x="1098732" y="1932107"/>
                  <a:pt x="999876" y="2000792"/>
                </a:cubicBezTo>
                <a:cubicBezTo>
                  <a:pt x="869355" y="1907859"/>
                  <a:pt x="812370" y="1863357"/>
                  <a:pt x="694647" y="1767007"/>
                </a:cubicBezTo>
                <a:cubicBezTo>
                  <a:pt x="576924" y="1670657"/>
                  <a:pt x="464696" y="1570773"/>
                  <a:pt x="389418" y="1533222"/>
                </a:cubicBezTo>
                <a:cubicBezTo>
                  <a:pt x="298199" y="1633033"/>
                  <a:pt x="102995" y="1766593"/>
                  <a:pt x="0" y="1831491"/>
                </a:cubicBezTo>
                <a:cubicBezTo>
                  <a:pt x="-10235" y="1585237"/>
                  <a:pt x="30995" y="1386323"/>
                  <a:pt x="0" y="1184364"/>
                </a:cubicBezTo>
                <a:cubicBezTo>
                  <a:pt x="-30995" y="982405"/>
                  <a:pt x="-4456" y="774851"/>
                  <a:pt x="0" y="537237"/>
                </a:cubicBezTo>
                <a:cubicBezTo>
                  <a:pt x="4456" y="299623"/>
                  <a:pt x="10046" y="160001"/>
                  <a:pt x="0" y="0"/>
                </a:cubicBezTo>
                <a:close/>
              </a:path>
              <a:path w="4913138" h="2092632" stroke="0" extrusionOk="0">
                <a:moveTo>
                  <a:pt x="0" y="0"/>
                </a:moveTo>
                <a:cubicBezTo>
                  <a:pt x="181542" y="15391"/>
                  <a:pt x="399205" y="-15707"/>
                  <a:pt x="663274" y="0"/>
                </a:cubicBezTo>
                <a:cubicBezTo>
                  <a:pt x="927343" y="15707"/>
                  <a:pt x="941413" y="-12808"/>
                  <a:pt x="1179153" y="0"/>
                </a:cubicBezTo>
                <a:cubicBezTo>
                  <a:pt x="1416893" y="12808"/>
                  <a:pt x="1620784" y="13638"/>
                  <a:pt x="1842427" y="0"/>
                </a:cubicBezTo>
                <a:cubicBezTo>
                  <a:pt x="2064070" y="-13638"/>
                  <a:pt x="2082256" y="22424"/>
                  <a:pt x="2309175" y="0"/>
                </a:cubicBezTo>
                <a:cubicBezTo>
                  <a:pt x="2536094" y="-22424"/>
                  <a:pt x="2645773" y="4794"/>
                  <a:pt x="2775923" y="0"/>
                </a:cubicBezTo>
                <a:cubicBezTo>
                  <a:pt x="2906073" y="-4794"/>
                  <a:pt x="3127222" y="28573"/>
                  <a:pt x="3439197" y="0"/>
                </a:cubicBezTo>
                <a:cubicBezTo>
                  <a:pt x="3751172" y="-28573"/>
                  <a:pt x="3939085" y="5389"/>
                  <a:pt x="4151602" y="0"/>
                </a:cubicBezTo>
                <a:cubicBezTo>
                  <a:pt x="4364119" y="-5389"/>
                  <a:pt x="4537604" y="-14475"/>
                  <a:pt x="4913138" y="0"/>
                </a:cubicBezTo>
                <a:cubicBezTo>
                  <a:pt x="4910479" y="262099"/>
                  <a:pt x="4932734" y="334929"/>
                  <a:pt x="4913138" y="570758"/>
                </a:cubicBezTo>
                <a:cubicBezTo>
                  <a:pt x="4893542" y="806587"/>
                  <a:pt x="4926845" y="1030447"/>
                  <a:pt x="4913138" y="1176821"/>
                </a:cubicBezTo>
                <a:cubicBezTo>
                  <a:pt x="4899431" y="1323195"/>
                  <a:pt x="4922743" y="1540556"/>
                  <a:pt x="4913138" y="1765232"/>
                </a:cubicBezTo>
                <a:cubicBezTo>
                  <a:pt x="4692314" y="1764321"/>
                  <a:pt x="4444940" y="1739691"/>
                  <a:pt x="4260038" y="1712739"/>
                </a:cubicBezTo>
                <a:cubicBezTo>
                  <a:pt x="4075136" y="1685786"/>
                  <a:pt x="3893265" y="1686104"/>
                  <a:pt x="3552514" y="1655871"/>
                </a:cubicBezTo>
                <a:cubicBezTo>
                  <a:pt x="3446016" y="1545705"/>
                  <a:pt x="3324735" y="1391440"/>
                  <a:pt x="3192472" y="1267782"/>
                </a:cubicBezTo>
                <a:cubicBezTo>
                  <a:pt x="3068927" y="1412055"/>
                  <a:pt x="2952138" y="1490219"/>
                  <a:pt x="2832809" y="1655462"/>
                </a:cubicBezTo>
                <a:cubicBezTo>
                  <a:pt x="2713479" y="1820705"/>
                  <a:pt x="2608379" y="1878895"/>
                  <a:pt x="2427231" y="2092632"/>
                </a:cubicBezTo>
                <a:cubicBezTo>
                  <a:pt x="2244023" y="1916763"/>
                  <a:pt x="2172130" y="1860836"/>
                  <a:pt x="2047604" y="1710158"/>
                </a:cubicBezTo>
                <a:cubicBezTo>
                  <a:pt x="1923078" y="1559480"/>
                  <a:pt x="1769229" y="1436925"/>
                  <a:pt x="1667976" y="1327684"/>
                </a:cubicBezTo>
                <a:cubicBezTo>
                  <a:pt x="1520220" y="1457117"/>
                  <a:pt x="1475356" y="1539833"/>
                  <a:pt x="1320564" y="1677700"/>
                </a:cubicBezTo>
                <a:cubicBezTo>
                  <a:pt x="1165772" y="1815567"/>
                  <a:pt x="1151914" y="1852934"/>
                  <a:pt x="999876" y="2000792"/>
                </a:cubicBezTo>
                <a:cubicBezTo>
                  <a:pt x="875395" y="1905753"/>
                  <a:pt x="812492" y="1867935"/>
                  <a:pt x="688542" y="1762331"/>
                </a:cubicBezTo>
                <a:cubicBezTo>
                  <a:pt x="564592" y="1656727"/>
                  <a:pt x="543357" y="1636158"/>
                  <a:pt x="389418" y="1533222"/>
                </a:cubicBezTo>
                <a:cubicBezTo>
                  <a:pt x="214109" y="1647304"/>
                  <a:pt x="112024" y="1740892"/>
                  <a:pt x="0" y="1831491"/>
                </a:cubicBezTo>
                <a:cubicBezTo>
                  <a:pt x="-18331" y="1667120"/>
                  <a:pt x="-23109" y="1514565"/>
                  <a:pt x="0" y="1275939"/>
                </a:cubicBezTo>
                <a:cubicBezTo>
                  <a:pt x="23109" y="1037313"/>
                  <a:pt x="20668" y="839995"/>
                  <a:pt x="0" y="647127"/>
                </a:cubicBezTo>
                <a:cubicBezTo>
                  <a:pt x="-20668" y="454259"/>
                  <a:pt x="-11846" y="285015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797117826">
                  <a:custGeom>
                    <a:avLst/>
                    <a:gdLst>
                      <a:gd name="connsiteX0" fmla="*/ 0 w 3501456"/>
                      <a:gd name="connsiteY0" fmla="*/ 0 h 2092632"/>
                      <a:gd name="connsiteX1" fmla="*/ 3501456 w 3501456"/>
                      <a:gd name="connsiteY1" fmla="*/ 0 h 2092632"/>
                      <a:gd name="connsiteX2" fmla="*/ 3501456 w 3501456"/>
                      <a:gd name="connsiteY2" fmla="*/ 1765232 h 2092632"/>
                      <a:gd name="connsiteX3" fmla="*/ 2531778 w 3501456"/>
                      <a:gd name="connsiteY3" fmla="*/ 1655871 h 2092632"/>
                      <a:gd name="connsiteX4" fmla="*/ 2275186 w 3501456"/>
                      <a:gd name="connsiteY4" fmla="*/ 1267782 h 2092632"/>
                      <a:gd name="connsiteX5" fmla="*/ 1729820 w 3501456"/>
                      <a:gd name="connsiteY5" fmla="*/ 2092632 h 2092632"/>
                      <a:gd name="connsiteX6" fmla="*/ 1188720 w 3501456"/>
                      <a:gd name="connsiteY6" fmla="*/ 1327684 h 2092632"/>
                      <a:gd name="connsiteX7" fmla="*/ 712584 w 3501456"/>
                      <a:gd name="connsiteY7" fmla="*/ 2000792 h 2092632"/>
                      <a:gd name="connsiteX8" fmla="*/ 277528 w 3501456"/>
                      <a:gd name="connsiteY8" fmla="*/ 1533222 h 2092632"/>
                      <a:gd name="connsiteX9" fmla="*/ 0 w 3501456"/>
                      <a:gd name="connsiteY9" fmla="*/ 1831491 h 2092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01456" h="2092632">
                        <a:moveTo>
                          <a:pt x="0" y="0"/>
                        </a:moveTo>
                        <a:lnTo>
                          <a:pt x="3501456" y="0"/>
                        </a:lnTo>
                        <a:lnTo>
                          <a:pt x="3501456" y="1765232"/>
                        </a:lnTo>
                        <a:lnTo>
                          <a:pt x="2531778" y="1655871"/>
                        </a:lnTo>
                        <a:lnTo>
                          <a:pt x="2275186" y="1267782"/>
                        </a:lnTo>
                        <a:lnTo>
                          <a:pt x="1729820" y="2092632"/>
                        </a:lnTo>
                        <a:lnTo>
                          <a:pt x="1188720" y="1327684"/>
                        </a:lnTo>
                        <a:lnTo>
                          <a:pt x="712584" y="2000792"/>
                        </a:lnTo>
                        <a:lnTo>
                          <a:pt x="277528" y="1533222"/>
                        </a:lnTo>
                        <a:lnTo>
                          <a:pt x="0" y="1831491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1" name="Forma libre: forma 30"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AF556266-1904-4F46-BC42-8E006ED66C84}"/>
              </a:ext>
            </a:extLst>
          </p:cNvPr>
          <p:cNvSpPr/>
          <p:nvPr/>
        </p:nvSpPr>
        <p:spPr>
          <a:xfrm flipH="1">
            <a:off x="-537595" y="-606437"/>
            <a:ext cx="6633595" cy="1009420"/>
          </a:xfrm>
          <a:custGeom>
            <a:avLst/>
            <a:gdLst>
              <a:gd name="connsiteX0" fmla="*/ 0 w 6633595"/>
              <a:gd name="connsiteY0" fmla="*/ 0 h 1009420"/>
              <a:gd name="connsiteX1" fmla="*/ 464352 w 6633595"/>
              <a:gd name="connsiteY1" fmla="*/ 0 h 1009420"/>
              <a:gd name="connsiteX2" fmla="*/ 928703 w 6633595"/>
              <a:gd name="connsiteY2" fmla="*/ 0 h 1009420"/>
              <a:gd name="connsiteX3" fmla="*/ 1459391 w 6633595"/>
              <a:gd name="connsiteY3" fmla="*/ 0 h 1009420"/>
              <a:gd name="connsiteX4" fmla="*/ 2122750 w 6633595"/>
              <a:gd name="connsiteY4" fmla="*/ 0 h 1009420"/>
              <a:gd name="connsiteX5" fmla="*/ 2852446 w 6633595"/>
              <a:gd name="connsiteY5" fmla="*/ 0 h 1009420"/>
              <a:gd name="connsiteX6" fmla="*/ 3316798 w 6633595"/>
              <a:gd name="connsiteY6" fmla="*/ 0 h 1009420"/>
              <a:gd name="connsiteX7" fmla="*/ 4112829 w 6633595"/>
              <a:gd name="connsiteY7" fmla="*/ 0 h 1009420"/>
              <a:gd name="connsiteX8" fmla="*/ 4908860 w 6633595"/>
              <a:gd name="connsiteY8" fmla="*/ 0 h 1009420"/>
              <a:gd name="connsiteX9" fmla="*/ 5638556 w 6633595"/>
              <a:gd name="connsiteY9" fmla="*/ 0 h 1009420"/>
              <a:gd name="connsiteX10" fmla="*/ 6633595 w 6633595"/>
              <a:gd name="connsiteY10" fmla="*/ 0 h 1009420"/>
              <a:gd name="connsiteX11" fmla="*/ 6633595 w 6633595"/>
              <a:gd name="connsiteY11" fmla="*/ 425746 h 1009420"/>
              <a:gd name="connsiteX12" fmla="*/ 6633595 w 6633595"/>
              <a:gd name="connsiteY12" fmla="*/ 851492 h 1009420"/>
              <a:gd name="connsiteX13" fmla="*/ 6002865 w 6633595"/>
              <a:gd name="connsiteY13" fmla="*/ 833380 h 1009420"/>
              <a:gd name="connsiteX14" fmla="*/ 5427246 w 6633595"/>
              <a:gd name="connsiteY14" fmla="*/ 816852 h 1009420"/>
              <a:gd name="connsiteX15" fmla="*/ 4796516 w 6633595"/>
              <a:gd name="connsiteY15" fmla="*/ 798740 h 1009420"/>
              <a:gd name="connsiteX16" fmla="*/ 4310396 w 6633595"/>
              <a:gd name="connsiteY16" fmla="*/ 611538 h 1009420"/>
              <a:gd name="connsiteX17" fmla="*/ 3824787 w 6633595"/>
              <a:gd name="connsiteY17" fmla="*/ 798543 h 1009420"/>
              <a:gd name="connsiteX18" fmla="*/ 3277186 w 6633595"/>
              <a:gd name="connsiteY18" fmla="*/ 1009420 h 1009420"/>
              <a:gd name="connsiteX19" fmla="*/ 2785125 w 6633595"/>
              <a:gd name="connsiteY19" fmla="*/ 832306 h 1009420"/>
              <a:gd name="connsiteX20" fmla="*/ 2252059 w 6633595"/>
              <a:gd name="connsiteY20" fmla="*/ 640433 h 1009420"/>
              <a:gd name="connsiteX21" fmla="*/ 1828095 w 6633595"/>
              <a:gd name="connsiteY21" fmla="*/ 793035 h 1009420"/>
              <a:gd name="connsiteX22" fmla="*/ 1350008 w 6633595"/>
              <a:gd name="connsiteY22" fmla="*/ 965119 h 1009420"/>
              <a:gd name="connsiteX23" fmla="*/ 921411 w 6633595"/>
              <a:gd name="connsiteY23" fmla="*/ 847838 h 1009420"/>
              <a:gd name="connsiteX24" fmla="*/ 525783 w 6633595"/>
              <a:gd name="connsiteY24" fmla="*/ 739578 h 1009420"/>
              <a:gd name="connsiteX25" fmla="*/ 0 w 6633595"/>
              <a:gd name="connsiteY25" fmla="*/ 883453 h 1009420"/>
              <a:gd name="connsiteX26" fmla="*/ 0 w 6633595"/>
              <a:gd name="connsiteY26" fmla="*/ 441727 h 1009420"/>
              <a:gd name="connsiteX27" fmla="*/ 0 w 6633595"/>
              <a:gd name="connsiteY27" fmla="*/ 0 h 10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633595" h="1009420" fill="none" extrusionOk="0">
                <a:moveTo>
                  <a:pt x="0" y="0"/>
                </a:moveTo>
                <a:cubicBezTo>
                  <a:pt x="182163" y="12845"/>
                  <a:pt x="288248" y="-9977"/>
                  <a:pt x="464352" y="0"/>
                </a:cubicBezTo>
                <a:cubicBezTo>
                  <a:pt x="640456" y="9977"/>
                  <a:pt x="750036" y="-19399"/>
                  <a:pt x="928703" y="0"/>
                </a:cubicBezTo>
                <a:cubicBezTo>
                  <a:pt x="1107370" y="19399"/>
                  <a:pt x="1353248" y="173"/>
                  <a:pt x="1459391" y="0"/>
                </a:cubicBezTo>
                <a:cubicBezTo>
                  <a:pt x="1565534" y="-173"/>
                  <a:pt x="1928254" y="-1089"/>
                  <a:pt x="2122750" y="0"/>
                </a:cubicBezTo>
                <a:cubicBezTo>
                  <a:pt x="2317246" y="1089"/>
                  <a:pt x="2541574" y="-31564"/>
                  <a:pt x="2852446" y="0"/>
                </a:cubicBezTo>
                <a:cubicBezTo>
                  <a:pt x="3163318" y="31564"/>
                  <a:pt x="3210010" y="-285"/>
                  <a:pt x="3316798" y="0"/>
                </a:cubicBezTo>
                <a:cubicBezTo>
                  <a:pt x="3423586" y="285"/>
                  <a:pt x="3773774" y="23065"/>
                  <a:pt x="4112829" y="0"/>
                </a:cubicBezTo>
                <a:cubicBezTo>
                  <a:pt x="4451884" y="-23065"/>
                  <a:pt x="4747137" y="-10039"/>
                  <a:pt x="4908860" y="0"/>
                </a:cubicBezTo>
                <a:cubicBezTo>
                  <a:pt x="5070583" y="10039"/>
                  <a:pt x="5356397" y="-6798"/>
                  <a:pt x="5638556" y="0"/>
                </a:cubicBezTo>
                <a:cubicBezTo>
                  <a:pt x="5920715" y="6798"/>
                  <a:pt x="6278538" y="-29557"/>
                  <a:pt x="6633595" y="0"/>
                </a:cubicBezTo>
                <a:cubicBezTo>
                  <a:pt x="6625757" y="198584"/>
                  <a:pt x="6615437" y="213561"/>
                  <a:pt x="6633595" y="425746"/>
                </a:cubicBezTo>
                <a:cubicBezTo>
                  <a:pt x="6651753" y="637931"/>
                  <a:pt x="6646753" y="765798"/>
                  <a:pt x="6633595" y="851492"/>
                </a:cubicBezTo>
                <a:cubicBezTo>
                  <a:pt x="6394583" y="853015"/>
                  <a:pt x="6305973" y="816738"/>
                  <a:pt x="6002865" y="833380"/>
                </a:cubicBezTo>
                <a:cubicBezTo>
                  <a:pt x="5699757" y="850023"/>
                  <a:pt x="5705909" y="811980"/>
                  <a:pt x="5427246" y="816852"/>
                </a:cubicBezTo>
                <a:cubicBezTo>
                  <a:pt x="5148583" y="821723"/>
                  <a:pt x="4989312" y="793922"/>
                  <a:pt x="4796516" y="798740"/>
                </a:cubicBezTo>
                <a:cubicBezTo>
                  <a:pt x="4652524" y="730629"/>
                  <a:pt x="4437624" y="643483"/>
                  <a:pt x="4310396" y="611538"/>
                </a:cubicBezTo>
                <a:cubicBezTo>
                  <a:pt x="4119407" y="683593"/>
                  <a:pt x="4050989" y="687530"/>
                  <a:pt x="3824787" y="798543"/>
                </a:cubicBezTo>
                <a:cubicBezTo>
                  <a:pt x="3598585" y="909555"/>
                  <a:pt x="3549848" y="934555"/>
                  <a:pt x="3277186" y="1009420"/>
                </a:cubicBezTo>
                <a:cubicBezTo>
                  <a:pt x="3051806" y="918313"/>
                  <a:pt x="3027446" y="926749"/>
                  <a:pt x="2785125" y="832306"/>
                </a:cubicBezTo>
                <a:cubicBezTo>
                  <a:pt x="2542804" y="737863"/>
                  <a:pt x="2378799" y="682608"/>
                  <a:pt x="2252059" y="640433"/>
                </a:cubicBezTo>
                <a:cubicBezTo>
                  <a:pt x="2105543" y="711229"/>
                  <a:pt x="1989906" y="713607"/>
                  <a:pt x="1828095" y="793035"/>
                </a:cubicBezTo>
                <a:cubicBezTo>
                  <a:pt x="1666284" y="872464"/>
                  <a:pt x="1532962" y="875656"/>
                  <a:pt x="1350008" y="965119"/>
                </a:cubicBezTo>
                <a:cubicBezTo>
                  <a:pt x="1202725" y="938902"/>
                  <a:pt x="1075573" y="870526"/>
                  <a:pt x="921411" y="847838"/>
                </a:cubicBezTo>
                <a:cubicBezTo>
                  <a:pt x="767249" y="825150"/>
                  <a:pt x="646562" y="756088"/>
                  <a:pt x="525783" y="739578"/>
                </a:cubicBezTo>
                <a:cubicBezTo>
                  <a:pt x="282471" y="785644"/>
                  <a:pt x="233847" y="813041"/>
                  <a:pt x="0" y="883453"/>
                </a:cubicBezTo>
                <a:cubicBezTo>
                  <a:pt x="1957" y="719076"/>
                  <a:pt x="21118" y="622292"/>
                  <a:pt x="0" y="441727"/>
                </a:cubicBezTo>
                <a:cubicBezTo>
                  <a:pt x="-21118" y="261162"/>
                  <a:pt x="6345" y="126902"/>
                  <a:pt x="0" y="0"/>
                </a:cubicBezTo>
                <a:close/>
              </a:path>
              <a:path w="6633595" h="1009420" stroke="0" extrusionOk="0">
                <a:moveTo>
                  <a:pt x="0" y="0"/>
                </a:moveTo>
                <a:cubicBezTo>
                  <a:pt x="238771" y="-10954"/>
                  <a:pt x="567185" y="10237"/>
                  <a:pt x="729695" y="0"/>
                </a:cubicBezTo>
                <a:cubicBezTo>
                  <a:pt x="892206" y="-10237"/>
                  <a:pt x="1012822" y="18878"/>
                  <a:pt x="1194047" y="0"/>
                </a:cubicBezTo>
                <a:cubicBezTo>
                  <a:pt x="1375272" y="-18878"/>
                  <a:pt x="1556817" y="24963"/>
                  <a:pt x="1857407" y="0"/>
                </a:cubicBezTo>
                <a:cubicBezTo>
                  <a:pt x="2157997" y="-24963"/>
                  <a:pt x="2114685" y="2140"/>
                  <a:pt x="2321758" y="0"/>
                </a:cubicBezTo>
                <a:cubicBezTo>
                  <a:pt x="2528831" y="-2140"/>
                  <a:pt x="2593508" y="-13212"/>
                  <a:pt x="2786110" y="0"/>
                </a:cubicBezTo>
                <a:cubicBezTo>
                  <a:pt x="2978712" y="13212"/>
                  <a:pt x="3198755" y="8309"/>
                  <a:pt x="3449469" y="0"/>
                </a:cubicBezTo>
                <a:cubicBezTo>
                  <a:pt x="3700183" y="-8309"/>
                  <a:pt x="3783897" y="1978"/>
                  <a:pt x="3980157" y="0"/>
                </a:cubicBezTo>
                <a:cubicBezTo>
                  <a:pt x="4176417" y="-1978"/>
                  <a:pt x="4443920" y="19830"/>
                  <a:pt x="4709852" y="0"/>
                </a:cubicBezTo>
                <a:cubicBezTo>
                  <a:pt x="4975785" y="-19830"/>
                  <a:pt x="5190502" y="-548"/>
                  <a:pt x="5373212" y="0"/>
                </a:cubicBezTo>
                <a:cubicBezTo>
                  <a:pt x="5555922" y="548"/>
                  <a:pt x="5702656" y="22728"/>
                  <a:pt x="5903900" y="0"/>
                </a:cubicBezTo>
                <a:cubicBezTo>
                  <a:pt x="6105144" y="-22728"/>
                  <a:pt x="6442069" y="378"/>
                  <a:pt x="6633595" y="0"/>
                </a:cubicBezTo>
                <a:cubicBezTo>
                  <a:pt x="6646570" y="106001"/>
                  <a:pt x="6625645" y="262943"/>
                  <a:pt x="6633595" y="417231"/>
                </a:cubicBezTo>
                <a:cubicBezTo>
                  <a:pt x="6641545" y="571519"/>
                  <a:pt x="6639718" y="694659"/>
                  <a:pt x="6633595" y="851492"/>
                </a:cubicBezTo>
                <a:cubicBezTo>
                  <a:pt x="6432763" y="820325"/>
                  <a:pt x="6283936" y="854915"/>
                  <a:pt x="6076348" y="835491"/>
                </a:cubicBezTo>
                <a:cubicBezTo>
                  <a:pt x="5868760" y="816067"/>
                  <a:pt x="5654737" y="796649"/>
                  <a:pt x="5427246" y="816852"/>
                </a:cubicBezTo>
                <a:cubicBezTo>
                  <a:pt x="5199755" y="837055"/>
                  <a:pt x="4961536" y="820088"/>
                  <a:pt x="4796516" y="798740"/>
                </a:cubicBezTo>
                <a:cubicBezTo>
                  <a:pt x="4551290" y="711414"/>
                  <a:pt x="4424634" y="676554"/>
                  <a:pt x="4310396" y="611538"/>
                </a:cubicBezTo>
                <a:cubicBezTo>
                  <a:pt x="4099636" y="718056"/>
                  <a:pt x="3976772" y="745632"/>
                  <a:pt x="3804123" y="806500"/>
                </a:cubicBezTo>
                <a:cubicBezTo>
                  <a:pt x="3631474" y="867368"/>
                  <a:pt x="3408849" y="954977"/>
                  <a:pt x="3277186" y="1009420"/>
                </a:cubicBezTo>
                <a:cubicBezTo>
                  <a:pt x="3060085" y="951768"/>
                  <a:pt x="2947579" y="878364"/>
                  <a:pt x="2785125" y="832306"/>
                </a:cubicBezTo>
                <a:cubicBezTo>
                  <a:pt x="2622671" y="786248"/>
                  <a:pt x="2498473" y="702920"/>
                  <a:pt x="2252059" y="640433"/>
                </a:cubicBezTo>
                <a:cubicBezTo>
                  <a:pt x="2146504" y="690690"/>
                  <a:pt x="1902294" y="745216"/>
                  <a:pt x="1810054" y="799529"/>
                </a:cubicBezTo>
                <a:cubicBezTo>
                  <a:pt x="1717814" y="853842"/>
                  <a:pt x="1537784" y="889046"/>
                  <a:pt x="1350008" y="965119"/>
                </a:cubicBezTo>
                <a:cubicBezTo>
                  <a:pt x="1259957" y="939783"/>
                  <a:pt x="1061362" y="870117"/>
                  <a:pt x="954380" y="856859"/>
                </a:cubicBezTo>
                <a:cubicBezTo>
                  <a:pt x="847398" y="843601"/>
                  <a:pt x="731815" y="778783"/>
                  <a:pt x="525783" y="739578"/>
                </a:cubicBezTo>
                <a:cubicBezTo>
                  <a:pt x="300931" y="800347"/>
                  <a:pt x="114132" y="836558"/>
                  <a:pt x="0" y="883453"/>
                </a:cubicBezTo>
                <a:cubicBezTo>
                  <a:pt x="12720" y="769562"/>
                  <a:pt x="2871" y="583656"/>
                  <a:pt x="0" y="432892"/>
                </a:cubicBezTo>
                <a:cubicBezTo>
                  <a:pt x="-2871" y="282128"/>
                  <a:pt x="-6298" y="88384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016529186">
                  <a:custGeom>
                    <a:avLst/>
                    <a:gdLst>
                      <a:gd name="connsiteX0" fmla="*/ 0 w 3501456"/>
                      <a:gd name="connsiteY0" fmla="*/ 0 h 2092632"/>
                      <a:gd name="connsiteX1" fmla="*/ 3501456 w 3501456"/>
                      <a:gd name="connsiteY1" fmla="*/ 0 h 2092632"/>
                      <a:gd name="connsiteX2" fmla="*/ 3501456 w 3501456"/>
                      <a:gd name="connsiteY2" fmla="*/ 1765232 h 2092632"/>
                      <a:gd name="connsiteX3" fmla="*/ 2531778 w 3501456"/>
                      <a:gd name="connsiteY3" fmla="*/ 1655871 h 2092632"/>
                      <a:gd name="connsiteX4" fmla="*/ 2275186 w 3501456"/>
                      <a:gd name="connsiteY4" fmla="*/ 1267782 h 2092632"/>
                      <a:gd name="connsiteX5" fmla="*/ 1729820 w 3501456"/>
                      <a:gd name="connsiteY5" fmla="*/ 2092632 h 2092632"/>
                      <a:gd name="connsiteX6" fmla="*/ 1188720 w 3501456"/>
                      <a:gd name="connsiteY6" fmla="*/ 1327684 h 2092632"/>
                      <a:gd name="connsiteX7" fmla="*/ 712584 w 3501456"/>
                      <a:gd name="connsiteY7" fmla="*/ 2000792 h 2092632"/>
                      <a:gd name="connsiteX8" fmla="*/ 277528 w 3501456"/>
                      <a:gd name="connsiteY8" fmla="*/ 1533222 h 2092632"/>
                      <a:gd name="connsiteX9" fmla="*/ 0 w 3501456"/>
                      <a:gd name="connsiteY9" fmla="*/ 1831491 h 2092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01456" h="2092632">
                        <a:moveTo>
                          <a:pt x="0" y="0"/>
                        </a:moveTo>
                        <a:lnTo>
                          <a:pt x="3501456" y="0"/>
                        </a:lnTo>
                        <a:lnTo>
                          <a:pt x="3501456" y="1765232"/>
                        </a:lnTo>
                        <a:lnTo>
                          <a:pt x="2531778" y="1655871"/>
                        </a:lnTo>
                        <a:lnTo>
                          <a:pt x="2275186" y="1267782"/>
                        </a:lnTo>
                        <a:lnTo>
                          <a:pt x="1729820" y="2092632"/>
                        </a:lnTo>
                        <a:lnTo>
                          <a:pt x="1188720" y="1327684"/>
                        </a:lnTo>
                        <a:lnTo>
                          <a:pt x="712584" y="2000792"/>
                        </a:lnTo>
                        <a:lnTo>
                          <a:pt x="277528" y="1533222"/>
                        </a:lnTo>
                        <a:lnTo>
                          <a:pt x="0" y="1831491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2" name="Forma libre: forma 31">
            <a:hlinkClick r:id="" action="ppaction://hlinkshowjump?jump=lastslide" highlightClick="1">
              <a:snd r:embed="rId3" name="explode.wav"/>
            </a:hlinkClick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732719CC-AF25-46B1-91F3-034C6688CD67}"/>
              </a:ext>
            </a:extLst>
          </p:cNvPr>
          <p:cNvSpPr/>
          <p:nvPr/>
        </p:nvSpPr>
        <p:spPr>
          <a:xfrm flipV="1">
            <a:off x="8999621" y="5720566"/>
            <a:ext cx="4495881" cy="2092632"/>
          </a:xfrm>
          <a:custGeom>
            <a:avLst/>
            <a:gdLst>
              <a:gd name="connsiteX0" fmla="*/ 0 w 4495881"/>
              <a:gd name="connsiteY0" fmla="*/ 0 h 2092632"/>
              <a:gd name="connsiteX1" fmla="*/ 687228 w 4495881"/>
              <a:gd name="connsiteY1" fmla="*/ 0 h 2092632"/>
              <a:gd name="connsiteX2" fmla="*/ 1194620 w 4495881"/>
              <a:gd name="connsiteY2" fmla="*/ 0 h 2092632"/>
              <a:gd name="connsiteX3" fmla="*/ 1926806 w 4495881"/>
              <a:gd name="connsiteY3" fmla="*/ 0 h 2092632"/>
              <a:gd name="connsiteX4" fmla="*/ 2569075 w 4495881"/>
              <a:gd name="connsiteY4" fmla="*/ 0 h 2092632"/>
              <a:gd name="connsiteX5" fmla="*/ 3211344 w 4495881"/>
              <a:gd name="connsiteY5" fmla="*/ 0 h 2092632"/>
              <a:gd name="connsiteX6" fmla="*/ 3718736 w 4495881"/>
              <a:gd name="connsiteY6" fmla="*/ 0 h 2092632"/>
              <a:gd name="connsiteX7" fmla="*/ 4495881 w 4495881"/>
              <a:gd name="connsiteY7" fmla="*/ 0 h 2092632"/>
              <a:gd name="connsiteX8" fmla="*/ 4495881 w 4495881"/>
              <a:gd name="connsiteY8" fmla="*/ 606063 h 2092632"/>
              <a:gd name="connsiteX9" fmla="*/ 4495881 w 4495881"/>
              <a:gd name="connsiteY9" fmla="*/ 1141517 h 2092632"/>
              <a:gd name="connsiteX10" fmla="*/ 4495881 w 4495881"/>
              <a:gd name="connsiteY10" fmla="*/ 1765232 h 2092632"/>
              <a:gd name="connsiteX11" fmla="*/ 3848445 w 4495881"/>
              <a:gd name="connsiteY11" fmla="*/ 1708364 h 2092632"/>
              <a:gd name="connsiteX12" fmla="*/ 3250811 w 4495881"/>
              <a:gd name="connsiteY12" fmla="*/ 1655871 h 2092632"/>
              <a:gd name="connsiteX13" fmla="*/ 2921346 w 4495881"/>
              <a:gd name="connsiteY13" fmla="*/ 1267782 h 2092632"/>
              <a:gd name="connsiteX14" fmla="*/ 2571220 w 4495881"/>
              <a:gd name="connsiteY14" fmla="*/ 1680207 h 2092632"/>
              <a:gd name="connsiteX15" fmla="*/ 2221094 w 4495881"/>
              <a:gd name="connsiteY15" fmla="*/ 2092632 h 2092632"/>
              <a:gd name="connsiteX16" fmla="*/ 1880655 w 4495881"/>
              <a:gd name="connsiteY16" fmla="*/ 1717807 h 2092632"/>
              <a:gd name="connsiteX17" fmla="*/ 1526320 w 4495881"/>
              <a:gd name="connsiteY17" fmla="*/ 1327684 h 2092632"/>
              <a:gd name="connsiteX18" fmla="*/ 1226754 w 4495881"/>
              <a:gd name="connsiteY18" fmla="*/ 1657507 h 2092632"/>
              <a:gd name="connsiteX19" fmla="*/ 914960 w 4495881"/>
              <a:gd name="connsiteY19" fmla="*/ 2000792 h 2092632"/>
              <a:gd name="connsiteX20" fmla="*/ 641239 w 4495881"/>
              <a:gd name="connsiteY20" fmla="*/ 1771683 h 2092632"/>
              <a:gd name="connsiteX21" fmla="*/ 356346 w 4495881"/>
              <a:gd name="connsiteY21" fmla="*/ 1533222 h 2092632"/>
              <a:gd name="connsiteX22" fmla="*/ 0 w 4495881"/>
              <a:gd name="connsiteY22" fmla="*/ 1831491 h 2092632"/>
              <a:gd name="connsiteX23" fmla="*/ 0 w 4495881"/>
              <a:gd name="connsiteY23" fmla="*/ 1239309 h 2092632"/>
              <a:gd name="connsiteX24" fmla="*/ 0 w 4495881"/>
              <a:gd name="connsiteY24" fmla="*/ 665442 h 2092632"/>
              <a:gd name="connsiteX25" fmla="*/ 0 w 4495881"/>
              <a:gd name="connsiteY25" fmla="*/ 0 h 2092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95881" h="2092632" fill="none" extrusionOk="0">
                <a:moveTo>
                  <a:pt x="0" y="0"/>
                </a:moveTo>
                <a:cubicBezTo>
                  <a:pt x="250126" y="3085"/>
                  <a:pt x="523580" y="3253"/>
                  <a:pt x="687228" y="0"/>
                </a:cubicBezTo>
                <a:cubicBezTo>
                  <a:pt x="850876" y="-3253"/>
                  <a:pt x="1020150" y="13387"/>
                  <a:pt x="1194620" y="0"/>
                </a:cubicBezTo>
                <a:cubicBezTo>
                  <a:pt x="1369090" y="-13387"/>
                  <a:pt x="1619691" y="-28000"/>
                  <a:pt x="1926806" y="0"/>
                </a:cubicBezTo>
                <a:cubicBezTo>
                  <a:pt x="2233921" y="28000"/>
                  <a:pt x="2433187" y="28920"/>
                  <a:pt x="2569075" y="0"/>
                </a:cubicBezTo>
                <a:cubicBezTo>
                  <a:pt x="2704963" y="-28920"/>
                  <a:pt x="3061508" y="12409"/>
                  <a:pt x="3211344" y="0"/>
                </a:cubicBezTo>
                <a:cubicBezTo>
                  <a:pt x="3361180" y="-12409"/>
                  <a:pt x="3467792" y="-14871"/>
                  <a:pt x="3718736" y="0"/>
                </a:cubicBezTo>
                <a:cubicBezTo>
                  <a:pt x="3969680" y="14871"/>
                  <a:pt x="4133353" y="307"/>
                  <a:pt x="4495881" y="0"/>
                </a:cubicBezTo>
                <a:cubicBezTo>
                  <a:pt x="4497712" y="251589"/>
                  <a:pt x="4510119" y="408979"/>
                  <a:pt x="4495881" y="606063"/>
                </a:cubicBezTo>
                <a:cubicBezTo>
                  <a:pt x="4481643" y="803147"/>
                  <a:pt x="4492537" y="929848"/>
                  <a:pt x="4495881" y="1141517"/>
                </a:cubicBezTo>
                <a:cubicBezTo>
                  <a:pt x="4499225" y="1353186"/>
                  <a:pt x="4492896" y="1529439"/>
                  <a:pt x="4495881" y="1765232"/>
                </a:cubicBezTo>
                <a:cubicBezTo>
                  <a:pt x="4315106" y="1732832"/>
                  <a:pt x="4039893" y="1752662"/>
                  <a:pt x="3848445" y="1708364"/>
                </a:cubicBezTo>
                <a:cubicBezTo>
                  <a:pt x="3656996" y="1664066"/>
                  <a:pt x="3401527" y="1649122"/>
                  <a:pt x="3250811" y="1655871"/>
                </a:cubicBezTo>
                <a:cubicBezTo>
                  <a:pt x="3183079" y="1544636"/>
                  <a:pt x="3045265" y="1385545"/>
                  <a:pt x="2921346" y="1267782"/>
                </a:cubicBezTo>
                <a:cubicBezTo>
                  <a:pt x="2767146" y="1431854"/>
                  <a:pt x="2750055" y="1501034"/>
                  <a:pt x="2571220" y="1680207"/>
                </a:cubicBezTo>
                <a:cubicBezTo>
                  <a:pt x="2392385" y="1859380"/>
                  <a:pt x="2370073" y="1938152"/>
                  <a:pt x="2221094" y="2092632"/>
                </a:cubicBezTo>
                <a:cubicBezTo>
                  <a:pt x="2127763" y="1998056"/>
                  <a:pt x="1937501" y="1813130"/>
                  <a:pt x="1880655" y="1717807"/>
                </a:cubicBezTo>
                <a:cubicBezTo>
                  <a:pt x="1823809" y="1622484"/>
                  <a:pt x="1698365" y="1508910"/>
                  <a:pt x="1526320" y="1327684"/>
                </a:cubicBezTo>
                <a:cubicBezTo>
                  <a:pt x="1377644" y="1467617"/>
                  <a:pt x="1379027" y="1510367"/>
                  <a:pt x="1226754" y="1657507"/>
                </a:cubicBezTo>
                <a:cubicBezTo>
                  <a:pt x="1074481" y="1804647"/>
                  <a:pt x="1000959" y="1888177"/>
                  <a:pt x="914960" y="2000792"/>
                </a:cubicBezTo>
                <a:cubicBezTo>
                  <a:pt x="775334" y="1890258"/>
                  <a:pt x="696699" y="1833434"/>
                  <a:pt x="641239" y="1771683"/>
                </a:cubicBezTo>
                <a:cubicBezTo>
                  <a:pt x="585779" y="1709932"/>
                  <a:pt x="425564" y="1572518"/>
                  <a:pt x="356346" y="1533222"/>
                </a:cubicBezTo>
                <a:cubicBezTo>
                  <a:pt x="201177" y="1636123"/>
                  <a:pt x="93891" y="1729659"/>
                  <a:pt x="0" y="1831491"/>
                </a:cubicBezTo>
                <a:cubicBezTo>
                  <a:pt x="-800" y="1579799"/>
                  <a:pt x="-4946" y="1374188"/>
                  <a:pt x="0" y="1239309"/>
                </a:cubicBezTo>
                <a:cubicBezTo>
                  <a:pt x="4946" y="1104430"/>
                  <a:pt x="-2496" y="781589"/>
                  <a:pt x="0" y="665442"/>
                </a:cubicBezTo>
                <a:cubicBezTo>
                  <a:pt x="2496" y="549295"/>
                  <a:pt x="5143" y="185868"/>
                  <a:pt x="0" y="0"/>
                </a:cubicBezTo>
                <a:close/>
              </a:path>
              <a:path w="4495881" h="2092632" stroke="0" extrusionOk="0">
                <a:moveTo>
                  <a:pt x="0" y="0"/>
                </a:moveTo>
                <a:cubicBezTo>
                  <a:pt x="244866" y="-20104"/>
                  <a:pt x="480634" y="-481"/>
                  <a:pt x="687228" y="0"/>
                </a:cubicBezTo>
                <a:cubicBezTo>
                  <a:pt x="893822" y="481"/>
                  <a:pt x="1121382" y="4623"/>
                  <a:pt x="1419414" y="0"/>
                </a:cubicBezTo>
                <a:cubicBezTo>
                  <a:pt x="1717446" y="-4623"/>
                  <a:pt x="1926438" y="15684"/>
                  <a:pt x="2151600" y="0"/>
                </a:cubicBezTo>
                <a:cubicBezTo>
                  <a:pt x="2376762" y="-15684"/>
                  <a:pt x="2587602" y="1342"/>
                  <a:pt x="2838828" y="0"/>
                </a:cubicBezTo>
                <a:cubicBezTo>
                  <a:pt x="3090054" y="-1342"/>
                  <a:pt x="3348655" y="12458"/>
                  <a:pt x="3481096" y="0"/>
                </a:cubicBezTo>
                <a:cubicBezTo>
                  <a:pt x="3613537" y="-12458"/>
                  <a:pt x="4002682" y="-20132"/>
                  <a:pt x="4495881" y="0"/>
                </a:cubicBezTo>
                <a:cubicBezTo>
                  <a:pt x="4473719" y="283361"/>
                  <a:pt x="4514269" y="394861"/>
                  <a:pt x="4495881" y="606063"/>
                </a:cubicBezTo>
                <a:cubicBezTo>
                  <a:pt x="4477493" y="817265"/>
                  <a:pt x="4502286" y="939467"/>
                  <a:pt x="4495881" y="1229778"/>
                </a:cubicBezTo>
                <a:cubicBezTo>
                  <a:pt x="4489476" y="1520089"/>
                  <a:pt x="4486881" y="1588967"/>
                  <a:pt x="4495881" y="1765232"/>
                </a:cubicBezTo>
                <a:cubicBezTo>
                  <a:pt x="4341018" y="1763555"/>
                  <a:pt x="4133100" y="1736286"/>
                  <a:pt x="3873346" y="1710552"/>
                </a:cubicBezTo>
                <a:cubicBezTo>
                  <a:pt x="3613592" y="1684817"/>
                  <a:pt x="3551260" y="1705629"/>
                  <a:pt x="3250811" y="1655871"/>
                </a:cubicBezTo>
                <a:cubicBezTo>
                  <a:pt x="3134394" y="1507636"/>
                  <a:pt x="3021113" y="1400696"/>
                  <a:pt x="2921346" y="1267782"/>
                </a:cubicBezTo>
                <a:cubicBezTo>
                  <a:pt x="2805703" y="1387262"/>
                  <a:pt x="2701496" y="1502988"/>
                  <a:pt x="2571220" y="1680207"/>
                </a:cubicBezTo>
                <a:cubicBezTo>
                  <a:pt x="2440944" y="1857426"/>
                  <a:pt x="2313645" y="2013007"/>
                  <a:pt x="2221094" y="2092632"/>
                </a:cubicBezTo>
                <a:cubicBezTo>
                  <a:pt x="2091448" y="1941592"/>
                  <a:pt x="1931351" y="1797041"/>
                  <a:pt x="1859812" y="1694859"/>
                </a:cubicBezTo>
                <a:cubicBezTo>
                  <a:pt x="1788273" y="1592677"/>
                  <a:pt x="1594055" y="1438873"/>
                  <a:pt x="1526320" y="1327684"/>
                </a:cubicBezTo>
                <a:cubicBezTo>
                  <a:pt x="1404234" y="1436282"/>
                  <a:pt x="1290023" y="1559623"/>
                  <a:pt x="1214526" y="1670969"/>
                </a:cubicBezTo>
                <a:cubicBezTo>
                  <a:pt x="1139029" y="1782315"/>
                  <a:pt x="1044951" y="1883852"/>
                  <a:pt x="914960" y="2000792"/>
                </a:cubicBezTo>
                <a:cubicBezTo>
                  <a:pt x="797092" y="1880763"/>
                  <a:pt x="750409" y="1874751"/>
                  <a:pt x="641239" y="1771683"/>
                </a:cubicBezTo>
                <a:cubicBezTo>
                  <a:pt x="532070" y="1668614"/>
                  <a:pt x="457934" y="1634769"/>
                  <a:pt x="356346" y="1533222"/>
                </a:cubicBezTo>
                <a:cubicBezTo>
                  <a:pt x="183918" y="1670053"/>
                  <a:pt x="143496" y="1731181"/>
                  <a:pt x="0" y="1831491"/>
                </a:cubicBezTo>
                <a:cubicBezTo>
                  <a:pt x="11533" y="1683412"/>
                  <a:pt x="-15892" y="1480030"/>
                  <a:pt x="0" y="1257624"/>
                </a:cubicBezTo>
                <a:cubicBezTo>
                  <a:pt x="15892" y="1035218"/>
                  <a:pt x="-19734" y="904684"/>
                  <a:pt x="0" y="683757"/>
                </a:cubicBezTo>
                <a:cubicBezTo>
                  <a:pt x="19734" y="462830"/>
                  <a:pt x="-18479" y="338331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379595912">
                  <a:custGeom>
                    <a:avLst/>
                    <a:gdLst>
                      <a:gd name="connsiteX0" fmla="*/ 0 w 3501456"/>
                      <a:gd name="connsiteY0" fmla="*/ 0 h 2092632"/>
                      <a:gd name="connsiteX1" fmla="*/ 3501456 w 3501456"/>
                      <a:gd name="connsiteY1" fmla="*/ 0 h 2092632"/>
                      <a:gd name="connsiteX2" fmla="*/ 3501456 w 3501456"/>
                      <a:gd name="connsiteY2" fmla="*/ 1765232 h 2092632"/>
                      <a:gd name="connsiteX3" fmla="*/ 2531778 w 3501456"/>
                      <a:gd name="connsiteY3" fmla="*/ 1655871 h 2092632"/>
                      <a:gd name="connsiteX4" fmla="*/ 2275186 w 3501456"/>
                      <a:gd name="connsiteY4" fmla="*/ 1267782 h 2092632"/>
                      <a:gd name="connsiteX5" fmla="*/ 1729820 w 3501456"/>
                      <a:gd name="connsiteY5" fmla="*/ 2092632 h 2092632"/>
                      <a:gd name="connsiteX6" fmla="*/ 1188720 w 3501456"/>
                      <a:gd name="connsiteY6" fmla="*/ 1327684 h 2092632"/>
                      <a:gd name="connsiteX7" fmla="*/ 712584 w 3501456"/>
                      <a:gd name="connsiteY7" fmla="*/ 2000792 h 2092632"/>
                      <a:gd name="connsiteX8" fmla="*/ 277528 w 3501456"/>
                      <a:gd name="connsiteY8" fmla="*/ 1533222 h 2092632"/>
                      <a:gd name="connsiteX9" fmla="*/ 0 w 3501456"/>
                      <a:gd name="connsiteY9" fmla="*/ 1831491 h 2092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01456" h="2092632">
                        <a:moveTo>
                          <a:pt x="0" y="0"/>
                        </a:moveTo>
                        <a:lnTo>
                          <a:pt x="3501456" y="0"/>
                        </a:lnTo>
                        <a:lnTo>
                          <a:pt x="3501456" y="1765232"/>
                        </a:lnTo>
                        <a:lnTo>
                          <a:pt x="2531778" y="1655871"/>
                        </a:lnTo>
                        <a:lnTo>
                          <a:pt x="2275186" y="1267782"/>
                        </a:lnTo>
                        <a:lnTo>
                          <a:pt x="1729820" y="2092632"/>
                        </a:lnTo>
                        <a:lnTo>
                          <a:pt x="1188720" y="1327684"/>
                        </a:lnTo>
                        <a:lnTo>
                          <a:pt x="712584" y="2000792"/>
                        </a:lnTo>
                        <a:lnTo>
                          <a:pt x="277528" y="1533222"/>
                        </a:lnTo>
                        <a:lnTo>
                          <a:pt x="0" y="1831491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1665004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11111E-6 L 0.25 -1.11111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11111E-6 L -0.25 -1.11111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81481E-6 L -4.58333E-6 0.062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2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3796 L 4.16667E-7 -0.1092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736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556 L 0.00117 0.0854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453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37" grpId="0" animBg="1"/>
      <p:bldP spid="41" grpId="0" animBg="1"/>
      <p:bldP spid="39" grpId="0" animBg="1"/>
      <p:bldP spid="16" grpId="0" animBg="1"/>
      <p:bldP spid="38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rma libre: forma 70">
            <a:extLst>
              <a:ext uri="{FF2B5EF4-FFF2-40B4-BE49-F238E27FC236}">
                <a16:creationId xmlns:a16="http://schemas.microsoft.com/office/drawing/2014/main" id="{09CDDE58-44E9-4413-86EE-253FEC7ED20C}"/>
              </a:ext>
            </a:extLst>
          </p:cNvPr>
          <p:cNvSpPr/>
          <p:nvPr/>
        </p:nvSpPr>
        <p:spPr>
          <a:xfrm flipV="1">
            <a:off x="-118981" y="-535837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72" name="Forma libre: forma 71">
            <a:extLst>
              <a:ext uri="{FF2B5EF4-FFF2-40B4-BE49-F238E27FC236}">
                <a16:creationId xmlns:a16="http://schemas.microsoft.com/office/drawing/2014/main" id="{7C95E8B8-D40E-4355-91FE-4A3749F4376B}"/>
              </a:ext>
            </a:extLst>
          </p:cNvPr>
          <p:cNvSpPr/>
          <p:nvPr/>
        </p:nvSpPr>
        <p:spPr>
          <a:xfrm flipH="1" flipV="1">
            <a:off x="3984641" y="-575341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4DA9FF4A-6DEF-48F8-B2E8-4AC72610CAEF}"/>
              </a:ext>
            </a:extLst>
          </p:cNvPr>
          <p:cNvGrpSpPr/>
          <p:nvPr/>
        </p:nvGrpSpPr>
        <p:grpSpPr>
          <a:xfrm>
            <a:off x="8060015" y="-57454"/>
            <a:ext cx="3893623" cy="7252005"/>
            <a:chOff x="8060015" y="-57454"/>
            <a:chExt cx="3893623" cy="7252005"/>
          </a:xfrm>
        </p:grpSpPr>
        <p:sp>
          <p:nvSpPr>
            <p:cNvPr id="74" name="Forma libre: forma 73">
              <a:extLst>
                <a:ext uri="{FF2B5EF4-FFF2-40B4-BE49-F238E27FC236}">
                  <a16:creationId xmlns:a16="http://schemas.microsoft.com/office/drawing/2014/main" id="{28C932DF-8E74-462C-BAF8-40EC72F46DBB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75" name="Forma libre: forma 74">
              <a:extLst>
                <a:ext uri="{FF2B5EF4-FFF2-40B4-BE49-F238E27FC236}">
                  <a16:creationId xmlns:a16="http://schemas.microsoft.com/office/drawing/2014/main" id="{AEF47155-3431-43AF-83BB-86B0291433F6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76" name="Forma libre: forma 75">
              <a:extLst>
                <a:ext uri="{FF2B5EF4-FFF2-40B4-BE49-F238E27FC236}">
                  <a16:creationId xmlns:a16="http://schemas.microsoft.com/office/drawing/2014/main" id="{6ABE42C6-7BA3-4503-8EE0-2402CD9715B1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18" name="Rectángulo 17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3AC4DA4-4652-48B4-8F9A-63C1097681D0}"/>
              </a:ext>
            </a:extLst>
          </p:cNvPr>
          <p:cNvSpPr/>
          <p:nvPr/>
        </p:nvSpPr>
        <p:spPr>
          <a:xfrm>
            <a:off x="7282312" y="4596033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799253 w 6096000"/>
              <a:gd name="connsiteY1" fmla="*/ 0 h 240633"/>
              <a:gd name="connsiteX2" fmla="*/ 1598507 w 6096000"/>
              <a:gd name="connsiteY2" fmla="*/ 0 h 240633"/>
              <a:gd name="connsiteX3" fmla="*/ 2397760 w 6096000"/>
              <a:gd name="connsiteY3" fmla="*/ 0 h 240633"/>
              <a:gd name="connsiteX4" fmla="*/ 3014133 w 6096000"/>
              <a:gd name="connsiteY4" fmla="*/ 0 h 240633"/>
              <a:gd name="connsiteX5" fmla="*/ 3569547 w 6096000"/>
              <a:gd name="connsiteY5" fmla="*/ 0 h 240633"/>
              <a:gd name="connsiteX6" fmla="*/ 4307840 w 6096000"/>
              <a:gd name="connsiteY6" fmla="*/ 0 h 240633"/>
              <a:gd name="connsiteX7" fmla="*/ 4924213 w 6096000"/>
              <a:gd name="connsiteY7" fmla="*/ 0 h 240633"/>
              <a:gd name="connsiteX8" fmla="*/ 6096000 w 6096000"/>
              <a:gd name="connsiteY8" fmla="*/ 0 h 240633"/>
              <a:gd name="connsiteX9" fmla="*/ 6096000 w 6096000"/>
              <a:gd name="connsiteY9" fmla="*/ 240633 h 240633"/>
              <a:gd name="connsiteX10" fmla="*/ 5357707 w 6096000"/>
              <a:gd name="connsiteY10" fmla="*/ 240633 h 240633"/>
              <a:gd name="connsiteX11" fmla="*/ 4741333 w 6096000"/>
              <a:gd name="connsiteY11" fmla="*/ 240633 h 240633"/>
              <a:gd name="connsiteX12" fmla="*/ 3942080 w 6096000"/>
              <a:gd name="connsiteY12" fmla="*/ 240633 h 240633"/>
              <a:gd name="connsiteX13" fmla="*/ 3264747 w 6096000"/>
              <a:gd name="connsiteY13" fmla="*/ 240633 h 240633"/>
              <a:gd name="connsiteX14" fmla="*/ 2587413 w 6096000"/>
              <a:gd name="connsiteY14" fmla="*/ 240633 h 240633"/>
              <a:gd name="connsiteX15" fmla="*/ 2092960 w 6096000"/>
              <a:gd name="connsiteY15" fmla="*/ 240633 h 240633"/>
              <a:gd name="connsiteX16" fmla="*/ 1537547 w 6096000"/>
              <a:gd name="connsiteY16" fmla="*/ 240633 h 240633"/>
              <a:gd name="connsiteX17" fmla="*/ 1043093 w 6096000"/>
              <a:gd name="connsiteY17" fmla="*/ 240633 h 240633"/>
              <a:gd name="connsiteX18" fmla="*/ 0 w 6096000"/>
              <a:gd name="connsiteY18" fmla="*/ 240633 h 240633"/>
              <a:gd name="connsiteX19" fmla="*/ 0 w 6096000"/>
              <a:gd name="connsiteY19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244635" y="12519"/>
                  <a:pt x="618197" y="25988"/>
                  <a:pt x="799253" y="0"/>
                </a:cubicBezTo>
                <a:cubicBezTo>
                  <a:pt x="980309" y="-25988"/>
                  <a:pt x="1437190" y="12566"/>
                  <a:pt x="1598507" y="0"/>
                </a:cubicBezTo>
                <a:cubicBezTo>
                  <a:pt x="1759824" y="-12566"/>
                  <a:pt x="2027929" y="-20015"/>
                  <a:pt x="2397760" y="0"/>
                </a:cubicBezTo>
                <a:cubicBezTo>
                  <a:pt x="2767591" y="20015"/>
                  <a:pt x="2803638" y="-28707"/>
                  <a:pt x="3014133" y="0"/>
                </a:cubicBezTo>
                <a:cubicBezTo>
                  <a:pt x="3224628" y="28707"/>
                  <a:pt x="3383675" y="13332"/>
                  <a:pt x="3569547" y="0"/>
                </a:cubicBezTo>
                <a:cubicBezTo>
                  <a:pt x="3755419" y="-13332"/>
                  <a:pt x="4063674" y="-28639"/>
                  <a:pt x="4307840" y="0"/>
                </a:cubicBezTo>
                <a:cubicBezTo>
                  <a:pt x="4552006" y="28639"/>
                  <a:pt x="4691103" y="27119"/>
                  <a:pt x="4924213" y="0"/>
                </a:cubicBezTo>
                <a:cubicBezTo>
                  <a:pt x="5157323" y="-27119"/>
                  <a:pt x="5733855" y="-33863"/>
                  <a:pt x="6096000" y="0"/>
                </a:cubicBezTo>
                <a:cubicBezTo>
                  <a:pt x="6098939" y="120284"/>
                  <a:pt x="6097462" y="137655"/>
                  <a:pt x="6096000" y="240633"/>
                </a:cubicBezTo>
                <a:cubicBezTo>
                  <a:pt x="5783310" y="207734"/>
                  <a:pt x="5594196" y="251888"/>
                  <a:pt x="5357707" y="240633"/>
                </a:cubicBezTo>
                <a:cubicBezTo>
                  <a:pt x="5121218" y="229378"/>
                  <a:pt x="5013695" y="223573"/>
                  <a:pt x="4741333" y="240633"/>
                </a:cubicBezTo>
                <a:cubicBezTo>
                  <a:pt x="4468971" y="257693"/>
                  <a:pt x="4217541" y="237692"/>
                  <a:pt x="3942080" y="240633"/>
                </a:cubicBezTo>
                <a:cubicBezTo>
                  <a:pt x="3666619" y="243574"/>
                  <a:pt x="3473215" y="242189"/>
                  <a:pt x="3264747" y="240633"/>
                </a:cubicBezTo>
                <a:cubicBezTo>
                  <a:pt x="3056279" y="239077"/>
                  <a:pt x="2768672" y="235813"/>
                  <a:pt x="2587413" y="240633"/>
                </a:cubicBezTo>
                <a:cubicBezTo>
                  <a:pt x="2406154" y="245453"/>
                  <a:pt x="2193640" y="254784"/>
                  <a:pt x="2092960" y="240633"/>
                </a:cubicBezTo>
                <a:cubicBezTo>
                  <a:pt x="1992280" y="226482"/>
                  <a:pt x="1787819" y="259537"/>
                  <a:pt x="1537547" y="240633"/>
                </a:cubicBezTo>
                <a:cubicBezTo>
                  <a:pt x="1287275" y="221729"/>
                  <a:pt x="1210851" y="234846"/>
                  <a:pt x="1043093" y="240633"/>
                </a:cubicBezTo>
                <a:cubicBezTo>
                  <a:pt x="875335" y="246420"/>
                  <a:pt x="424017" y="199649"/>
                  <a:pt x="0" y="240633"/>
                </a:cubicBezTo>
                <a:cubicBezTo>
                  <a:pt x="9144" y="184350"/>
                  <a:pt x="-3867" y="106030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297808" y="-26453"/>
                  <a:pt x="370990" y="3024"/>
                  <a:pt x="738293" y="0"/>
                </a:cubicBezTo>
                <a:cubicBezTo>
                  <a:pt x="1105596" y="-3024"/>
                  <a:pt x="1256275" y="-31051"/>
                  <a:pt x="1415627" y="0"/>
                </a:cubicBezTo>
                <a:cubicBezTo>
                  <a:pt x="1574979" y="31051"/>
                  <a:pt x="1859200" y="-34752"/>
                  <a:pt x="2153920" y="0"/>
                </a:cubicBezTo>
                <a:cubicBezTo>
                  <a:pt x="2448640" y="34752"/>
                  <a:pt x="2671058" y="37178"/>
                  <a:pt x="2953173" y="0"/>
                </a:cubicBezTo>
                <a:cubicBezTo>
                  <a:pt x="3235288" y="-37178"/>
                  <a:pt x="3375841" y="-21968"/>
                  <a:pt x="3508587" y="0"/>
                </a:cubicBezTo>
                <a:cubicBezTo>
                  <a:pt x="3641333" y="21968"/>
                  <a:pt x="3852366" y="4678"/>
                  <a:pt x="4185920" y="0"/>
                </a:cubicBezTo>
                <a:cubicBezTo>
                  <a:pt x="4519474" y="-4678"/>
                  <a:pt x="4582268" y="-24750"/>
                  <a:pt x="4802293" y="0"/>
                </a:cubicBezTo>
                <a:cubicBezTo>
                  <a:pt x="5022318" y="24750"/>
                  <a:pt x="5180371" y="23961"/>
                  <a:pt x="5296747" y="0"/>
                </a:cubicBezTo>
                <a:cubicBezTo>
                  <a:pt x="5413123" y="-23961"/>
                  <a:pt x="5789068" y="-29068"/>
                  <a:pt x="6096000" y="0"/>
                </a:cubicBezTo>
                <a:cubicBezTo>
                  <a:pt x="6088174" y="91852"/>
                  <a:pt x="6092170" y="139132"/>
                  <a:pt x="6096000" y="240633"/>
                </a:cubicBezTo>
                <a:cubicBezTo>
                  <a:pt x="5908235" y="234841"/>
                  <a:pt x="5636028" y="265122"/>
                  <a:pt x="5357707" y="240633"/>
                </a:cubicBezTo>
                <a:cubicBezTo>
                  <a:pt x="5079386" y="216144"/>
                  <a:pt x="5089069" y="240693"/>
                  <a:pt x="4863253" y="240633"/>
                </a:cubicBezTo>
                <a:cubicBezTo>
                  <a:pt x="4637437" y="240573"/>
                  <a:pt x="4529426" y="262377"/>
                  <a:pt x="4368800" y="240633"/>
                </a:cubicBezTo>
                <a:cubicBezTo>
                  <a:pt x="4208174" y="218889"/>
                  <a:pt x="3865240" y="225863"/>
                  <a:pt x="3630507" y="240633"/>
                </a:cubicBezTo>
                <a:cubicBezTo>
                  <a:pt x="3395774" y="255403"/>
                  <a:pt x="3350474" y="241659"/>
                  <a:pt x="3136053" y="240633"/>
                </a:cubicBezTo>
                <a:cubicBezTo>
                  <a:pt x="2921632" y="239607"/>
                  <a:pt x="2814375" y="236700"/>
                  <a:pt x="2519680" y="240633"/>
                </a:cubicBezTo>
                <a:cubicBezTo>
                  <a:pt x="2224985" y="244566"/>
                  <a:pt x="2145582" y="216998"/>
                  <a:pt x="1964267" y="240633"/>
                </a:cubicBezTo>
                <a:cubicBezTo>
                  <a:pt x="1782952" y="264268"/>
                  <a:pt x="1561725" y="231523"/>
                  <a:pt x="1225973" y="240633"/>
                </a:cubicBezTo>
                <a:cubicBezTo>
                  <a:pt x="890221" y="249743"/>
                  <a:pt x="312868" y="191892"/>
                  <a:pt x="0" y="240633"/>
                </a:cubicBezTo>
                <a:cubicBezTo>
                  <a:pt x="10935" y="123448"/>
                  <a:pt x="3338" y="58478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0654245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36" name="Rectángulo 35">
            <a:hlinkClick r:id="rId4" action="ppaction://hlinksldjump">
              <a:snd r:embed="rId5" name="coin.wav"/>
            </a:hlinkClick>
            <a:hlinkHover r:id="rId4" action="ppaction://hlinksldjump">
              <a:snd r:embed="rId5" name="coin.wav"/>
            </a:hlinkHover>
            <a:extLst>
              <a:ext uri="{FF2B5EF4-FFF2-40B4-BE49-F238E27FC236}">
                <a16:creationId xmlns:a16="http://schemas.microsoft.com/office/drawing/2014/main" id="{EDD8B8B6-01A4-492D-AB2B-8259A2EC33A0}"/>
              </a:ext>
            </a:extLst>
          </p:cNvPr>
          <p:cNvSpPr/>
          <p:nvPr/>
        </p:nvSpPr>
        <p:spPr>
          <a:xfrm rot="5400000">
            <a:off x="-550245" y="3220061"/>
            <a:ext cx="1418169" cy="927281"/>
          </a:xfrm>
          <a:custGeom>
            <a:avLst/>
            <a:gdLst>
              <a:gd name="connsiteX0" fmla="*/ 0 w 1418169"/>
              <a:gd name="connsiteY0" fmla="*/ 0 h 927281"/>
              <a:gd name="connsiteX1" fmla="*/ 458541 w 1418169"/>
              <a:gd name="connsiteY1" fmla="*/ 0 h 927281"/>
              <a:gd name="connsiteX2" fmla="*/ 931264 w 1418169"/>
              <a:gd name="connsiteY2" fmla="*/ 0 h 927281"/>
              <a:gd name="connsiteX3" fmla="*/ 1418169 w 1418169"/>
              <a:gd name="connsiteY3" fmla="*/ 0 h 927281"/>
              <a:gd name="connsiteX4" fmla="*/ 1418169 w 1418169"/>
              <a:gd name="connsiteY4" fmla="*/ 445095 h 927281"/>
              <a:gd name="connsiteX5" fmla="*/ 1418169 w 1418169"/>
              <a:gd name="connsiteY5" fmla="*/ 927281 h 927281"/>
              <a:gd name="connsiteX6" fmla="*/ 931264 w 1418169"/>
              <a:gd name="connsiteY6" fmla="*/ 927281 h 927281"/>
              <a:gd name="connsiteX7" fmla="*/ 501086 w 1418169"/>
              <a:gd name="connsiteY7" fmla="*/ 927281 h 927281"/>
              <a:gd name="connsiteX8" fmla="*/ 0 w 1418169"/>
              <a:gd name="connsiteY8" fmla="*/ 927281 h 927281"/>
              <a:gd name="connsiteX9" fmla="*/ 0 w 1418169"/>
              <a:gd name="connsiteY9" fmla="*/ 463641 h 927281"/>
              <a:gd name="connsiteX10" fmla="*/ 0 w 1418169"/>
              <a:gd name="connsiteY10" fmla="*/ 0 h 92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18169" h="927281" fill="none" extrusionOk="0">
                <a:moveTo>
                  <a:pt x="0" y="0"/>
                </a:moveTo>
                <a:cubicBezTo>
                  <a:pt x="199631" y="-9387"/>
                  <a:pt x="331832" y="7226"/>
                  <a:pt x="458541" y="0"/>
                </a:cubicBezTo>
                <a:cubicBezTo>
                  <a:pt x="585250" y="-7226"/>
                  <a:pt x="694959" y="15040"/>
                  <a:pt x="931264" y="0"/>
                </a:cubicBezTo>
                <a:cubicBezTo>
                  <a:pt x="1167569" y="-15040"/>
                  <a:pt x="1253121" y="6834"/>
                  <a:pt x="1418169" y="0"/>
                </a:cubicBezTo>
                <a:cubicBezTo>
                  <a:pt x="1424979" y="94695"/>
                  <a:pt x="1430504" y="233382"/>
                  <a:pt x="1418169" y="445095"/>
                </a:cubicBezTo>
                <a:cubicBezTo>
                  <a:pt x="1405834" y="656808"/>
                  <a:pt x="1434111" y="761990"/>
                  <a:pt x="1418169" y="927281"/>
                </a:cubicBezTo>
                <a:cubicBezTo>
                  <a:pt x="1319330" y="907847"/>
                  <a:pt x="1077130" y="943162"/>
                  <a:pt x="931264" y="927281"/>
                </a:cubicBezTo>
                <a:cubicBezTo>
                  <a:pt x="785398" y="911400"/>
                  <a:pt x="656193" y="946837"/>
                  <a:pt x="501086" y="927281"/>
                </a:cubicBezTo>
                <a:cubicBezTo>
                  <a:pt x="345979" y="907725"/>
                  <a:pt x="139682" y="945646"/>
                  <a:pt x="0" y="927281"/>
                </a:cubicBezTo>
                <a:cubicBezTo>
                  <a:pt x="-20518" y="741171"/>
                  <a:pt x="-22627" y="671549"/>
                  <a:pt x="0" y="463641"/>
                </a:cubicBezTo>
                <a:cubicBezTo>
                  <a:pt x="22627" y="255733"/>
                  <a:pt x="-18967" y="106877"/>
                  <a:pt x="0" y="0"/>
                </a:cubicBezTo>
                <a:close/>
              </a:path>
              <a:path w="1418169" h="927281" stroke="0" extrusionOk="0">
                <a:moveTo>
                  <a:pt x="0" y="0"/>
                </a:moveTo>
                <a:cubicBezTo>
                  <a:pt x="144146" y="-5799"/>
                  <a:pt x="377319" y="14729"/>
                  <a:pt x="486905" y="0"/>
                </a:cubicBezTo>
                <a:cubicBezTo>
                  <a:pt x="596492" y="-14729"/>
                  <a:pt x="824473" y="11267"/>
                  <a:pt x="945446" y="0"/>
                </a:cubicBezTo>
                <a:cubicBezTo>
                  <a:pt x="1066419" y="-11267"/>
                  <a:pt x="1234919" y="-21484"/>
                  <a:pt x="1418169" y="0"/>
                </a:cubicBezTo>
                <a:cubicBezTo>
                  <a:pt x="1418580" y="101847"/>
                  <a:pt x="1402559" y="374488"/>
                  <a:pt x="1418169" y="472913"/>
                </a:cubicBezTo>
                <a:cubicBezTo>
                  <a:pt x="1433779" y="571338"/>
                  <a:pt x="1431818" y="751246"/>
                  <a:pt x="1418169" y="927281"/>
                </a:cubicBezTo>
                <a:cubicBezTo>
                  <a:pt x="1225459" y="923301"/>
                  <a:pt x="1058459" y="943026"/>
                  <a:pt x="931264" y="927281"/>
                </a:cubicBezTo>
                <a:cubicBezTo>
                  <a:pt x="804069" y="911536"/>
                  <a:pt x="558355" y="917255"/>
                  <a:pt x="430178" y="927281"/>
                </a:cubicBezTo>
                <a:cubicBezTo>
                  <a:pt x="302001" y="937307"/>
                  <a:pt x="208528" y="928859"/>
                  <a:pt x="0" y="927281"/>
                </a:cubicBezTo>
                <a:cubicBezTo>
                  <a:pt x="-1217" y="802503"/>
                  <a:pt x="-21663" y="621112"/>
                  <a:pt x="0" y="463641"/>
                </a:cubicBezTo>
                <a:cubicBezTo>
                  <a:pt x="21663" y="306170"/>
                  <a:pt x="11085" y="149627"/>
                  <a:pt x="0" y="0"/>
                </a:cubicBezTo>
                <a:close/>
              </a:path>
            </a:pathLst>
          </a:custGeom>
          <a:solidFill>
            <a:srgbClr val="FF0000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55068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69" name="Forma libre: forma 68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FAE3AD2F-2FD5-4AC3-82D6-633893991AEA}"/>
              </a:ext>
            </a:extLst>
          </p:cNvPr>
          <p:cNvSpPr/>
          <p:nvPr/>
        </p:nvSpPr>
        <p:spPr>
          <a:xfrm rot="16200000">
            <a:off x="1946509" y="-3134343"/>
            <a:ext cx="8234605" cy="13202813"/>
          </a:xfrm>
          <a:custGeom>
            <a:avLst/>
            <a:gdLst>
              <a:gd name="connsiteX0" fmla="*/ 8234605 w 8234605"/>
              <a:gd name="connsiteY0" fmla="*/ 0 h 13202813"/>
              <a:gd name="connsiteX1" fmla="*/ 8234605 w 8234605"/>
              <a:gd name="connsiteY1" fmla="*/ 408742 h 13202813"/>
              <a:gd name="connsiteX2" fmla="*/ 8234605 w 8234605"/>
              <a:gd name="connsiteY2" fmla="*/ 817483 h 13202813"/>
              <a:gd name="connsiteX3" fmla="*/ 7560321 w 8234605"/>
              <a:gd name="connsiteY3" fmla="*/ 817483 h 13202813"/>
              <a:gd name="connsiteX4" fmla="*/ 6737695 w 8234605"/>
              <a:gd name="connsiteY4" fmla="*/ 817483 h 13202813"/>
              <a:gd name="connsiteX5" fmla="*/ 6063411 w 8234605"/>
              <a:gd name="connsiteY5" fmla="*/ 817483 h 13202813"/>
              <a:gd name="connsiteX6" fmla="*/ 5611641 w 8234605"/>
              <a:gd name="connsiteY6" fmla="*/ 817483 h 13202813"/>
              <a:gd name="connsiteX7" fmla="*/ 4937357 w 8234605"/>
              <a:gd name="connsiteY7" fmla="*/ 817483 h 13202813"/>
              <a:gd name="connsiteX8" fmla="*/ 4188902 w 8234605"/>
              <a:gd name="connsiteY8" fmla="*/ 817483 h 13202813"/>
              <a:gd name="connsiteX9" fmla="*/ 3662961 w 8234605"/>
              <a:gd name="connsiteY9" fmla="*/ 817483 h 13202813"/>
              <a:gd name="connsiteX10" fmla="*/ 3062848 w 8234605"/>
              <a:gd name="connsiteY10" fmla="*/ 817483 h 13202813"/>
              <a:gd name="connsiteX11" fmla="*/ 2314393 w 8234605"/>
              <a:gd name="connsiteY11" fmla="*/ 817483 h 13202813"/>
              <a:gd name="connsiteX12" fmla="*/ 1491767 w 8234605"/>
              <a:gd name="connsiteY12" fmla="*/ 817483 h 13202813"/>
              <a:gd name="connsiteX13" fmla="*/ 817483 w 8234605"/>
              <a:gd name="connsiteY13" fmla="*/ 817483 h 13202813"/>
              <a:gd name="connsiteX14" fmla="*/ 817483 w 8234605"/>
              <a:gd name="connsiteY14" fmla="*/ 1404780 h 13202813"/>
              <a:gd name="connsiteX15" fmla="*/ 817483 w 8234605"/>
              <a:gd name="connsiteY15" fmla="*/ 1816562 h 13202813"/>
              <a:gd name="connsiteX16" fmla="*/ 817483 w 8234605"/>
              <a:gd name="connsiteY16" fmla="*/ 2228345 h 13202813"/>
              <a:gd name="connsiteX17" fmla="*/ 817483 w 8234605"/>
              <a:gd name="connsiteY17" fmla="*/ 2640128 h 13202813"/>
              <a:gd name="connsiteX18" fmla="*/ 817483 w 8234605"/>
              <a:gd name="connsiteY18" fmla="*/ 3315181 h 13202813"/>
              <a:gd name="connsiteX19" fmla="*/ 817483 w 8234605"/>
              <a:gd name="connsiteY19" fmla="*/ 3902478 h 13202813"/>
              <a:gd name="connsiteX20" fmla="*/ 817483 w 8234605"/>
              <a:gd name="connsiteY20" fmla="*/ 4577531 h 13202813"/>
              <a:gd name="connsiteX21" fmla="*/ 817483 w 8234605"/>
              <a:gd name="connsiteY21" fmla="*/ 5428099 h 13202813"/>
              <a:gd name="connsiteX22" fmla="*/ 817483 w 8234605"/>
              <a:gd name="connsiteY22" fmla="*/ 6190909 h 13202813"/>
              <a:gd name="connsiteX23" fmla="*/ 817483 w 8234605"/>
              <a:gd name="connsiteY23" fmla="*/ 6865963 h 13202813"/>
              <a:gd name="connsiteX24" fmla="*/ 817483 w 8234605"/>
              <a:gd name="connsiteY24" fmla="*/ 7453259 h 13202813"/>
              <a:gd name="connsiteX25" fmla="*/ 817483 w 8234605"/>
              <a:gd name="connsiteY25" fmla="*/ 8303827 h 13202813"/>
              <a:gd name="connsiteX26" fmla="*/ 817483 w 8234605"/>
              <a:gd name="connsiteY26" fmla="*/ 8715609 h 13202813"/>
              <a:gd name="connsiteX27" fmla="*/ 817483 w 8234605"/>
              <a:gd name="connsiteY27" fmla="*/ 9593179 h 13202813"/>
              <a:gd name="connsiteX28" fmla="*/ 392392 w 8234605"/>
              <a:gd name="connsiteY28" fmla="*/ 9593179 h 13202813"/>
              <a:gd name="connsiteX29" fmla="*/ 0 w 8234605"/>
              <a:gd name="connsiteY29" fmla="*/ 9593179 h 13202813"/>
              <a:gd name="connsiteX30" fmla="*/ 0 w 8234605"/>
              <a:gd name="connsiteY30" fmla="*/ 9019415 h 13202813"/>
              <a:gd name="connsiteX31" fmla="*/ 0 w 8234605"/>
              <a:gd name="connsiteY31" fmla="*/ 8165441 h 13202813"/>
              <a:gd name="connsiteX32" fmla="*/ 0 w 8234605"/>
              <a:gd name="connsiteY32" fmla="*/ 7311467 h 13202813"/>
              <a:gd name="connsiteX33" fmla="*/ 0 w 8234605"/>
              <a:gd name="connsiteY33" fmla="*/ 6550896 h 13202813"/>
              <a:gd name="connsiteX34" fmla="*/ 0 w 8234605"/>
              <a:gd name="connsiteY34" fmla="*/ 5790325 h 13202813"/>
              <a:gd name="connsiteX35" fmla="*/ 0 w 8234605"/>
              <a:gd name="connsiteY35" fmla="*/ 5403368 h 13202813"/>
              <a:gd name="connsiteX36" fmla="*/ 0 w 8234605"/>
              <a:gd name="connsiteY36" fmla="*/ 4829604 h 13202813"/>
              <a:gd name="connsiteX37" fmla="*/ 0 w 8234605"/>
              <a:gd name="connsiteY37" fmla="*/ 4349244 h 13202813"/>
              <a:gd name="connsiteX38" fmla="*/ 0 w 8234605"/>
              <a:gd name="connsiteY38" fmla="*/ 3868883 h 13202813"/>
              <a:gd name="connsiteX39" fmla="*/ 0 w 8234605"/>
              <a:gd name="connsiteY39" fmla="*/ 3108312 h 13202813"/>
              <a:gd name="connsiteX40" fmla="*/ 0 w 8234605"/>
              <a:gd name="connsiteY40" fmla="*/ 2627952 h 13202813"/>
              <a:gd name="connsiteX41" fmla="*/ 0 w 8234605"/>
              <a:gd name="connsiteY41" fmla="*/ 2054188 h 13202813"/>
              <a:gd name="connsiteX42" fmla="*/ 0 w 8234605"/>
              <a:gd name="connsiteY42" fmla="*/ 1573827 h 13202813"/>
              <a:gd name="connsiteX43" fmla="*/ 0 w 8234605"/>
              <a:gd name="connsiteY43" fmla="*/ 1093467 h 13202813"/>
              <a:gd name="connsiteX44" fmla="*/ 0 w 8234605"/>
              <a:gd name="connsiteY44" fmla="*/ 252836 h 13202813"/>
              <a:gd name="connsiteX45" fmla="*/ 363183 w 8234605"/>
              <a:gd name="connsiteY45" fmla="*/ 252836 h 13202813"/>
              <a:gd name="connsiteX46" fmla="*/ 726366 w 8234605"/>
              <a:gd name="connsiteY46" fmla="*/ 252836 h 13202813"/>
              <a:gd name="connsiteX47" fmla="*/ 726366 w 8234605"/>
              <a:gd name="connsiteY47" fmla="*/ 0 h 13202813"/>
              <a:gd name="connsiteX48" fmla="*/ 1484016 w 8234605"/>
              <a:gd name="connsiteY48" fmla="*/ 0 h 13202813"/>
              <a:gd name="connsiteX49" fmla="*/ 2091500 w 8234605"/>
              <a:gd name="connsiteY49" fmla="*/ 0 h 13202813"/>
              <a:gd name="connsiteX50" fmla="*/ 2774068 w 8234605"/>
              <a:gd name="connsiteY50" fmla="*/ 0 h 13202813"/>
              <a:gd name="connsiteX51" fmla="*/ 3531717 w 8234605"/>
              <a:gd name="connsiteY51" fmla="*/ 0 h 13202813"/>
              <a:gd name="connsiteX52" fmla="*/ 3989037 w 8234605"/>
              <a:gd name="connsiteY52" fmla="*/ 0 h 13202813"/>
              <a:gd name="connsiteX53" fmla="*/ 4821769 w 8234605"/>
              <a:gd name="connsiteY53" fmla="*/ 0 h 13202813"/>
              <a:gd name="connsiteX54" fmla="*/ 5279089 w 8234605"/>
              <a:gd name="connsiteY54" fmla="*/ 0 h 13202813"/>
              <a:gd name="connsiteX55" fmla="*/ 6111821 w 8234605"/>
              <a:gd name="connsiteY55" fmla="*/ 0 h 13202813"/>
              <a:gd name="connsiteX56" fmla="*/ 6944553 w 8234605"/>
              <a:gd name="connsiteY56" fmla="*/ 0 h 13202813"/>
              <a:gd name="connsiteX57" fmla="*/ 7401873 w 8234605"/>
              <a:gd name="connsiteY57" fmla="*/ 0 h 13202813"/>
              <a:gd name="connsiteX58" fmla="*/ 8234605 w 8234605"/>
              <a:gd name="connsiteY58" fmla="*/ 0 h 13202813"/>
              <a:gd name="connsiteX59" fmla="*/ 8234605 w 8234605"/>
              <a:gd name="connsiteY59" fmla="*/ 12385330 h 13202813"/>
              <a:gd name="connsiteX60" fmla="*/ 8234605 w 8234605"/>
              <a:gd name="connsiteY60" fmla="*/ 12810421 h 13202813"/>
              <a:gd name="connsiteX61" fmla="*/ 8234605 w 8234605"/>
              <a:gd name="connsiteY61" fmla="*/ 13202813 h 13202813"/>
              <a:gd name="connsiteX62" fmla="*/ 7702203 w 8234605"/>
              <a:gd name="connsiteY62" fmla="*/ 13202813 h 13202813"/>
              <a:gd name="connsiteX63" fmla="*/ 7094718 w 8234605"/>
              <a:gd name="connsiteY63" fmla="*/ 13202813 h 13202813"/>
              <a:gd name="connsiteX64" fmla="*/ 6487233 w 8234605"/>
              <a:gd name="connsiteY64" fmla="*/ 13202813 h 13202813"/>
              <a:gd name="connsiteX65" fmla="*/ 5879748 w 8234605"/>
              <a:gd name="connsiteY65" fmla="*/ 13202813 h 13202813"/>
              <a:gd name="connsiteX66" fmla="*/ 5122098 w 8234605"/>
              <a:gd name="connsiteY66" fmla="*/ 13202813 h 13202813"/>
              <a:gd name="connsiteX67" fmla="*/ 4514613 w 8234605"/>
              <a:gd name="connsiteY67" fmla="*/ 13202813 h 13202813"/>
              <a:gd name="connsiteX68" fmla="*/ 3907128 w 8234605"/>
              <a:gd name="connsiteY68" fmla="*/ 13202813 h 13202813"/>
              <a:gd name="connsiteX69" fmla="*/ 3449808 w 8234605"/>
              <a:gd name="connsiteY69" fmla="*/ 13202813 h 13202813"/>
              <a:gd name="connsiteX70" fmla="*/ 2992488 w 8234605"/>
              <a:gd name="connsiteY70" fmla="*/ 13202813 h 13202813"/>
              <a:gd name="connsiteX71" fmla="*/ 2159756 w 8234605"/>
              <a:gd name="connsiteY71" fmla="*/ 13202813 h 13202813"/>
              <a:gd name="connsiteX72" fmla="*/ 1702436 w 8234605"/>
              <a:gd name="connsiteY72" fmla="*/ 13202813 h 13202813"/>
              <a:gd name="connsiteX73" fmla="*/ 726365 w 8234605"/>
              <a:gd name="connsiteY73" fmla="*/ 13202813 h 13202813"/>
              <a:gd name="connsiteX74" fmla="*/ 726365 w 8234605"/>
              <a:gd name="connsiteY74" fmla="*/ 12818596 h 13202813"/>
              <a:gd name="connsiteX75" fmla="*/ 726365 w 8234605"/>
              <a:gd name="connsiteY75" fmla="*/ 12385330 h 13202813"/>
              <a:gd name="connsiteX76" fmla="*/ 1559097 w 8234605"/>
              <a:gd name="connsiteY76" fmla="*/ 12385330 h 13202813"/>
              <a:gd name="connsiteX77" fmla="*/ 2166582 w 8234605"/>
              <a:gd name="connsiteY77" fmla="*/ 12385330 h 13202813"/>
              <a:gd name="connsiteX78" fmla="*/ 2698984 w 8234605"/>
              <a:gd name="connsiteY78" fmla="*/ 12385330 h 13202813"/>
              <a:gd name="connsiteX79" fmla="*/ 3381552 w 8234605"/>
              <a:gd name="connsiteY79" fmla="*/ 12385330 h 13202813"/>
              <a:gd name="connsiteX80" fmla="*/ 3913954 w 8234605"/>
              <a:gd name="connsiteY80" fmla="*/ 12385330 h 13202813"/>
              <a:gd name="connsiteX81" fmla="*/ 4446357 w 8234605"/>
              <a:gd name="connsiteY81" fmla="*/ 12385330 h 13202813"/>
              <a:gd name="connsiteX82" fmla="*/ 4978759 w 8234605"/>
              <a:gd name="connsiteY82" fmla="*/ 12385330 h 13202813"/>
              <a:gd name="connsiteX83" fmla="*/ 5436079 w 8234605"/>
              <a:gd name="connsiteY83" fmla="*/ 12385330 h 13202813"/>
              <a:gd name="connsiteX84" fmla="*/ 6043564 w 8234605"/>
              <a:gd name="connsiteY84" fmla="*/ 12385330 h 13202813"/>
              <a:gd name="connsiteX85" fmla="*/ 6575967 w 8234605"/>
              <a:gd name="connsiteY85" fmla="*/ 12385330 h 13202813"/>
              <a:gd name="connsiteX86" fmla="*/ 7033287 w 8234605"/>
              <a:gd name="connsiteY86" fmla="*/ 12385330 h 13202813"/>
              <a:gd name="connsiteX87" fmla="*/ 8234605 w 8234605"/>
              <a:gd name="connsiteY87" fmla="*/ 12385330 h 13202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8234605" h="13202813" fill="none" extrusionOk="0">
                <a:moveTo>
                  <a:pt x="8234605" y="0"/>
                </a:moveTo>
                <a:cubicBezTo>
                  <a:pt x="8236501" y="154022"/>
                  <a:pt x="8221113" y="295189"/>
                  <a:pt x="8234605" y="408742"/>
                </a:cubicBezTo>
                <a:cubicBezTo>
                  <a:pt x="8248097" y="522295"/>
                  <a:pt x="8214745" y="640429"/>
                  <a:pt x="8234605" y="817483"/>
                </a:cubicBezTo>
                <a:cubicBezTo>
                  <a:pt x="8028316" y="799244"/>
                  <a:pt x="7840510" y="803098"/>
                  <a:pt x="7560321" y="817483"/>
                </a:cubicBezTo>
                <a:cubicBezTo>
                  <a:pt x="7280132" y="831868"/>
                  <a:pt x="7054681" y="817262"/>
                  <a:pt x="6737695" y="817483"/>
                </a:cubicBezTo>
                <a:cubicBezTo>
                  <a:pt x="6420709" y="817704"/>
                  <a:pt x="6393061" y="844381"/>
                  <a:pt x="6063411" y="817483"/>
                </a:cubicBezTo>
                <a:cubicBezTo>
                  <a:pt x="5733761" y="790585"/>
                  <a:pt x="5800716" y="827342"/>
                  <a:pt x="5611641" y="817483"/>
                </a:cubicBezTo>
                <a:cubicBezTo>
                  <a:pt x="5422566" y="807625"/>
                  <a:pt x="5242833" y="833576"/>
                  <a:pt x="4937357" y="817483"/>
                </a:cubicBezTo>
                <a:cubicBezTo>
                  <a:pt x="4631881" y="801390"/>
                  <a:pt x="4425500" y="792498"/>
                  <a:pt x="4188902" y="817483"/>
                </a:cubicBezTo>
                <a:cubicBezTo>
                  <a:pt x="3952305" y="842468"/>
                  <a:pt x="3829925" y="798299"/>
                  <a:pt x="3662961" y="817483"/>
                </a:cubicBezTo>
                <a:cubicBezTo>
                  <a:pt x="3495997" y="836667"/>
                  <a:pt x="3351420" y="818740"/>
                  <a:pt x="3062848" y="817483"/>
                </a:cubicBezTo>
                <a:cubicBezTo>
                  <a:pt x="2774276" y="816226"/>
                  <a:pt x="2581134" y="814715"/>
                  <a:pt x="2314393" y="817483"/>
                </a:cubicBezTo>
                <a:cubicBezTo>
                  <a:pt x="2047653" y="820251"/>
                  <a:pt x="1852613" y="779908"/>
                  <a:pt x="1491767" y="817483"/>
                </a:cubicBezTo>
                <a:cubicBezTo>
                  <a:pt x="1130921" y="855058"/>
                  <a:pt x="971340" y="819942"/>
                  <a:pt x="817483" y="817483"/>
                </a:cubicBezTo>
                <a:cubicBezTo>
                  <a:pt x="812353" y="939391"/>
                  <a:pt x="827888" y="1264060"/>
                  <a:pt x="817483" y="1404780"/>
                </a:cubicBezTo>
                <a:cubicBezTo>
                  <a:pt x="807078" y="1545500"/>
                  <a:pt x="823526" y="1629925"/>
                  <a:pt x="817483" y="1816562"/>
                </a:cubicBezTo>
                <a:cubicBezTo>
                  <a:pt x="811440" y="2003199"/>
                  <a:pt x="819200" y="2095845"/>
                  <a:pt x="817483" y="2228345"/>
                </a:cubicBezTo>
                <a:cubicBezTo>
                  <a:pt x="815766" y="2360845"/>
                  <a:pt x="798802" y="2526845"/>
                  <a:pt x="817483" y="2640128"/>
                </a:cubicBezTo>
                <a:cubicBezTo>
                  <a:pt x="836164" y="2753411"/>
                  <a:pt x="801090" y="3090691"/>
                  <a:pt x="817483" y="3315181"/>
                </a:cubicBezTo>
                <a:cubicBezTo>
                  <a:pt x="833876" y="3539671"/>
                  <a:pt x="839843" y="3711169"/>
                  <a:pt x="817483" y="3902478"/>
                </a:cubicBezTo>
                <a:cubicBezTo>
                  <a:pt x="795123" y="4093787"/>
                  <a:pt x="814557" y="4383462"/>
                  <a:pt x="817483" y="4577531"/>
                </a:cubicBezTo>
                <a:cubicBezTo>
                  <a:pt x="820409" y="4771600"/>
                  <a:pt x="827857" y="5247550"/>
                  <a:pt x="817483" y="5428099"/>
                </a:cubicBezTo>
                <a:cubicBezTo>
                  <a:pt x="807109" y="5608648"/>
                  <a:pt x="816976" y="5923589"/>
                  <a:pt x="817483" y="6190909"/>
                </a:cubicBezTo>
                <a:cubicBezTo>
                  <a:pt x="817991" y="6458229"/>
                  <a:pt x="786614" y="6564520"/>
                  <a:pt x="817483" y="6865963"/>
                </a:cubicBezTo>
                <a:cubicBezTo>
                  <a:pt x="848352" y="7167406"/>
                  <a:pt x="825590" y="7193558"/>
                  <a:pt x="817483" y="7453259"/>
                </a:cubicBezTo>
                <a:cubicBezTo>
                  <a:pt x="809376" y="7712960"/>
                  <a:pt x="853250" y="7923023"/>
                  <a:pt x="817483" y="8303827"/>
                </a:cubicBezTo>
                <a:cubicBezTo>
                  <a:pt x="781716" y="8684631"/>
                  <a:pt x="827461" y="8541663"/>
                  <a:pt x="817483" y="8715609"/>
                </a:cubicBezTo>
                <a:cubicBezTo>
                  <a:pt x="807505" y="8889555"/>
                  <a:pt x="836015" y="9283187"/>
                  <a:pt x="817483" y="9593179"/>
                </a:cubicBezTo>
                <a:cubicBezTo>
                  <a:pt x="673221" y="9592437"/>
                  <a:pt x="482837" y="9611216"/>
                  <a:pt x="392392" y="9593179"/>
                </a:cubicBezTo>
                <a:cubicBezTo>
                  <a:pt x="301947" y="9575142"/>
                  <a:pt x="184682" y="9587480"/>
                  <a:pt x="0" y="9593179"/>
                </a:cubicBezTo>
                <a:cubicBezTo>
                  <a:pt x="1769" y="9391574"/>
                  <a:pt x="-7942" y="9169974"/>
                  <a:pt x="0" y="9019415"/>
                </a:cubicBezTo>
                <a:cubicBezTo>
                  <a:pt x="7942" y="8868856"/>
                  <a:pt x="10331" y="8510607"/>
                  <a:pt x="0" y="8165441"/>
                </a:cubicBezTo>
                <a:cubicBezTo>
                  <a:pt x="-10331" y="7820275"/>
                  <a:pt x="12410" y="7557689"/>
                  <a:pt x="0" y="7311467"/>
                </a:cubicBezTo>
                <a:cubicBezTo>
                  <a:pt x="-12410" y="7065245"/>
                  <a:pt x="-30535" y="6768532"/>
                  <a:pt x="0" y="6550896"/>
                </a:cubicBezTo>
                <a:cubicBezTo>
                  <a:pt x="30535" y="6333260"/>
                  <a:pt x="-24601" y="5973827"/>
                  <a:pt x="0" y="5790325"/>
                </a:cubicBezTo>
                <a:cubicBezTo>
                  <a:pt x="24601" y="5606823"/>
                  <a:pt x="-5445" y="5532867"/>
                  <a:pt x="0" y="5403368"/>
                </a:cubicBezTo>
                <a:cubicBezTo>
                  <a:pt x="5445" y="5273869"/>
                  <a:pt x="15196" y="4948487"/>
                  <a:pt x="0" y="4829604"/>
                </a:cubicBezTo>
                <a:cubicBezTo>
                  <a:pt x="-15196" y="4710721"/>
                  <a:pt x="11472" y="4528731"/>
                  <a:pt x="0" y="4349244"/>
                </a:cubicBezTo>
                <a:cubicBezTo>
                  <a:pt x="-11472" y="4169757"/>
                  <a:pt x="-9420" y="4075034"/>
                  <a:pt x="0" y="3868883"/>
                </a:cubicBezTo>
                <a:cubicBezTo>
                  <a:pt x="9420" y="3662732"/>
                  <a:pt x="9644" y="3324762"/>
                  <a:pt x="0" y="3108312"/>
                </a:cubicBezTo>
                <a:cubicBezTo>
                  <a:pt x="-9644" y="2891862"/>
                  <a:pt x="10513" y="2818294"/>
                  <a:pt x="0" y="2627952"/>
                </a:cubicBezTo>
                <a:cubicBezTo>
                  <a:pt x="-10513" y="2437610"/>
                  <a:pt x="-19299" y="2177176"/>
                  <a:pt x="0" y="2054188"/>
                </a:cubicBezTo>
                <a:cubicBezTo>
                  <a:pt x="19299" y="1931200"/>
                  <a:pt x="19364" y="1685150"/>
                  <a:pt x="0" y="1573827"/>
                </a:cubicBezTo>
                <a:cubicBezTo>
                  <a:pt x="-19364" y="1462504"/>
                  <a:pt x="-14830" y="1310736"/>
                  <a:pt x="0" y="1093467"/>
                </a:cubicBezTo>
                <a:cubicBezTo>
                  <a:pt x="14830" y="876198"/>
                  <a:pt x="24469" y="657185"/>
                  <a:pt x="0" y="252836"/>
                </a:cubicBezTo>
                <a:cubicBezTo>
                  <a:pt x="115321" y="270920"/>
                  <a:pt x="246036" y="268787"/>
                  <a:pt x="363183" y="252836"/>
                </a:cubicBezTo>
                <a:cubicBezTo>
                  <a:pt x="480330" y="236885"/>
                  <a:pt x="574534" y="267079"/>
                  <a:pt x="726366" y="252836"/>
                </a:cubicBezTo>
                <a:cubicBezTo>
                  <a:pt x="736681" y="191726"/>
                  <a:pt x="732753" y="90876"/>
                  <a:pt x="726366" y="0"/>
                </a:cubicBezTo>
                <a:cubicBezTo>
                  <a:pt x="993530" y="-6889"/>
                  <a:pt x="1323410" y="31131"/>
                  <a:pt x="1484016" y="0"/>
                </a:cubicBezTo>
                <a:cubicBezTo>
                  <a:pt x="1644622" y="-31131"/>
                  <a:pt x="1959152" y="13855"/>
                  <a:pt x="2091500" y="0"/>
                </a:cubicBezTo>
                <a:cubicBezTo>
                  <a:pt x="2223848" y="-13855"/>
                  <a:pt x="2542163" y="18378"/>
                  <a:pt x="2774068" y="0"/>
                </a:cubicBezTo>
                <a:cubicBezTo>
                  <a:pt x="3005973" y="-18378"/>
                  <a:pt x="3241438" y="-16768"/>
                  <a:pt x="3531717" y="0"/>
                </a:cubicBezTo>
                <a:cubicBezTo>
                  <a:pt x="3821996" y="16768"/>
                  <a:pt x="3782521" y="13005"/>
                  <a:pt x="3989037" y="0"/>
                </a:cubicBezTo>
                <a:cubicBezTo>
                  <a:pt x="4195553" y="-13005"/>
                  <a:pt x="4603800" y="-5156"/>
                  <a:pt x="4821769" y="0"/>
                </a:cubicBezTo>
                <a:cubicBezTo>
                  <a:pt x="5039738" y="5156"/>
                  <a:pt x="5139110" y="-20945"/>
                  <a:pt x="5279089" y="0"/>
                </a:cubicBezTo>
                <a:cubicBezTo>
                  <a:pt x="5419068" y="20945"/>
                  <a:pt x="5808274" y="35556"/>
                  <a:pt x="6111821" y="0"/>
                </a:cubicBezTo>
                <a:cubicBezTo>
                  <a:pt x="6415368" y="-35556"/>
                  <a:pt x="6580859" y="15286"/>
                  <a:pt x="6944553" y="0"/>
                </a:cubicBezTo>
                <a:cubicBezTo>
                  <a:pt x="7308247" y="-15286"/>
                  <a:pt x="7287041" y="16748"/>
                  <a:pt x="7401873" y="0"/>
                </a:cubicBezTo>
                <a:cubicBezTo>
                  <a:pt x="7516705" y="-16748"/>
                  <a:pt x="7851129" y="826"/>
                  <a:pt x="8234605" y="0"/>
                </a:cubicBezTo>
                <a:close/>
                <a:moveTo>
                  <a:pt x="8234605" y="12385330"/>
                </a:moveTo>
                <a:cubicBezTo>
                  <a:pt x="8218649" y="12490392"/>
                  <a:pt x="8239835" y="12691420"/>
                  <a:pt x="8234605" y="12810421"/>
                </a:cubicBezTo>
                <a:cubicBezTo>
                  <a:pt x="8229375" y="12929422"/>
                  <a:pt x="8245422" y="13021096"/>
                  <a:pt x="8234605" y="13202813"/>
                </a:cubicBezTo>
                <a:cubicBezTo>
                  <a:pt x="8050451" y="13176589"/>
                  <a:pt x="7866962" y="13178821"/>
                  <a:pt x="7702203" y="13202813"/>
                </a:cubicBezTo>
                <a:cubicBezTo>
                  <a:pt x="7537444" y="13226805"/>
                  <a:pt x="7228287" y="13231340"/>
                  <a:pt x="7094718" y="13202813"/>
                </a:cubicBezTo>
                <a:cubicBezTo>
                  <a:pt x="6961149" y="13174286"/>
                  <a:pt x="6742551" y="13222364"/>
                  <a:pt x="6487233" y="13202813"/>
                </a:cubicBezTo>
                <a:cubicBezTo>
                  <a:pt x="6231915" y="13183262"/>
                  <a:pt x="6168952" y="13184726"/>
                  <a:pt x="5879748" y="13202813"/>
                </a:cubicBezTo>
                <a:cubicBezTo>
                  <a:pt x="5590544" y="13220900"/>
                  <a:pt x="5373058" y="13192265"/>
                  <a:pt x="5122098" y="13202813"/>
                </a:cubicBezTo>
                <a:cubicBezTo>
                  <a:pt x="4871138" y="13213362"/>
                  <a:pt x="4661850" y="13176767"/>
                  <a:pt x="4514613" y="13202813"/>
                </a:cubicBezTo>
                <a:cubicBezTo>
                  <a:pt x="4367377" y="13228859"/>
                  <a:pt x="4157871" y="13179737"/>
                  <a:pt x="3907128" y="13202813"/>
                </a:cubicBezTo>
                <a:cubicBezTo>
                  <a:pt x="3656386" y="13225889"/>
                  <a:pt x="3652473" y="13189456"/>
                  <a:pt x="3449808" y="13202813"/>
                </a:cubicBezTo>
                <a:cubicBezTo>
                  <a:pt x="3247143" y="13216170"/>
                  <a:pt x="3214052" y="13203726"/>
                  <a:pt x="2992488" y="13202813"/>
                </a:cubicBezTo>
                <a:cubicBezTo>
                  <a:pt x="2770924" y="13201900"/>
                  <a:pt x="2519302" y="13241570"/>
                  <a:pt x="2159756" y="13202813"/>
                </a:cubicBezTo>
                <a:cubicBezTo>
                  <a:pt x="1800210" y="13164056"/>
                  <a:pt x="1921783" y="13183516"/>
                  <a:pt x="1702436" y="13202813"/>
                </a:cubicBezTo>
                <a:cubicBezTo>
                  <a:pt x="1483089" y="13222110"/>
                  <a:pt x="1206341" y="13229914"/>
                  <a:pt x="726365" y="13202813"/>
                </a:cubicBezTo>
                <a:cubicBezTo>
                  <a:pt x="715966" y="13097629"/>
                  <a:pt x="727006" y="12980303"/>
                  <a:pt x="726365" y="12818596"/>
                </a:cubicBezTo>
                <a:cubicBezTo>
                  <a:pt x="725724" y="12656889"/>
                  <a:pt x="745127" y="12567857"/>
                  <a:pt x="726365" y="12385330"/>
                </a:cubicBezTo>
                <a:cubicBezTo>
                  <a:pt x="1103160" y="12406132"/>
                  <a:pt x="1293993" y="12364187"/>
                  <a:pt x="1559097" y="12385330"/>
                </a:cubicBezTo>
                <a:cubicBezTo>
                  <a:pt x="1824201" y="12406473"/>
                  <a:pt x="1965790" y="12384062"/>
                  <a:pt x="2166582" y="12385330"/>
                </a:cubicBezTo>
                <a:cubicBezTo>
                  <a:pt x="2367374" y="12386598"/>
                  <a:pt x="2514957" y="12370246"/>
                  <a:pt x="2698984" y="12385330"/>
                </a:cubicBezTo>
                <a:cubicBezTo>
                  <a:pt x="2883011" y="12400414"/>
                  <a:pt x="3070437" y="12359717"/>
                  <a:pt x="3381552" y="12385330"/>
                </a:cubicBezTo>
                <a:cubicBezTo>
                  <a:pt x="3692667" y="12410943"/>
                  <a:pt x="3768612" y="12404054"/>
                  <a:pt x="3913954" y="12385330"/>
                </a:cubicBezTo>
                <a:cubicBezTo>
                  <a:pt x="4059296" y="12366606"/>
                  <a:pt x="4262849" y="12400615"/>
                  <a:pt x="4446357" y="12385330"/>
                </a:cubicBezTo>
                <a:cubicBezTo>
                  <a:pt x="4629865" y="12370045"/>
                  <a:pt x="4860503" y="12363390"/>
                  <a:pt x="4978759" y="12385330"/>
                </a:cubicBezTo>
                <a:cubicBezTo>
                  <a:pt x="5097015" y="12407270"/>
                  <a:pt x="5260686" y="12399709"/>
                  <a:pt x="5436079" y="12385330"/>
                </a:cubicBezTo>
                <a:cubicBezTo>
                  <a:pt x="5611472" y="12370951"/>
                  <a:pt x="5784083" y="12391174"/>
                  <a:pt x="6043564" y="12385330"/>
                </a:cubicBezTo>
                <a:cubicBezTo>
                  <a:pt x="6303046" y="12379486"/>
                  <a:pt x="6405753" y="12399215"/>
                  <a:pt x="6575967" y="12385330"/>
                </a:cubicBezTo>
                <a:cubicBezTo>
                  <a:pt x="6746181" y="12371445"/>
                  <a:pt x="6908090" y="12363401"/>
                  <a:pt x="7033287" y="12385330"/>
                </a:cubicBezTo>
                <a:cubicBezTo>
                  <a:pt x="7158484" y="12407259"/>
                  <a:pt x="7893772" y="12434746"/>
                  <a:pt x="8234605" y="12385330"/>
                </a:cubicBezTo>
                <a:close/>
              </a:path>
              <a:path w="8234605" h="13202813" stroke="0" extrusionOk="0">
                <a:moveTo>
                  <a:pt x="8234605" y="0"/>
                </a:moveTo>
                <a:cubicBezTo>
                  <a:pt x="8224074" y="129696"/>
                  <a:pt x="8245629" y="225526"/>
                  <a:pt x="8234605" y="384217"/>
                </a:cubicBezTo>
                <a:cubicBezTo>
                  <a:pt x="8223581" y="542908"/>
                  <a:pt x="8252476" y="674720"/>
                  <a:pt x="8234605" y="817483"/>
                </a:cubicBezTo>
                <a:cubicBezTo>
                  <a:pt x="8058694" y="786524"/>
                  <a:pt x="7833668" y="793494"/>
                  <a:pt x="7560321" y="817483"/>
                </a:cubicBezTo>
                <a:cubicBezTo>
                  <a:pt x="7286974" y="841472"/>
                  <a:pt x="7139892" y="797569"/>
                  <a:pt x="6811866" y="817483"/>
                </a:cubicBezTo>
                <a:cubicBezTo>
                  <a:pt x="6483840" y="837397"/>
                  <a:pt x="6517465" y="813711"/>
                  <a:pt x="6285925" y="817483"/>
                </a:cubicBezTo>
                <a:cubicBezTo>
                  <a:pt x="6054385" y="821255"/>
                  <a:pt x="5904594" y="801264"/>
                  <a:pt x="5759983" y="817483"/>
                </a:cubicBezTo>
                <a:cubicBezTo>
                  <a:pt x="5615372" y="833702"/>
                  <a:pt x="5189806" y="788362"/>
                  <a:pt x="5011528" y="817483"/>
                </a:cubicBezTo>
                <a:cubicBezTo>
                  <a:pt x="4833251" y="846604"/>
                  <a:pt x="4687388" y="826380"/>
                  <a:pt x="4485587" y="817483"/>
                </a:cubicBezTo>
                <a:cubicBezTo>
                  <a:pt x="4283786" y="808586"/>
                  <a:pt x="4188209" y="829272"/>
                  <a:pt x="4033817" y="817483"/>
                </a:cubicBezTo>
                <a:cubicBezTo>
                  <a:pt x="3879425" y="805695"/>
                  <a:pt x="3632906" y="824013"/>
                  <a:pt x="3433704" y="817483"/>
                </a:cubicBezTo>
                <a:cubicBezTo>
                  <a:pt x="3234502" y="810953"/>
                  <a:pt x="3025797" y="796856"/>
                  <a:pt x="2833592" y="817483"/>
                </a:cubicBezTo>
                <a:cubicBezTo>
                  <a:pt x="2641387" y="838110"/>
                  <a:pt x="2305847" y="806369"/>
                  <a:pt x="2085137" y="817483"/>
                </a:cubicBezTo>
                <a:cubicBezTo>
                  <a:pt x="1864428" y="828597"/>
                  <a:pt x="1085399" y="755770"/>
                  <a:pt x="817483" y="817483"/>
                </a:cubicBezTo>
                <a:cubicBezTo>
                  <a:pt x="816140" y="1030179"/>
                  <a:pt x="812152" y="1242902"/>
                  <a:pt x="817483" y="1492537"/>
                </a:cubicBezTo>
                <a:cubicBezTo>
                  <a:pt x="822814" y="1742172"/>
                  <a:pt x="841205" y="1943225"/>
                  <a:pt x="817483" y="2167590"/>
                </a:cubicBezTo>
                <a:cubicBezTo>
                  <a:pt x="793761" y="2391955"/>
                  <a:pt x="798056" y="2451529"/>
                  <a:pt x="817483" y="2579373"/>
                </a:cubicBezTo>
                <a:cubicBezTo>
                  <a:pt x="836910" y="2707217"/>
                  <a:pt x="795047" y="2962212"/>
                  <a:pt x="817483" y="3342183"/>
                </a:cubicBezTo>
                <a:cubicBezTo>
                  <a:pt x="839920" y="3722154"/>
                  <a:pt x="817735" y="3606894"/>
                  <a:pt x="817483" y="3753966"/>
                </a:cubicBezTo>
                <a:cubicBezTo>
                  <a:pt x="817231" y="3901038"/>
                  <a:pt x="787071" y="4213846"/>
                  <a:pt x="817483" y="4429019"/>
                </a:cubicBezTo>
                <a:cubicBezTo>
                  <a:pt x="847895" y="4644192"/>
                  <a:pt x="800605" y="5073248"/>
                  <a:pt x="817483" y="5279587"/>
                </a:cubicBezTo>
                <a:cubicBezTo>
                  <a:pt x="834361" y="5485926"/>
                  <a:pt x="831488" y="5546848"/>
                  <a:pt x="817483" y="5779127"/>
                </a:cubicBezTo>
                <a:cubicBezTo>
                  <a:pt x="803478" y="6011406"/>
                  <a:pt x="842300" y="6316753"/>
                  <a:pt x="817483" y="6541937"/>
                </a:cubicBezTo>
                <a:cubicBezTo>
                  <a:pt x="792667" y="6767121"/>
                  <a:pt x="826028" y="7110560"/>
                  <a:pt x="817483" y="7304748"/>
                </a:cubicBezTo>
                <a:cubicBezTo>
                  <a:pt x="808938" y="7498936"/>
                  <a:pt x="802529" y="7777063"/>
                  <a:pt x="817483" y="7979801"/>
                </a:cubicBezTo>
                <a:cubicBezTo>
                  <a:pt x="832437" y="8182539"/>
                  <a:pt x="818275" y="8247778"/>
                  <a:pt x="817483" y="8479341"/>
                </a:cubicBezTo>
                <a:cubicBezTo>
                  <a:pt x="816691" y="8710904"/>
                  <a:pt x="814173" y="8796023"/>
                  <a:pt x="817483" y="8978880"/>
                </a:cubicBezTo>
                <a:cubicBezTo>
                  <a:pt x="820793" y="9161737"/>
                  <a:pt x="804296" y="9355614"/>
                  <a:pt x="817483" y="9593179"/>
                </a:cubicBezTo>
                <a:cubicBezTo>
                  <a:pt x="674596" y="9583161"/>
                  <a:pt x="596823" y="9607704"/>
                  <a:pt x="433266" y="9593179"/>
                </a:cubicBezTo>
                <a:cubicBezTo>
                  <a:pt x="269709" y="9578654"/>
                  <a:pt x="130357" y="9596099"/>
                  <a:pt x="0" y="9593179"/>
                </a:cubicBezTo>
                <a:cubicBezTo>
                  <a:pt x="17930" y="9282938"/>
                  <a:pt x="-4316" y="9189989"/>
                  <a:pt x="0" y="8926012"/>
                </a:cubicBezTo>
                <a:cubicBezTo>
                  <a:pt x="4316" y="8662035"/>
                  <a:pt x="125" y="8417355"/>
                  <a:pt x="0" y="8165441"/>
                </a:cubicBezTo>
                <a:cubicBezTo>
                  <a:pt x="-125" y="7913527"/>
                  <a:pt x="18139" y="7906722"/>
                  <a:pt x="0" y="7685080"/>
                </a:cubicBezTo>
                <a:cubicBezTo>
                  <a:pt x="-18139" y="7463438"/>
                  <a:pt x="-10543" y="7344989"/>
                  <a:pt x="0" y="7204720"/>
                </a:cubicBezTo>
                <a:cubicBezTo>
                  <a:pt x="10543" y="7064451"/>
                  <a:pt x="-245" y="6912412"/>
                  <a:pt x="0" y="6724359"/>
                </a:cubicBezTo>
                <a:cubicBezTo>
                  <a:pt x="245" y="6536306"/>
                  <a:pt x="2520" y="6432246"/>
                  <a:pt x="0" y="6150595"/>
                </a:cubicBezTo>
                <a:cubicBezTo>
                  <a:pt x="-2520" y="5868944"/>
                  <a:pt x="21879" y="5588505"/>
                  <a:pt x="0" y="5296621"/>
                </a:cubicBezTo>
                <a:cubicBezTo>
                  <a:pt x="-21879" y="5004737"/>
                  <a:pt x="23160" y="4765889"/>
                  <a:pt x="0" y="4629454"/>
                </a:cubicBezTo>
                <a:cubicBezTo>
                  <a:pt x="-23160" y="4493019"/>
                  <a:pt x="-8332" y="4285832"/>
                  <a:pt x="0" y="4055690"/>
                </a:cubicBezTo>
                <a:cubicBezTo>
                  <a:pt x="8332" y="3825548"/>
                  <a:pt x="25495" y="3516694"/>
                  <a:pt x="0" y="3201716"/>
                </a:cubicBezTo>
                <a:cubicBezTo>
                  <a:pt x="-25495" y="2886738"/>
                  <a:pt x="-23884" y="2919280"/>
                  <a:pt x="0" y="2721355"/>
                </a:cubicBezTo>
                <a:cubicBezTo>
                  <a:pt x="23884" y="2523430"/>
                  <a:pt x="-3305" y="2448480"/>
                  <a:pt x="0" y="2334398"/>
                </a:cubicBezTo>
                <a:cubicBezTo>
                  <a:pt x="3305" y="2220316"/>
                  <a:pt x="17640" y="2040281"/>
                  <a:pt x="0" y="1854038"/>
                </a:cubicBezTo>
                <a:cubicBezTo>
                  <a:pt x="-17640" y="1667795"/>
                  <a:pt x="11590" y="1432513"/>
                  <a:pt x="0" y="1280274"/>
                </a:cubicBezTo>
                <a:cubicBezTo>
                  <a:pt x="-11590" y="1128035"/>
                  <a:pt x="39307" y="650782"/>
                  <a:pt x="0" y="252836"/>
                </a:cubicBezTo>
                <a:cubicBezTo>
                  <a:pt x="121062" y="259961"/>
                  <a:pt x="196962" y="237367"/>
                  <a:pt x="341392" y="252836"/>
                </a:cubicBezTo>
                <a:cubicBezTo>
                  <a:pt x="485822" y="268305"/>
                  <a:pt x="618743" y="246505"/>
                  <a:pt x="726366" y="252836"/>
                </a:cubicBezTo>
                <a:cubicBezTo>
                  <a:pt x="715169" y="176453"/>
                  <a:pt x="737357" y="88013"/>
                  <a:pt x="726366" y="0"/>
                </a:cubicBezTo>
                <a:cubicBezTo>
                  <a:pt x="934742" y="4697"/>
                  <a:pt x="1131166" y="3961"/>
                  <a:pt x="1333851" y="0"/>
                </a:cubicBezTo>
                <a:cubicBezTo>
                  <a:pt x="1536537" y="-3961"/>
                  <a:pt x="1934833" y="25547"/>
                  <a:pt x="2166583" y="0"/>
                </a:cubicBezTo>
                <a:cubicBezTo>
                  <a:pt x="2398333" y="-25547"/>
                  <a:pt x="2464338" y="20774"/>
                  <a:pt x="2623903" y="0"/>
                </a:cubicBezTo>
                <a:cubicBezTo>
                  <a:pt x="2783468" y="-20774"/>
                  <a:pt x="3012348" y="2277"/>
                  <a:pt x="3156305" y="0"/>
                </a:cubicBezTo>
                <a:cubicBezTo>
                  <a:pt x="3300262" y="-2277"/>
                  <a:pt x="3505675" y="-8365"/>
                  <a:pt x="3688708" y="0"/>
                </a:cubicBezTo>
                <a:cubicBezTo>
                  <a:pt x="3871741" y="8365"/>
                  <a:pt x="4234046" y="11356"/>
                  <a:pt x="4521440" y="0"/>
                </a:cubicBezTo>
                <a:cubicBezTo>
                  <a:pt x="4808834" y="-11356"/>
                  <a:pt x="5043116" y="-30096"/>
                  <a:pt x="5279089" y="0"/>
                </a:cubicBezTo>
                <a:cubicBezTo>
                  <a:pt x="5515062" y="30096"/>
                  <a:pt x="5700364" y="-25862"/>
                  <a:pt x="6036739" y="0"/>
                </a:cubicBezTo>
                <a:cubicBezTo>
                  <a:pt x="6373114" y="25862"/>
                  <a:pt x="6518407" y="26011"/>
                  <a:pt x="6719306" y="0"/>
                </a:cubicBezTo>
                <a:cubicBezTo>
                  <a:pt x="6920205" y="-26011"/>
                  <a:pt x="6986828" y="17203"/>
                  <a:pt x="7251708" y="0"/>
                </a:cubicBezTo>
                <a:cubicBezTo>
                  <a:pt x="7516588" y="-17203"/>
                  <a:pt x="7776979" y="46446"/>
                  <a:pt x="8234605" y="0"/>
                </a:cubicBezTo>
                <a:close/>
                <a:moveTo>
                  <a:pt x="8234605" y="12385330"/>
                </a:moveTo>
                <a:cubicBezTo>
                  <a:pt x="8226759" y="12470391"/>
                  <a:pt x="8243946" y="12584085"/>
                  <a:pt x="8234605" y="12769547"/>
                </a:cubicBezTo>
                <a:cubicBezTo>
                  <a:pt x="8225264" y="12955009"/>
                  <a:pt x="8216274" y="13067058"/>
                  <a:pt x="8234605" y="13202813"/>
                </a:cubicBezTo>
                <a:cubicBezTo>
                  <a:pt x="8030445" y="13207893"/>
                  <a:pt x="7647789" y="13199473"/>
                  <a:pt x="7401873" y="13202813"/>
                </a:cubicBezTo>
                <a:cubicBezTo>
                  <a:pt x="7155957" y="13206153"/>
                  <a:pt x="7011580" y="13208369"/>
                  <a:pt x="6794388" y="13202813"/>
                </a:cubicBezTo>
                <a:cubicBezTo>
                  <a:pt x="6577197" y="13197257"/>
                  <a:pt x="6332196" y="13192853"/>
                  <a:pt x="6111821" y="13202813"/>
                </a:cubicBezTo>
                <a:cubicBezTo>
                  <a:pt x="5891446" y="13212773"/>
                  <a:pt x="5841366" y="13186186"/>
                  <a:pt x="5579418" y="13202813"/>
                </a:cubicBezTo>
                <a:cubicBezTo>
                  <a:pt x="5317470" y="13219440"/>
                  <a:pt x="5122798" y="13236821"/>
                  <a:pt x="4896851" y="13202813"/>
                </a:cubicBezTo>
                <a:cubicBezTo>
                  <a:pt x="4670904" y="13168805"/>
                  <a:pt x="4477841" y="13197751"/>
                  <a:pt x="4289366" y="13202813"/>
                </a:cubicBezTo>
                <a:cubicBezTo>
                  <a:pt x="4100891" y="13207875"/>
                  <a:pt x="3878674" y="13200718"/>
                  <a:pt x="3681881" y="13202813"/>
                </a:cubicBezTo>
                <a:cubicBezTo>
                  <a:pt x="3485089" y="13204908"/>
                  <a:pt x="3299870" y="13191572"/>
                  <a:pt x="3149479" y="13202813"/>
                </a:cubicBezTo>
                <a:cubicBezTo>
                  <a:pt x="2999088" y="13214054"/>
                  <a:pt x="2619308" y="13208951"/>
                  <a:pt x="2466912" y="13202813"/>
                </a:cubicBezTo>
                <a:cubicBezTo>
                  <a:pt x="2314516" y="13196675"/>
                  <a:pt x="2096113" y="13217108"/>
                  <a:pt x="1934509" y="13202813"/>
                </a:cubicBezTo>
                <a:cubicBezTo>
                  <a:pt x="1772905" y="13188518"/>
                  <a:pt x="1634800" y="13211288"/>
                  <a:pt x="1477189" y="13202813"/>
                </a:cubicBezTo>
                <a:cubicBezTo>
                  <a:pt x="1319578" y="13194338"/>
                  <a:pt x="922154" y="13207644"/>
                  <a:pt x="726365" y="13202813"/>
                </a:cubicBezTo>
                <a:cubicBezTo>
                  <a:pt x="725870" y="13065827"/>
                  <a:pt x="742563" y="12906497"/>
                  <a:pt x="726365" y="12794072"/>
                </a:cubicBezTo>
                <a:cubicBezTo>
                  <a:pt x="710167" y="12681647"/>
                  <a:pt x="720997" y="12565304"/>
                  <a:pt x="726365" y="12385330"/>
                </a:cubicBezTo>
                <a:cubicBezTo>
                  <a:pt x="949108" y="12360054"/>
                  <a:pt x="1074436" y="12376972"/>
                  <a:pt x="1258767" y="12385330"/>
                </a:cubicBezTo>
                <a:cubicBezTo>
                  <a:pt x="1443098" y="12393688"/>
                  <a:pt x="1548397" y="12386601"/>
                  <a:pt x="1791170" y="12385330"/>
                </a:cubicBezTo>
                <a:cubicBezTo>
                  <a:pt x="2033943" y="12384059"/>
                  <a:pt x="2187523" y="12378779"/>
                  <a:pt x="2398655" y="12385330"/>
                </a:cubicBezTo>
                <a:cubicBezTo>
                  <a:pt x="2609788" y="12391881"/>
                  <a:pt x="2755829" y="12401909"/>
                  <a:pt x="2931057" y="12385330"/>
                </a:cubicBezTo>
                <a:cubicBezTo>
                  <a:pt x="3106285" y="12368751"/>
                  <a:pt x="3587195" y="12356185"/>
                  <a:pt x="3763789" y="12385330"/>
                </a:cubicBezTo>
                <a:cubicBezTo>
                  <a:pt x="3940383" y="12414475"/>
                  <a:pt x="4235545" y="12405039"/>
                  <a:pt x="4371274" y="12385330"/>
                </a:cubicBezTo>
                <a:cubicBezTo>
                  <a:pt x="4507003" y="12365621"/>
                  <a:pt x="4815249" y="12354556"/>
                  <a:pt x="5053842" y="12385330"/>
                </a:cubicBezTo>
                <a:cubicBezTo>
                  <a:pt x="5292435" y="12416104"/>
                  <a:pt x="5503769" y="12356660"/>
                  <a:pt x="5886574" y="12385330"/>
                </a:cubicBezTo>
                <a:cubicBezTo>
                  <a:pt x="6269379" y="12414000"/>
                  <a:pt x="6258380" y="12373763"/>
                  <a:pt x="6569141" y="12385330"/>
                </a:cubicBezTo>
                <a:cubicBezTo>
                  <a:pt x="6879902" y="12396897"/>
                  <a:pt x="6914662" y="12364170"/>
                  <a:pt x="7026461" y="12385330"/>
                </a:cubicBezTo>
                <a:cubicBezTo>
                  <a:pt x="7138260" y="12406490"/>
                  <a:pt x="7297900" y="12366394"/>
                  <a:pt x="7483781" y="12385330"/>
                </a:cubicBezTo>
                <a:cubicBezTo>
                  <a:pt x="7669662" y="12404266"/>
                  <a:pt x="8083474" y="12378504"/>
                  <a:pt x="8234605" y="1238533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068023497">
                  <a:custGeom>
                    <a:avLst/>
                    <a:gdLst>
                      <a:gd name="connsiteX0" fmla="*/ 8234605 w 8234605"/>
                      <a:gd name="connsiteY0" fmla="*/ 0 h 13202813"/>
                      <a:gd name="connsiteX1" fmla="*/ 8234605 w 8234605"/>
                      <a:gd name="connsiteY1" fmla="*/ 817483 h 13202813"/>
                      <a:gd name="connsiteX2" fmla="*/ 817483 w 8234605"/>
                      <a:gd name="connsiteY2" fmla="*/ 817483 h 13202813"/>
                      <a:gd name="connsiteX3" fmla="*/ 817483 w 8234605"/>
                      <a:gd name="connsiteY3" fmla="*/ 9593179 h 13202813"/>
                      <a:gd name="connsiteX4" fmla="*/ 0 w 8234605"/>
                      <a:gd name="connsiteY4" fmla="*/ 9593179 h 13202813"/>
                      <a:gd name="connsiteX5" fmla="*/ 0 w 8234605"/>
                      <a:gd name="connsiteY5" fmla="*/ 252836 h 13202813"/>
                      <a:gd name="connsiteX6" fmla="*/ 726366 w 8234605"/>
                      <a:gd name="connsiteY6" fmla="*/ 252836 h 13202813"/>
                      <a:gd name="connsiteX7" fmla="*/ 726366 w 8234605"/>
                      <a:gd name="connsiteY7" fmla="*/ 0 h 13202813"/>
                      <a:gd name="connsiteX8" fmla="*/ 8234605 w 8234605"/>
                      <a:gd name="connsiteY8" fmla="*/ 12385330 h 13202813"/>
                      <a:gd name="connsiteX9" fmla="*/ 8234605 w 8234605"/>
                      <a:gd name="connsiteY9" fmla="*/ 13202813 h 13202813"/>
                      <a:gd name="connsiteX10" fmla="*/ 726365 w 8234605"/>
                      <a:gd name="connsiteY10" fmla="*/ 13202813 h 13202813"/>
                      <a:gd name="connsiteX11" fmla="*/ 726365 w 8234605"/>
                      <a:gd name="connsiteY11" fmla="*/ 12385330 h 132028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8234605" h="13202813">
                        <a:moveTo>
                          <a:pt x="8234605" y="0"/>
                        </a:moveTo>
                        <a:lnTo>
                          <a:pt x="8234605" y="817483"/>
                        </a:lnTo>
                        <a:lnTo>
                          <a:pt x="817483" y="817483"/>
                        </a:lnTo>
                        <a:lnTo>
                          <a:pt x="817483" y="9593179"/>
                        </a:lnTo>
                        <a:lnTo>
                          <a:pt x="0" y="9593179"/>
                        </a:lnTo>
                        <a:lnTo>
                          <a:pt x="0" y="252836"/>
                        </a:lnTo>
                        <a:lnTo>
                          <a:pt x="726366" y="252836"/>
                        </a:lnTo>
                        <a:lnTo>
                          <a:pt x="726366" y="0"/>
                        </a:lnTo>
                        <a:close/>
                        <a:moveTo>
                          <a:pt x="8234605" y="12385330"/>
                        </a:moveTo>
                        <a:lnTo>
                          <a:pt x="8234605" y="13202813"/>
                        </a:lnTo>
                        <a:lnTo>
                          <a:pt x="726365" y="13202813"/>
                        </a:lnTo>
                        <a:lnTo>
                          <a:pt x="726365" y="12385330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17" name="Rectángulo 16">
            <a:hlinkClick r:id="" action="ppaction://hlinkshowjump?jump=nextslide"/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FF3E474A-0E50-43DD-A68C-C232FCD118E9}"/>
              </a:ext>
            </a:extLst>
          </p:cNvPr>
          <p:cNvSpPr/>
          <p:nvPr/>
        </p:nvSpPr>
        <p:spPr>
          <a:xfrm rot="5400000">
            <a:off x="-2129426" y="6425309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616373 w 6096000"/>
              <a:gd name="connsiteY1" fmla="*/ 0 h 240633"/>
              <a:gd name="connsiteX2" fmla="*/ 1171787 w 6096000"/>
              <a:gd name="connsiteY2" fmla="*/ 0 h 240633"/>
              <a:gd name="connsiteX3" fmla="*/ 1666240 w 6096000"/>
              <a:gd name="connsiteY3" fmla="*/ 0 h 240633"/>
              <a:gd name="connsiteX4" fmla="*/ 2465493 w 6096000"/>
              <a:gd name="connsiteY4" fmla="*/ 0 h 240633"/>
              <a:gd name="connsiteX5" fmla="*/ 3081867 w 6096000"/>
              <a:gd name="connsiteY5" fmla="*/ 0 h 240633"/>
              <a:gd name="connsiteX6" fmla="*/ 3759200 w 6096000"/>
              <a:gd name="connsiteY6" fmla="*/ 0 h 240633"/>
              <a:gd name="connsiteX7" fmla="*/ 4558453 w 6096000"/>
              <a:gd name="connsiteY7" fmla="*/ 0 h 240633"/>
              <a:gd name="connsiteX8" fmla="*/ 517482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479627 w 6096000"/>
              <a:gd name="connsiteY11" fmla="*/ 240633 h 240633"/>
              <a:gd name="connsiteX12" fmla="*/ 4680373 w 6096000"/>
              <a:gd name="connsiteY12" fmla="*/ 240633 h 240633"/>
              <a:gd name="connsiteX13" fmla="*/ 4124960 w 6096000"/>
              <a:gd name="connsiteY13" fmla="*/ 240633 h 240633"/>
              <a:gd name="connsiteX14" fmla="*/ 3325707 w 6096000"/>
              <a:gd name="connsiteY14" fmla="*/ 240633 h 240633"/>
              <a:gd name="connsiteX15" fmla="*/ 2770293 w 6096000"/>
              <a:gd name="connsiteY15" fmla="*/ 240633 h 240633"/>
              <a:gd name="connsiteX16" fmla="*/ 2153920 w 6096000"/>
              <a:gd name="connsiteY16" fmla="*/ 240633 h 240633"/>
              <a:gd name="connsiteX17" fmla="*/ 1476587 w 6096000"/>
              <a:gd name="connsiteY17" fmla="*/ 240633 h 240633"/>
              <a:gd name="connsiteX18" fmla="*/ 92117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290530" y="-13922"/>
                  <a:pt x="422575" y="23352"/>
                  <a:pt x="616373" y="0"/>
                </a:cubicBezTo>
                <a:cubicBezTo>
                  <a:pt x="810171" y="-23352"/>
                  <a:pt x="974875" y="20320"/>
                  <a:pt x="1171787" y="0"/>
                </a:cubicBezTo>
                <a:cubicBezTo>
                  <a:pt x="1368699" y="-20320"/>
                  <a:pt x="1460902" y="17479"/>
                  <a:pt x="1666240" y="0"/>
                </a:cubicBezTo>
                <a:cubicBezTo>
                  <a:pt x="1871578" y="-17479"/>
                  <a:pt x="2118685" y="-6915"/>
                  <a:pt x="2465493" y="0"/>
                </a:cubicBezTo>
                <a:cubicBezTo>
                  <a:pt x="2812301" y="6915"/>
                  <a:pt x="2950324" y="16879"/>
                  <a:pt x="3081867" y="0"/>
                </a:cubicBezTo>
                <a:cubicBezTo>
                  <a:pt x="3213410" y="-16879"/>
                  <a:pt x="3535502" y="6755"/>
                  <a:pt x="3759200" y="0"/>
                </a:cubicBezTo>
                <a:cubicBezTo>
                  <a:pt x="3982898" y="-6755"/>
                  <a:pt x="4236055" y="-34869"/>
                  <a:pt x="4558453" y="0"/>
                </a:cubicBezTo>
                <a:cubicBezTo>
                  <a:pt x="4880851" y="34869"/>
                  <a:pt x="5007104" y="25581"/>
                  <a:pt x="5174827" y="0"/>
                </a:cubicBezTo>
                <a:cubicBezTo>
                  <a:pt x="5342550" y="-25581"/>
                  <a:pt x="5728401" y="-1710"/>
                  <a:pt x="6096000" y="0"/>
                </a:cubicBezTo>
                <a:cubicBezTo>
                  <a:pt x="6100819" y="93014"/>
                  <a:pt x="6098270" y="137301"/>
                  <a:pt x="6096000" y="240633"/>
                </a:cubicBezTo>
                <a:cubicBezTo>
                  <a:pt x="5847042" y="224100"/>
                  <a:pt x="5726995" y="264718"/>
                  <a:pt x="5479627" y="240633"/>
                </a:cubicBezTo>
                <a:cubicBezTo>
                  <a:pt x="5232259" y="216548"/>
                  <a:pt x="4898510" y="202129"/>
                  <a:pt x="4680373" y="240633"/>
                </a:cubicBezTo>
                <a:cubicBezTo>
                  <a:pt x="4462236" y="279137"/>
                  <a:pt x="4262726" y="255018"/>
                  <a:pt x="4124960" y="240633"/>
                </a:cubicBezTo>
                <a:cubicBezTo>
                  <a:pt x="3987194" y="226248"/>
                  <a:pt x="3490611" y="216889"/>
                  <a:pt x="3325707" y="240633"/>
                </a:cubicBezTo>
                <a:cubicBezTo>
                  <a:pt x="3160803" y="264377"/>
                  <a:pt x="2916852" y="252828"/>
                  <a:pt x="2770293" y="240633"/>
                </a:cubicBezTo>
                <a:cubicBezTo>
                  <a:pt x="2623734" y="228438"/>
                  <a:pt x="2346402" y="240055"/>
                  <a:pt x="2153920" y="240633"/>
                </a:cubicBezTo>
                <a:cubicBezTo>
                  <a:pt x="1961438" y="241211"/>
                  <a:pt x="1767577" y="261608"/>
                  <a:pt x="1476587" y="240633"/>
                </a:cubicBezTo>
                <a:cubicBezTo>
                  <a:pt x="1185597" y="219658"/>
                  <a:pt x="1094472" y="229350"/>
                  <a:pt x="921173" y="240633"/>
                </a:cubicBezTo>
                <a:cubicBezTo>
                  <a:pt x="747874" y="251916"/>
                  <a:pt x="265173" y="216920"/>
                  <a:pt x="0" y="240633"/>
                </a:cubicBezTo>
                <a:cubicBezTo>
                  <a:pt x="-7438" y="139307"/>
                  <a:pt x="2554" y="111713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235931" y="-26798"/>
                  <a:pt x="295014" y="5254"/>
                  <a:pt x="555413" y="0"/>
                </a:cubicBezTo>
                <a:cubicBezTo>
                  <a:pt x="815812" y="-5254"/>
                  <a:pt x="854762" y="-10934"/>
                  <a:pt x="1049867" y="0"/>
                </a:cubicBezTo>
                <a:cubicBezTo>
                  <a:pt x="1244972" y="10934"/>
                  <a:pt x="1651189" y="3406"/>
                  <a:pt x="1849120" y="0"/>
                </a:cubicBezTo>
                <a:cubicBezTo>
                  <a:pt x="2047051" y="-3406"/>
                  <a:pt x="2264856" y="-5452"/>
                  <a:pt x="2465493" y="0"/>
                </a:cubicBezTo>
                <a:cubicBezTo>
                  <a:pt x="2666130" y="5452"/>
                  <a:pt x="2861262" y="20896"/>
                  <a:pt x="3081867" y="0"/>
                </a:cubicBezTo>
                <a:cubicBezTo>
                  <a:pt x="3302472" y="-20896"/>
                  <a:pt x="3591915" y="-28948"/>
                  <a:pt x="3759200" y="0"/>
                </a:cubicBezTo>
                <a:cubicBezTo>
                  <a:pt x="3926485" y="28948"/>
                  <a:pt x="4066689" y="-27636"/>
                  <a:pt x="4314613" y="0"/>
                </a:cubicBezTo>
                <a:cubicBezTo>
                  <a:pt x="4562537" y="27636"/>
                  <a:pt x="4849378" y="30544"/>
                  <a:pt x="5052907" y="0"/>
                </a:cubicBezTo>
                <a:cubicBezTo>
                  <a:pt x="5256436" y="-30544"/>
                  <a:pt x="5725026" y="42273"/>
                  <a:pt x="6096000" y="0"/>
                </a:cubicBezTo>
                <a:cubicBezTo>
                  <a:pt x="6103452" y="91263"/>
                  <a:pt x="6095076" y="162432"/>
                  <a:pt x="6096000" y="240633"/>
                </a:cubicBezTo>
                <a:cubicBezTo>
                  <a:pt x="5962542" y="251640"/>
                  <a:pt x="5687602" y="217625"/>
                  <a:pt x="5540587" y="240633"/>
                </a:cubicBezTo>
                <a:cubicBezTo>
                  <a:pt x="5393572" y="263641"/>
                  <a:pt x="4989030" y="220858"/>
                  <a:pt x="4802293" y="240633"/>
                </a:cubicBezTo>
                <a:cubicBezTo>
                  <a:pt x="4615556" y="260408"/>
                  <a:pt x="4404138" y="234791"/>
                  <a:pt x="4246880" y="240633"/>
                </a:cubicBezTo>
                <a:cubicBezTo>
                  <a:pt x="4089622" y="246475"/>
                  <a:pt x="3782076" y="234902"/>
                  <a:pt x="3630507" y="240633"/>
                </a:cubicBezTo>
                <a:cubicBezTo>
                  <a:pt x="3478938" y="246364"/>
                  <a:pt x="3062701" y="230761"/>
                  <a:pt x="2892213" y="240633"/>
                </a:cubicBezTo>
                <a:cubicBezTo>
                  <a:pt x="2721725" y="250505"/>
                  <a:pt x="2407445" y="254308"/>
                  <a:pt x="2153920" y="240633"/>
                </a:cubicBezTo>
                <a:cubicBezTo>
                  <a:pt x="1900395" y="226958"/>
                  <a:pt x="1860073" y="213573"/>
                  <a:pt x="1598507" y="240633"/>
                </a:cubicBezTo>
                <a:cubicBezTo>
                  <a:pt x="1336941" y="267693"/>
                  <a:pt x="1088482" y="222806"/>
                  <a:pt x="921173" y="240633"/>
                </a:cubicBezTo>
                <a:cubicBezTo>
                  <a:pt x="753864" y="258460"/>
                  <a:pt x="209291" y="253558"/>
                  <a:pt x="0" y="240633"/>
                </a:cubicBezTo>
                <a:cubicBezTo>
                  <a:pt x="-2215" y="147567"/>
                  <a:pt x="5725" y="100638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61100876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7" name="Rectángulo 26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CC3A6975-4E6B-42D2-9EFE-3C7A53DD589F}"/>
              </a:ext>
            </a:extLst>
          </p:cNvPr>
          <p:cNvSpPr/>
          <p:nvPr/>
        </p:nvSpPr>
        <p:spPr>
          <a:xfrm rot="5400000">
            <a:off x="-1537793" y="1231334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738293 w 6096000"/>
              <a:gd name="connsiteY1" fmla="*/ 0 h 240633"/>
              <a:gd name="connsiteX2" fmla="*/ 1293707 w 6096000"/>
              <a:gd name="connsiteY2" fmla="*/ 0 h 240633"/>
              <a:gd name="connsiteX3" fmla="*/ 1910080 w 6096000"/>
              <a:gd name="connsiteY3" fmla="*/ 0 h 240633"/>
              <a:gd name="connsiteX4" fmla="*/ 2709333 w 6096000"/>
              <a:gd name="connsiteY4" fmla="*/ 0 h 240633"/>
              <a:gd name="connsiteX5" fmla="*/ 3386667 w 6096000"/>
              <a:gd name="connsiteY5" fmla="*/ 0 h 240633"/>
              <a:gd name="connsiteX6" fmla="*/ 3942080 w 6096000"/>
              <a:gd name="connsiteY6" fmla="*/ 0 h 240633"/>
              <a:gd name="connsiteX7" fmla="*/ 4680373 w 6096000"/>
              <a:gd name="connsiteY7" fmla="*/ 0 h 240633"/>
              <a:gd name="connsiteX8" fmla="*/ 541866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357707 w 6096000"/>
              <a:gd name="connsiteY11" fmla="*/ 240633 h 240633"/>
              <a:gd name="connsiteX12" fmla="*/ 4802293 w 6096000"/>
              <a:gd name="connsiteY12" fmla="*/ 240633 h 240633"/>
              <a:gd name="connsiteX13" fmla="*/ 4307840 w 6096000"/>
              <a:gd name="connsiteY13" fmla="*/ 240633 h 240633"/>
              <a:gd name="connsiteX14" fmla="*/ 3630507 w 6096000"/>
              <a:gd name="connsiteY14" fmla="*/ 240633 h 240633"/>
              <a:gd name="connsiteX15" fmla="*/ 3075093 w 6096000"/>
              <a:gd name="connsiteY15" fmla="*/ 240633 h 240633"/>
              <a:gd name="connsiteX16" fmla="*/ 2275840 w 6096000"/>
              <a:gd name="connsiteY16" fmla="*/ 240633 h 240633"/>
              <a:gd name="connsiteX17" fmla="*/ 1720427 w 6096000"/>
              <a:gd name="connsiteY17" fmla="*/ 240633 h 240633"/>
              <a:gd name="connsiteX18" fmla="*/ 110405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157873" y="-28082"/>
                  <a:pt x="544389" y="-13181"/>
                  <a:pt x="738293" y="0"/>
                </a:cubicBezTo>
                <a:cubicBezTo>
                  <a:pt x="932197" y="13181"/>
                  <a:pt x="1085097" y="1557"/>
                  <a:pt x="1293707" y="0"/>
                </a:cubicBezTo>
                <a:cubicBezTo>
                  <a:pt x="1502317" y="-1557"/>
                  <a:pt x="1773672" y="-6342"/>
                  <a:pt x="1910080" y="0"/>
                </a:cubicBezTo>
                <a:cubicBezTo>
                  <a:pt x="2046488" y="6342"/>
                  <a:pt x="2343822" y="-32520"/>
                  <a:pt x="2709333" y="0"/>
                </a:cubicBezTo>
                <a:cubicBezTo>
                  <a:pt x="3074844" y="32520"/>
                  <a:pt x="3237853" y="17816"/>
                  <a:pt x="3386667" y="0"/>
                </a:cubicBezTo>
                <a:cubicBezTo>
                  <a:pt x="3535481" y="-17816"/>
                  <a:pt x="3777974" y="-597"/>
                  <a:pt x="3942080" y="0"/>
                </a:cubicBezTo>
                <a:cubicBezTo>
                  <a:pt x="4106186" y="597"/>
                  <a:pt x="4357904" y="-30580"/>
                  <a:pt x="4680373" y="0"/>
                </a:cubicBezTo>
                <a:cubicBezTo>
                  <a:pt x="5002842" y="30580"/>
                  <a:pt x="5106658" y="8925"/>
                  <a:pt x="5418667" y="0"/>
                </a:cubicBezTo>
                <a:cubicBezTo>
                  <a:pt x="5730676" y="-8925"/>
                  <a:pt x="5944936" y="31475"/>
                  <a:pt x="6096000" y="0"/>
                </a:cubicBezTo>
                <a:cubicBezTo>
                  <a:pt x="6094027" y="69378"/>
                  <a:pt x="6099799" y="184251"/>
                  <a:pt x="6096000" y="240633"/>
                </a:cubicBezTo>
                <a:cubicBezTo>
                  <a:pt x="5875334" y="274875"/>
                  <a:pt x="5568642" y="233230"/>
                  <a:pt x="5357707" y="240633"/>
                </a:cubicBezTo>
                <a:cubicBezTo>
                  <a:pt x="5146772" y="248036"/>
                  <a:pt x="5007659" y="230771"/>
                  <a:pt x="4802293" y="240633"/>
                </a:cubicBezTo>
                <a:cubicBezTo>
                  <a:pt x="4596927" y="250495"/>
                  <a:pt x="4454734" y="249715"/>
                  <a:pt x="4307840" y="240633"/>
                </a:cubicBezTo>
                <a:cubicBezTo>
                  <a:pt x="4160946" y="231551"/>
                  <a:pt x="3887940" y="262241"/>
                  <a:pt x="3630507" y="240633"/>
                </a:cubicBezTo>
                <a:cubicBezTo>
                  <a:pt x="3373074" y="219025"/>
                  <a:pt x="3189202" y="247418"/>
                  <a:pt x="3075093" y="240633"/>
                </a:cubicBezTo>
                <a:cubicBezTo>
                  <a:pt x="2960984" y="233848"/>
                  <a:pt x="2635206" y="250945"/>
                  <a:pt x="2275840" y="240633"/>
                </a:cubicBezTo>
                <a:cubicBezTo>
                  <a:pt x="1916474" y="230321"/>
                  <a:pt x="1951894" y="217516"/>
                  <a:pt x="1720427" y="240633"/>
                </a:cubicBezTo>
                <a:cubicBezTo>
                  <a:pt x="1488960" y="263750"/>
                  <a:pt x="1340562" y="220011"/>
                  <a:pt x="1104053" y="240633"/>
                </a:cubicBezTo>
                <a:cubicBezTo>
                  <a:pt x="867544" y="261255"/>
                  <a:pt x="476420" y="271582"/>
                  <a:pt x="0" y="240633"/>
                </a:cubicBezTo>
                <a:cubicBezTo>
                  <a:pt x="5440" y="121602"/>
                  <a:pt x="-1562" y="120183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335297" y="-22866"/>
                  <a:pt x="475386" y="-36773"/>
                  <a:pt x="738293" y="0"/>
                </a:cubicBezTo>
                <a:cubicBezTo>
                  <a:pt x="1001200" y="36773"/>
                  <a:pt x="1090091" y="-23678"/>
                  <a:pt x="1415627" y="0"/>
                </a:cubicBezTo>
                <a:cubicBezTo>
                  <a:pt x="1741163" y="23678"/>
                  <a:pt x="1704975" y="19658"/>
                  <a:pt x="1910080" y="0"/>
                </a:cubicBezTo>
                <a:cubicBezTo>
                  <a:pt x="2115185" y="-19658"/>
                  <a:pt x="2283763" y="31883"/>
                  <a:pt x="2587413" y="0"/>
                </a:cubicBezTo>
                <a:cubicBezTo>
                  <a:pt x="2891063" y="-31883"/>
                  <a:pt x="2930483" y="-28775"/>
                  <a:pt x="3203787" y="0"/>
                </a:cubicBezTo>
                <a:cubicBezTo>
                  <a:pt x="3477091" y="28775"/>
                  <a:pt x="3452748" y="-7906"/>
                  <a:pt x="3698240" y="0"/>
                </a:cubicBezTo>
                <a:cubicBezTo>
                  <a:pt x="3943732" y="7906"/>
                  <a:pt x="4197768" y="27090"/>
                  <a:pt x="4436533" y="0"/>
                </a:cubicBezTo>
                <a:cubicBezTo>
                  <a:pt x="4675298" y="-27090"/>
                  <a:pt x="4959075" y="8588"/>
                  <a:pt x="5174827" y="0"/>
                </a:cubicBezTo>
                <a:cubicBezTo>
                  <a:pt x="5390579" y="-8588"/>
                  <a:pt x="5839534" y="-43773"/>
                  <a:pt x="6096000" y="0"/>
                </a:cubicBezTo>
                <a:cubicBezTo>
                  <a:pt x="6097347" y="88872"/>
                  <a:pt x="6090311" y="150695"/>
                  <a:pt x="6096000" y="240633"/>
                </a:cubicBezTo>
                <a:cubicBezTo>
                  <a:pt x="5986432" y="248361"/>
                  <a:pt x="5829385" y="248698"/>
                  <a:pt x="5601547" y="240633"/>
                </a:cubicBezTo>
                <a:cubicBezTo>
                  <a:pt x="5373709" y="232568"/>
                  <a:pt x="5123649" y="275333"/>
                  <a:pt x="4802293" y="240633"/>
                </a:cubicBezTo>
                <a:cubicBezTo>
                  <a:pt x="4480937" y="205933"/>
                  <a:pt x="4418528" y="248284"/>
                  <a:pt x="4307840" y="240633"/>
                </a:cubicBezTo>
                <a:cubicBezTo>
                  <a:pt x="4197152" y="232982"/>
                  <a:pt x="3917909" y="240262"/>
                  <a:pt x="3630507" y="240633"/>
                </a:cubicBezTo>
                <a:cubicBezTo>
                  <a:pt x="3343105" y="241004"/>
                  <a:pt x="3382081" y="228067"/>
                  <a:pt x="3136053" y="240633"/>
                </a:cubicBezTo>
                <a:cubicBezTo>
                  <a:pt x="2890025" y="253199"/>
                  <a:pt x="2649790" y="256647"/>
                  <a:pt x="2336800" y="240633"/>
                </a:cubicBezTo>
                <a:cubicBezTo>
                  <a:pt x="2023810" y="224619"/>
                  <a:pt x="1934550" y="255843"/>
                  <a:pt x="1720427" y="240633"/>
                </a:cubicBezTo>
                <a:cubicBezTo>
                  <a:pt x="1506304" y="225423"/>
                  <a:pt x="1244408" y="265706"/>
                  <a:pt x="921173" y="240633"/>
                </a:cubicBezTo>
                <a:cubicBezTo>
                  <a:pt x="597938" y="215560"/>
                  <a:pt x="245127" y="278375"/>
                  <a:pt x="0" y="240633"/>
                </a:cubicBezTo>
                <a:cubicBezTo>
                  <a:pt x="-1847" y="139968"/>
                  <a:pt x="170" y="103949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419988003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  <p:sp>
        <p:nvSpPr>
          <p:cNvPr id="28" name="Rectángulo 27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4DE18A3E-256C-456A-B238-BBE97573623A}"/>
              </a:ext>
            </a:extLst>
          </p:cNvPr>
          <p:cNvSpPr/>
          <p:nvPr/>
        </p:nvSpPr>
        <p:spPr>
          <a:xfrm rot="5400000">
            <a:off x="-873742" y="1224469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555413 w 6096000"/>
              <a:gd name="connsiteY1" fmla="*/ 0 h 240633"/>
              <a:gd name="connsiteX2" fmla="*/ 1171787 w 6096000"/>
              <a:gd name="connsiteY2" fmla="*/ 0 h 240633"/>
              <a:gd name="connsiteX3" fmla="*/ 1666240 w 6096000"/>
              <a:gd name="connsiteY3" fmla="*/ 0 h 240633"/>
              <a:gd name="connsiteX4" fmla="*/ 2404533 w 6096000"/>
              <a:gd name="connsiteY4" fmla="*/ 0 h 240633"/>
              <a:gd name="connsiteX5" fmla="*/ 3020907 w 6096000"/>
              <a:gd name="connsiteY5" fmla="*/ 0 h 240633"/>
              <a:gd name="connsiteX6" fmla="*/ 3637280 w 6096000"/>
              <a:gd name="connsiteY6" fmla="*/ 0 h 240633"/>
              <a:gd name="connsiteX7" fmla="*/ 4253653 w 6096000"/>
              <a:gd name="connsiteY7" fmla="*/ 0 h 240633"/>
              <a:gd name="connsiteX8" fmla="*/ 4991947 w 6096000"/>
              <a:gd name="connsiteY8" fmla="*/ 0 h 240633"/>
              <a:gd name="connsiteX9" fmla="*/ 5486400 w 6096000"/>
              <a:gd name="connsiteY9" fmla="*/ 0 h 240633"/>
              <a:gd name="connsiteX10" fmla="*/ 6096000 w 6096000"/>
              <a:gd name="connsiteY10" fmla="*/ 0 h 240633"/>
              <a:gd name="connsiteX11" fmla="*/ 6096000 w 6096000"/>
              <a:gd name="connsiteY11" fmla="*/ 240633 h 240633"/>
              <a:gd name="connsiteX12" fmla="*/ 5479627 w 6096000"/>
              <a:gd name="connsiteY12" fmla="*/ 240633 h 240633"/>
              <a:gd name="connsiteX13" fmla="*/ 4680373 w 6096000"/>
              <a:gd name="connsiteY13" fmla="*/ 240633 h 240633"/>
              <a:gd name="connsiteX14" fmla="*/ 3942080 w 6096000"/>
              <a:gd name="connsiteY14" fmla="*/ 240633 h 240633"/>
              <a:gd name="connsiteX15" fmla="*/ 3203787 w 6096000"/>
              <a:gd name="connsiteY15" fmla="*/ 240633 h 240633"/>
              <a:gd name="connsiteX16" fmla="*/ 2648373 w 6096000"/>
              <a:gd name="connsiteY16" fmla="*/ 240633 h 240633"/>
              <a:gd name="connsiteX17" fmla="*/ 2092960 w 6096000"/>
              <a:gd name="connsiteY17" fmla="*/ 240633 h 240633"/>
              <a:gd name="connsiteX18" fmla="*/ 1476587 w 6096000"/>
              <a:gd name="connsiteY18" fmla="*/ 240633 h 240633"/>
              <a:gd name="connsiteX19" fmla="*/ 738293 w 6096000"/>
              <a:gd name="connsiteY19" fmla="*/ 240633 h 240633"/>
              <a:gd name="connsiteX20" fmla="*/ 0 w 6096000"/>
              <a:gd name="connsiteY20" fmla="*/ 240633 h 240633"/>
              <a:gd name="connsiteX21" fmla="*/ 0 w 6096000"/>
              <a:gd name="connsiteY21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179520" y="-22218"/>
                  <a:pt x="328817" y="-9282"/>
                  <a:pt x="555413" y="0"/>
                </a:cubicBezTo>
                <a:cubicBezTo>
                  <a:pt x="782009" y="9282"/>
                  <a:pt x="898817" y="13093"/>
                  <a:pt x="1171787" y="0"/>
                </a:cubicBezTo>
                <a:cubicBezTo>
                  <a:pt x="1444757" y="-13093"/>
                  <a:pt x="1562790" y="2182"/>
                  <a:pt x="1666240" y="0"/>
                </a:cubicBezTo>
                <a:cubicBezTo>
                  <a:pt x="1769690" y="-2182"/>
                  <a:pt x="2125866" y="-11939"/>
                  <a:pt x="2404533" y="0"/>
                </a:cubicBezTo>
                <a:cubicBezTo>
                  <a:pt x="2683200" y="11939"/>
                  <a:pt x="2810724" y="-28019"/>
                  <a:pt x="3020907" y="0"/>
                </a:cubicBezTo>
                <a:cubicBezTo>
                  <a:pt x="3231090" y="28019"/>
                  <a:pt x="3453800" y="-13618"/>
                  <a:pt x="3637280" y="0"/>
                </a:cubicBezTo>
                <a:cubicBezTo>
                  <a:pt x="3820760" y="13618"/>
                  <a:pt x="4079324" y="6160"/>
                  <a:pt x="4253653" y="0"/>
                </a:cubicBezTo>
                <a:cubicBezTo>
                  <a:pt x="4427982" y="-6160"/>
                  <a:pt x="4665888" y="19292"/>
                  <a:pt x="4991947" y="0"/>
                </a:cubicBezTo>
                <a:cubicBezTo>
                  <a:pt x="5318006" y="-19292"/>
                  <a:pt x="5371412" y="21290"/>
                  <a:pt x="5486400" y="0"/>
                </a:cubicBezTo>
                <a:cubicBezTo>
                  <a:pt x="5601388" y="-21290"/>
                  <a:pt x="5971938" y="-9891"/>
                  <a:pt x="6096000" y="0"/>
                </a:cubicBezTo>
                <a:cubicBezTo>
                  <a:pt x="6093541" y="79620"/>
                  <a:pt x="6101178" y="146276"/>
                  <a:pt x="6096000" y="240633"/>
                </a:cubicBezTo>
                <a:cubicBezTo>
                  <a:pt x="5878538" y="210004"/>
                  <a:pt x="5673549" y="231105"/>
                  <a:pt x="5479627" y="240633"/>
                </a:cubicBezTo>
                <a:cubicBezTo>
                  <a:pt x="5285705" y="250161"/>
                  <a:pt x="4985476" y="270305"/>
                  <a:pt x="4680373" y="240633"/>
                </a:cubicBezTo>
                <a:cubicBezTo>
                  <a:pt x="4375270" y="210961"/>
                  <a:pt x="4262768" y="232932"/>
                  <a:pt x="3942080" y="240633"/>
                </a:cubicBezTo>
                <a:cubicBezTo>
                  <a:pt x="3621392" y="248334"/>
                  <a:pt x="3566618" y="246238"/>
                  <a:pt x="3203787" y="240633"/>
                </a:cubicBezTo>
                <a:cubicBezTo>
                  <a:pt x="2840956" y="235028"/>
                  <a:pt x="2917188" y="234405"/>
                  <a:pt x="2648373" y="240633"/>
                </a:cubicBezTo>
                <a:cubicBezTo>
                  <a:pt x="2379558" y="246861"/>
                  <a:pt x="2208351" y="223483"/>
                  <a:pt x="2092960" y="240633"/>
                </a:cubicBezTo>
                <a:cubicBezTo>
                  <a:pt x="1977569" y="257783"/>
                  <a:pt x="1679590" y="224733"/>
                  <a:pt x="1476587" y="240633"/>
                </a:cubicBezTo>
                <a:cubicBezTo>
                  <a:pt x="1273584" y="256533"/>
                  <a:pt x="1020805" y="209207"/>
                  <a:pt x="738293" y="240633"/>
                </a:cubicBezTo>
                <a:cubicBezTo>
                  <a:pt x="455781" y="272059"/>
                  <a:pt x="231457" y="256336"/>
                  <a:pt x="0" y="240633"/>
                </a:cubicBezTo>
                <a:cubicBezTo>
                  <a:pt x="-4521" y="168318"/>
                  <a:pt x="-4264" y="72015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221107" y="37850"/>
                  <a:pt x="521583" y="-9730"/>
                  <a:pt x="799253" y="0"/>
                </a:cubicBezTo>
                <a:cubicBezTo>
                  <a:pt x="1076923" y="9730"/>
                  <a:pt x="1324103" y="-27117"/>
                  <a:pt x="1476587" y="0"/>
                </a:cubicBezTo>
                <a:cubicBezTo>
                  <a:pt x="1629071" y="27117"/>
                  <a:pt x="1929512" y="18236"/>
                  <a:pt x="2092960" y="0"/>
                </a:cubicBezTo>
                <a:cubicBezTo>
                  <a:pt x="2256408" y="-18236"/>
                  <a:pt x="2470904" y="21723"/>
                  <a:pt x="2587413" y="0"/>
                </a:cubicBezTo>
                <a:cubicBezTo>
                  <a:pt x="2703922" y="-21723"/>
                  <a:pt x="2957688" y="-22801"/>
                  <a:pt x="3142827" y="0"/>
                </a:cubicBezTo>
                <a:cubicBezTo>
                  <a:pt x="3327966" y="22801"/>
                  <a:pt x="3678971" y="-12224"/>
                  <a:pt x="3820160" y="0"/>
                </a:cubicBezTo>
                <a:cubicBezTo>
                  <a:pt x="3961349" y="12224"/>
                  <a:pt x="4167954" y="2642"/>
                  <a:pt x="4375573" y="0"/>
                </a:cubicBezTo>
                <a:cubicBezTo>
                  <a:pt x="4583192" y="-2642"/>
                  <a:pt x="4918665" y="2795"/>
                  <a:pt x="5174827" y="0"/>
                </a:cubicBezTo>
                <a:cubicBezTo>
                  <a:pt x="5430989" y="-2795"/>
                  <a:pt x="5906465" y="-17865"/>
                  <a:pt x="6096000" y="0"/>
                </a:cubicBezTo>
                <a:cubicBezTo>
                  <a:pt x="6098957" y="118642"/>
                  <a:pt x="6098910" y="122511"/>
                  <a:pt x="6096000" y="240633"/>
                </a:cubicBezTo>
                <a:cubicBezTo>
                  <a:pt x="5771258" y="224291"/>
                  <a:pt x="5526839" y="277304"/>
                  <a:pt x="5357707" y="240633"/>
                </a:cubicBezTo>
                <a:cubicBezTo>
                  <a:pt x="5188575" y="203962"/>
                  <a:pt x="4875699" y="259894"/>
                  <a:pt x="4741333" y="240633"/>
                </a:cubicBezTo>
                <a:cubicBezTo>
                  <a:pt x="4606967" y="221372"/>
                  <a:pt x="4301231" y="249143"/>
                  <a:pt x="4064000" y="240633"/>
                </a:cubicBezTo>
                <a:cubicBezTo>
                  <a:pt x="3826769" y="232123"/>
                  <a:pt x="3575508" y="251236"/>
                  <a:pt x="3386667" y="240633"/>
                </a:cubicBezTo>
                <a:cubicBezTo>
                  <a:pt x="3197826" y="230030"/>
                  <a:pt x="2973477" y="214024"/>
                  <a:pt x="2770293" y="240633"/>
                </a:cubicBezTo>
                <a:cubicBezTo>
                  <a:pt x="2567109" y="267242"/>
                  <a:pt x="2256406" y="258477"/>
                  <a:pt x="2032000" y="240633"/>
                </a:cubicBezTo>
                <a:cubicBezTo>
                  <a:pt x="1807594" y="222789"/>
                  <a:pt x="1698830" y="250545"/>
                  <a:pt x="1476587" y="240633"/>
                </a:cubicBezTo>
                <a:cubicBezTo>
                  <a:pt x="1254344" y="230721"/>
                  <a:pt x="1130071" y="226153"/>
                  <a:pt x="921173" y="240633"/>
                </a:cubicBezTo>
                <a:cubicBezTo>
                  <a:pt x="712275" y="255113"/>
                  <a:pt x="221128" y="264221"/>
                  <a:pt x="0" y="240633"/>
                </a:cubicBezTo>
                <a:cubicBezTo>
                  <a:pt x="4965" y="160680"/>
                  <a:pt x="9374" y="104630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51272203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9" name="Rectángulo 28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7A0E2DD2-403F-430A-B56C-1A1E8BE1FCC1}"/>
              </a:ext>
            </a:extLst>
          </p:cNvPr>
          <p:cNvSpPr/>
          <p:nvPr/>
        </p:nvSpPr>
        <p:spPr>
          <a:xfrm rot="5400000">
            <a:off x="-188945" y="1231332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677333 w 6096000"/>
              <a:gd name="connsiteY1" fmla="*/ 0 h 240633"/>
              <a:gd name="connsiteX2" fmla="*/ 1354667 w 6096000"/>
              <a:gd name="connsiteY2" fmla="*/ 0 h 240633"/>
              <a:gd name="connsiteX3" fmla="*/ 1849120 w 6096000"/>
              <a:gd name="connsiteY3" fmla="*/ 0 h 240633"/>
              <a:gd name="connsiteX4" fmla="*/ 2343573 w 6096000"/>
              <a:gd name="connsiteY4" fmla="*/ 0 h 240633"/>
              <a:gd name="connsiteX5" fmla="*/ 3081867 w 6096000"/>
              <a:gd name="connsiteY5" fmla="*/ 0 h 240633"/>
              <a:gd name="connsiteX6" fmla="*/ 3759200 w 6096000"/>
              <a:gd name="connsiteY6" fmla="*/ 0 h 240633"/>
              <a:gd name="connsiteX7" fmla="*/ 4375573 w 6096000"/>
              <a:gd name="connsiteY7" fmla="*/ 0 h 240633"/>
              <a:gd name="connsiteX8" fmla="*/ 499194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479627 w 6096000"/>
              <a:gd name="connsiteY11" fmla="*/ 240633 h 240633"/>
              <a:gd name="connsiteX12" fmla="*/ 4741333 w 6096000"/>
              <a:gd name="connsiteY12" fmla="*/ 240633 h 240633"/>
              <a:gd name="connsiteX13" fmla="*/ 3942080 w 6096000"/>
              <a:gd name="connsiteY13" fmla="*/ 240633 h 240633"/>
              <a:gd name="connsiteX14" fmla="*/ 3142827 w 6096000"/>
              <a:gd name="connsiteY14" fmla="*/ 240633 h 240633"/>
              <a:gd name="connsiteX15" fmla="*/ 2648373 w 6096000"/>
              <a:gd name="connsiteY15" fmla="*/ 240633 h 240633"/>
              <a:gd name="connsiteX16" fmla="*/ 2153920 w 6096000"/>
              <a:gd name="connsiteY16" fmla="*/ 240633 h 240633"/>
              <a:gd name="connsiteX17" fmla="*/ 1415627 w 6096000"/>
              <a:gd name="connsiteY17" fmla="*/ 240633 h 240633"/>
              <a:gd name="connsiteX18" fmla="*/ 61637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222727" y="-21175"/>
                  <a:pt x="440799" y="-5995"/>
                  <a:pt x="677333" y="0"/>
                </a:cubicBezTo>
                <a:cubicBezTo>
                  <a:pt x="913867" y="5995"/>
                  <a:pt x="1117883" y="-7633"/>
                  <a:pt x="1354667" y="0"/>
                </a:cubicBezTo>
                <a:cubicBezTo>
                  <a:pt x="1591451" y="7633"/>
                  <a:pt x="1695724" y="-9578"/>
                  <a:pt x="1849120" y="0"/>
                </a:cubicBezTo>
                <a:cubicBezTo>
                  <a:pt x="2002516" y="9578"/>
                  <a:pt x="2132364" y="21307"/>
                  <a:pt x="2343573" y="0"/>
                </a:cubicBezTo>
                <a:cubicBezTo>
                  <a:pt x="2554782" y="-21307"/>
                  <a:pt x="2855719" y="-7652"/>
                  <a:pt x="3081867" y="0"/>
                </a:cubicBezTo>
                <a:cubicBezTo>
                  <a:pt x="3308015" y="7652"/>
                  <a:pt x="3421647" y="14161"/>
                  <a:pt x="3759200" y="0"/>
                </a:cubicBezTo>
                <a:cubicBezTo>
                  <a:pt x="4096753" y="-14161"/>
                  <a:pt x="4093210" y="10641"/>
                  <a:pt x="4375573" y="0"/>
                </a:cubicBezTo>
                <a:cubicBezTo>
                  <a:pt x="4657936" y="-10641"/>
                  <a:pt x="4840783" y="-4460"/>
                  <a:pt x="4991947" y="0"/>
                </a:cubicBezTo>
                <a:cubicBezTo>
                  <a:pt x="5143111" y="4460"/>
                  <a:pt x="5600373" y="43877"/>
                  <a:pt x="6096000" y="0"/>
                </a:cubicBezTo>
                <a:cubicBezTo>
                  <a:pt x="6104560" y="72954"/>
                  <a:pt x="6100135" y="192218"/>
                  <a:pt x="6096000" y="240633"/>
                </a:cubicBezTo>
                <a:cubicBezTo>
                  <a:pt x="5966302" y="243114"/>
                  <a:pt x="5658318" y="211041"/>
                  <a:pt x="5479627" y="240633"/>
                </a:cubicBezTo>
                <a:cubicBezTo>
                  <a:pt x="5300936" y="270225"/>
                  <a:pt x="4893931" y="276989"/>
                  <a:pt x="4741333" y="240633"/>
                </a:cubicBezTo>
                <a:cubicBezTo>
                  <a:pt x="4588735" y="204277"/>
                  <a:pt x="4314775" y="244654"/>
                  <a:pt x="3942080" y="240633"/>
                </a:cubicBezTo>
                <a:cubicBezTo>
                  <a:pt x="3569385" y="236612"/>
                  <a:pt x="3446947" y="212435"/>
                  <a:pt x="3142827" y="240633"/>
                </a:cubicBezTo>
                <a:cubicBezTo>
                  <a:pt x="2838707" y="268831"/>
                  <a:pt x="2895404" y="220262"/>
                  <a:pt x="2648373" y="240633"/>
                </a:cubicBezTo>
                <a:cubicBezTo>
                  <a:pt x="2401342" y="261004"/>
                  <a:pt x="2326147" y="227707"/>
                  <a:pt x="2153920" y="240633"/>
                </a:cubicBezTo>
                <a:cubicBezTo>
                  <a:pt x="1981693" y="253559"/>
                  <a:pt x="1756164" y="242671"/>
                  <a:pt x="1415627" y="240633"/>
                </a:cubicBezTo>
                <a:cubicBezTo>
                  <a:pt x="1075090" y="238595"/>
                  <a:pt x="1000263" y="204548"/>
                  <a:pt x="616373" y="240633"/>
                </a:cubicBezTo>
                <a:cubicBezTo>
                  <a:pt x="232483" y="276718"/>
                  <a:pt x="273350" y="249372"/>
                  <a:pt x="0" y="240633"/>
                </a:cubicBezTo>
                <a:cubicBezTo>
                  <a:pt x="4725" y="172132"/>
                  <a:pt x="2753" y="98529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241735" y="11085"/>
                  <a:pt x="367581" y="-18565"/>
                  <a:pt x="494453" y="0"/>
                </a:cubicBezTo>
                <a:cubicBezTo>
                  <a:pt x="621325" y="18565"/>
                  <a:pt x="790716" y="-21852"/>
                  <a:pt x="1049867" y="0"/>
                </a:cubicBezTo>
                <a:cubicBezTo>
                  <a:pt x="1309018" y="21852"/>
                  <a:pt x="1340343" y="19062"/>
                  <a:pt x="1605280" y="0"/>
                </a:cubicBezTo>
                <a:cubicBezTo>
                  <a:pt x="1870217" y="-19062"/>
                  <a:pt x="2007525" y="-33544"/>
                  <a:pt x="2343573" y="0"/>
                </a:cubicBezTo>
                <a:cubicBezTo>
                  <a:pt x="2679621" y="33544"/>
                  <a:pt x="2775248" y="-26451"/>
                  <a:pt x="3081867" y="0"/>
                </a:cubicBezTo>
                <a:cubicBezTo>
                  <a:pt x="3388486" y="26451"/>
                  <a:pt x="3471433" y="-52"/>
                  <a:pt x="3759200" y="0"/>
                </a:cubicBezTo>
                <a:cubicBezTo>
                  <a:pt x="4046967" y="52"/>
                  <a:pt x="4247034" y="26773"/>
                  <a:pt x="4436533" y="0"/>
                </a:cubicBezTo>
                <a:cubicBezTo>
                  <a:pt x="4626032" y="-26773"/>
                  <a:pt x="4912750" y="7331"/>
                  <a:pt x="5113867" y="0"/>
                </a:cubicBezTo>
                <a:cubicBezTo>
                  <a:pt x="5314984" y="-7331"/>
                  <a:pt x="5821833" y="48769"/>
                  <a:pt x="6096000" y="0"/>
                </a:cubicBezTo>
                <a:cubicBezTo>
                  <a:pt x="6102474" y="76117"/>
                  <a:pt x="6103110" y="132225"/>
                  <a:pt x="6096000" y="240633"/>
                </a:cubicBezTo>
                <a:cubicBezTo>
                  <a:pt x="5959819" y="247248"/>
                  <a:pt x="5721211" y="242954"/>
                  <a:pt x="5601547" y="240633"/>
                </a:cubicBezTo>
                <a:cubicBezTo>
                  <a:pt x="5481883" y="238312"/>
                  <a:pt x="5188407" y="253955"/>
                  <a:pt x="4985173" y="240633"/>
                </a:cubicBezTo>
                <a:cubicBezTo>
                  <a:pt x="4781939" y="227311"/>
                  <a:pt x="4696130" y="233914"/>
                  <a:pt x="4429760" y="240633"/>
                </a:cubicBezTo>
                <a:cubicBezTo>
                  <a:pt x="4163390" y="247352"/>
                  <a:pt x="4114256" y="234599"/>
                  <a:pt x="3935307" y="240633"/>
                </a:cubicBezTo>
                <a:cubicBezTo>
                  <a:pt x="3756358" y="246667"/>
                  <a:pt x="3598171" y="229624"/>
                  <a:pt x="3318933" y="240633"/>
                </a:cubicBezTo>
                <a:cubicBezTo>
                  <a:pt x="3039695" y="251642"/>
                  <a:pt x="2960844" y="268072"/>
                  <a:pt x="2702560" y="240633"/>
                </a:cubicBezTo>
                <a:cubicBezTo>
                  <a:pt x="2444276" y="213194"/>
                  <a:pt x="2118541" y="220528"/>
                  <a:pt x="1903307" y="240633"/>
                </a:cubicBezTo>
                <a:cubicBezTo>
                  <a:pt x="1688073" y="260738"/>
                  <a:pt x="1395578" y="265877"/>
                  <a:pt x="1104053" y="240633"/>
                </a:cubicBezTo>
                <a:cubicBezTo>
                  <a:pt x="812528" y="215389"/>
                  <a:pt x="316852" y="239973"/>
                  <a:pt x="0" y="240633"/>
                </a:cubicBezTo>
                <a:cubicBezTo>
                  <a:pt x="7941" y="150329"/>
                  <a:pt x="6737" y="59036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53407261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F1AD343-E41F-48A7-AA4D-45354A4BBF00}"/>
              </a:ext>
            </a:extLst>
          </p:cNvPr>
          <p:cNvSpPr/>
          <p:nvPr/>
        </p:nvSpPr>
        <p:spPr>
          <a:xfrm rot="5400000">
            <a:off x="6369009" y="1485175"/>
            <a:ext cx="240631" cy="1292842"/>
          </a:xfrm>
          <a:prstGeom prst="rect">
            <a:avLst/>
          </a:pr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30" name="Forma libre: forma 29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FBE6A779-76F0-4DFA-8C7F-F3A8627201CD}"/>
              </a:ext>
            </a:extLst>
          </p:cNvPr>
          <p:cNvSpPr/>
          <p:nvPr/>
        </p:nvSpPr>
        <p:spPr>
          <a:xfrm>
            <a:off x="7752080" y="-650240"/>
            <a:ext cx="4913138" cy="2092632"/>
          </a:xfrm>
          <a:custGeom>
            <a:avLst/>
            <a:gdLst>
              <a:gd name="connsiteX0" fmla="*/ 0 w 4913138"/>
              <a:gd name="connsiteY0" fmla="*/ 0 h 2092632"/>
              <a:gd name="connsiteX1" fmla="*/ 712405 w 4913138"/>
              <a:gd name="connsiteY1" fmla="*/ 0 h 2092632"/>
              <a:gd name="connsiteX2" fmla="*/ 1326547 w 4913138"/>
              <a:gd name="connsiteY2" fmla="*/ 0 h 2092632"/>
              <a:gd name="connsiteX3" fmla="*/ 1842427 w 4913138"/>
              <a:gd name="connsiteY3" fmla="*/ 0 h 2092632"/>
              <a:gd name="connsiteX4" fmla="*/ 2358306 w 4913138"/>
              <a:gd name="connsiteY4" fmla="*/ 0 h 2092632"/>
              <a:gd name="connsiteX5" fmla="*/ 2972448 w 4913138"/>
              <a:gd name="connsiteY5" fmla="*/ 0 h 2092632"/>
              <a:gd name="connsiteX6" fmla="*/ 3684854 w 4913138"/>
              <a:gd name="connsiteY6" fmla="*/ 0 h 2092632"/>
              <a:gd name="connsiteX7" fmla="*/ 4348127 w 4913138"/>
              <a:gd name="connsiteY7" fmla="*/ 0 h 2092632"/>
              <a:gd name="connsiteX8" fmla="*/ 4913138 w 4913138"/>
              <a:gd name="connsiteY8" fmla="*/ 0 h 2092632"/>
              <a:gd name="connsiteX9" fmla="*/ 4913138 w 4913138"/>
              <a:gd name="connsiteY9" fmla="*/ 535454 h 2092632"/>
              <a:gd name="connsiteX10" fmla="*/ 4913138 w 4913138"/>
              <a:gd name="connsiteY10" fmla="*/ 1159169 h 2092632"/>
              <a:gd name="connsiteX11" fmla="*/ 4913138 w 4913138"/>
              <a:gd name="connsiteY11" fmla="*/ 1765232 h 2092632"/>
              <a:gd name="connsiteX12" fmla="*/ 4232826 w 4913138"/>
              <a:gd name="connsiteY12" fmla="*/ 1710552 h 2092632"/>
              <a:gd name="connsiteX13" fmla="*/ 3552514 w 4913138"/>
              <a:gd name="connsiteY13" fmla="*/ 1655871 h 2092632"/>
              <a:gd name="connsiteX14" fmla="*/ 3192472 w 4913138"/>
              <a:gd name="connsiteY14" fmla="*/ 1267782 h 2092632"/>
              <a:gd name="connsiteX15" fmla="*/ 2825156 w 4913138"/>
              <a:gd name="connsiteY15" fmla="*/ 1663710 h 2092632"/>
              <a:gd name="connsiteX16" fmla="*/ 2427231 w 4913138"/>
              <a:gd name="connsiteY16" fmla="*/ 2092632 h 2092632"/>
              <a:gd name="connsiteX17" fmla="*/ 2062789 w 4913138"/>
              <a:gd name="connsiteY17" fmla="*/ 1725457 h 2092632"/>
              <a:gd name="connsiteX18" fmla="*/ 1667976 w 4913138"/>
              <a:gd name="connsiteY18" fmla="*/ 1327684 h 2092632"/>
              <a:gd name="connsiteX19" fmla="*/ 1347288 w 4913138"/>
              <a:gd name="connsiteY19" fmla="*/ 1650776 h 2092632"/>
              <a:gd name="connsiteX20" fmla="*/ 999876 w 4913138"/>
              <a:gd name="connsiteY20" fmla="*/ 2000792 h 2092632"/>
              <a:gd name="connsiteX21" fmla="*/ 712961 w 4913138"/>
              <a:gd name="connsiteY21" fmla="*/ 1781034 h 2092632"/>
              <a:gd name="connsiteX22" fmla="*/ 389418 w 4913138"/>
              <a:gd name="connsiteY22" fmla="*/ 1533222 h 2092632"/>
              <a:gd name="connsiteX23" fmla="*/ 0 w 4913138"/>
              <a:gd name="connsiteY23" fmla="*/ 1831491 h 2092632"/>
              <a:gd name="connsiteX24" fmla="*/ 0 w 4913138"/>
              <a:gd name="connsiteY24" fmla="*/ 1257624 h 2092632"/>
              <a:gd name="connsiteX25" fmla="*/ 0 w 4913138"/>
              <a:gd name="connsiteY25" fmla="*/ 628812 h 2092632"/>
              <a:gd name="connsiteX26" fmla="*/ 0 w 4913138"/>
              <a:gd name="connsiteY26" fmla="*/ 0 h 2092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913138" h="2092632" fill="none" extrusionOk="0">
                <a:moveTo>
                  <a:pt x="0" y="0"/>
                </a:moveTo>
                <a:cubicBezTo>
                  <a:pt x="181212" y="-25170"/>
                  <a:pt x="436137" y="-18538"/>
                  <a:pt x="712405" y="0"/>
                </a:cubicBezTo>
                <a:cubicBezTo>
                  <a:pt x="988673" y="18538"/>
                  <a:pt x="1194649" y="-14795"/>
                  <a:pt x="1326547" y="0"/>
                </a:cubicBezTo>
                <a:cubicBezTo>
                  <a:pt x="1458445" y="14795"/>
                  <a:pt x="1654065" y="12436"/>
                  <a:pt x="1842427" y="0"/>
                </a:cubicBezTo>
                <a:cubicBezTo>
                  <a:pt x="2030789" y="-12436"/>
                  <a:pt x="2215769" y="-22317"/>
                  <a:pt x="2358306" y="0"/>
                </a:cubicBezTo>
                <a:cubicBezTo>
                  <a:pt x="2500843" y="22317"/>
                  <a:pt x="2832335" y="-16862"/>
                  <a:pt x="2972448" y="0"/>
                </a:cubicBezTo>
                <a:cubicBezTo>
                  <a:pt x="3112561" y="16862"/>
                  <a:pt x="3505637" y="-689"/>
                  <a:pt x="3684854" y="0"/>
                </a:cubicBezTo>
                <a:cubicBezTo>
                  <a:pt x="3864071" y="689"/>
                  <a:pt x="4145794" y="18863"/>
                  <a:pt x="4348127" y="0"/>
                </a:cubicBezTo>
                <a:cubicBezTo>
                  <a:pt x="4550460" y="-18863"/>
                  <a:pt x="4787190" y="25931"/>
                  <a:pt x="4913138" y="0"/>
                </a:cubicBezTo>
                <a:cubicBezTo>
                  <a:pt x="4906722" y="220276"/>
                  <a:pt x="4932231" y="421668"/>
                  <a:pt x="4913138" y="535454"/>
                </a:cubicBezTo>
                <a:cubicBezTo>
                  <a:pt x="4894045" y="649240"/>
                  <a:pt x="4938396" y="902198"/>
                  <a:pt x="4913138" y="1159169"/>
                </a:cubicBezTo>
                <a:cubicBezTo>
                  <a:pt x="4887880" y="1416140"/>
                  <a:pt x="4893734" y="1465300"/>
                  <a:pt x="4913138" y="1765232"/>
                </a:cubicBezTo>
                <a:cubicBezTo>
                  <a:pt x="4591530" y="1715351"/>
                  <a:pt x="4395889" y="1742531"/>
                  <a:pt x="4232826" y="1710552"/>
                </a:cubicBezTo>
                <a:cubicBezTo>
                  <a:pt x="4069763" y="1678572"/>
                  <a:pt x="3777791" y="1661807"/>
                  <a:pt x="3552514" y="1655871"/>
                </a:cubicBezTo>
                <a:cubicBezTo>
                  <a:pt x="3360082" y="1474242"/>
                  <a:pt x="3265875" y="1349148"/>
                  <a:pt x="3192472" y="1267782"/>
                </a:cubicBezTo>
                <a:cubicBezTo>
                  <a:pt x="3104459" y="1369437"/>
                  <a:pt x="2942783" y="1532097"/>
                  <a:pt x="2825156" y="1663710"/>
                </a:cubicBezTo>
                <a:cubicBezTo>
                  <a:pt x="2707529" y="1795323"/>
                  <a:pt x="2568200" y="1967645"/>
                  <a:pt x="2427231" y="2092632"/>
                </a:cubicBezTo>
                <a:cubicBezTo>
                  <a:pt x="2334423" y="2029754"/>
                  <a:pt x="2199752" y="1897793"/>
                  <a:pt x="2062789" y="1725457"/>
                </a:cubicBezTo>
                <a:cubicBezTo>
                  <a:pt x="1925825" y="1553121"/>
                  <a:pt x="1795190" y="1445965"/>
                  <a:pt x="1667976" y="1327684"/>
                </a:cubicBezTo>
                <a:cubicBezTo>
                  <a:pt x="1513083" y="1462487"/>
                  <a:pt x="1511295" y="1504177"/>
                  <a:pt x="1347288" y="1650776"/>
                </a:cubicBezTo>
                <a:cubicBezTo>
                  <a:pt x="1183281" y="1797375"/>
                  <a:pt x="1123192" y="1879589"/>
                  <a:pt x="999876" y="2000792"/>
                </a:cubicBezTo>
                <a:cubicBezTo>
                  <a:pt x="914043" y="1949734"/>
                  <a:pt x="774331" y="1835487"/>
                  <a:pt x="712961" y="1781034"/>
                </a:cubicBezTo>
                <a:cubicBezTo>
                  <a:pt x="651591" y="1726581"/>
                  <a:pt x="520404" y="1657714"/>
                  <a:pt x="389418" y="1533222"/>
                </a:cubicBezTo>
                <a:cubicBezTo>
                  <a:pt x="254208" y="1655955"/>
                  <a:pt x="173894" y="1726729"/>
                  <a:pt x="0" y="1831491"/>
                </a:cubicBezTo>
                <a:cubicBezTo>
                  <a:pt x="9056" y="1621561"/>
                  <a:pt x="3884" y="1480808"/>
                  <a:pt x="0" y="1257624"/>
                </a:cubicBezTo>
                <a:cubicBezTo>
                  <a:pt x="-3884" y="1034440"/>
                  <a:pt x="18136" y="897319"/>
                  <a:pt x="0" y="628812"/>
                </a:cubicBezTo>
                <a:cubicBezTo>
                  <a:pt x="-18136" y="360305"/>
                  <a:pt x="-30315" y="232445"/>
                  <a:pt x="0" y="0"/>
                </a:cubicBezTo>
                <a:close/>
              </a:path>
              <a:path w="4913138" h="2092632" stroke="0" extrusionOk="0">
                <a:moveTo>
                  <a:pt x="0" y="0"/>
                </a:moveTo>
                <a:cubicBezTo>
                  <a:pt x="266148" y="18297"/>
                  <a:pt x="559850" y="-32505"/>
                  <a:pt x="712405" y="0"/>
                </a:cubicBezTo>
                <a:cubicBezTo>
                  <a:pt x="864961" y="32505"/>
                  <a:pt x="1038420" y="-18134"/>
                  <a:pt x="1179153" y="0"/>
                </a:cubicBezTo>
                <a:cubicBezTo>
                  <a:pt x="1319886" y="18134"/>
                  <a:pt x="1529166" y="22571"/>
                  <a:pt x="1695033" y="0"/>
                </a:cubicBezTo>
                <a:cubicBezTo>
                  <a:pt x="1860900" y="-22571"/>
                  <a:pt x="2042678" y="25120"/>
                  <a:pt x="2309175" y="0"/>
                </a:cubicBezTo>
                <a:cubicBezTo>
                  <a:pt x="2575672" y="-25120"/>
                  <a:pt x="2606168" y="-9115"/>
                  <a:pt x="2825054" y="0"/>
                </a:cubicBezTo>
                <a:cubicBezTo>
                  <a:pt x="3043940" y="9115"/>
                  <a:pt x="3112494" y="6424"/>
                  <a:pt x="3291802" y="0"/>
                </a:cubicBezTo>
                <a:cubicBezTo>
                  <a:pt x="3471110" y="-6424"/>
                  <a:pt x="3617690" y="22897"/>
                  <a:pt x="3807682" y="0"/>
                </a:cubicBezTo>
                <a:cubicBezTo>
                  <a:pt x="3997674" y="-22897"/>
                  <a:pt x="4644899" y="36648"/>
                  <a:pt x="4913138" y="0"/>
                </a:cubicBezTo>
                <a:cubicBezTo>
                  <a:pt x="4922610" y="126257"/>
                  <a:pt x="4943912" y="393177"/>
                  <a:pt x="4913138" y="623715"/>
                </a:cubicBezTo>
                <a:cubicBezTo>
                  <a:pt x="4882364" y="854254"/>
                  <a:pt x="4937686" y="891860"/>
                  <a:pt x="4913138" y="1159169"/>
                </a:cubicBezTo>
                <a:cubicBezTo>
                  <a:pt x="4888590" y="1426478"/>
                  <a:pt x="4887984" y="1616640"/>
                  <a:pt x="4913138" y="1765232"/>
                </a:cubicBezTo>
                <a:cubicBezTo>
                  <a:pt x="4711401" y="1767318"/>
                  <a:pt x="4430325" y="1759869"/>
                  <a:pt x="4232826" y="1710552"/>
                </a:cubicBezTo>
                <a:cubicBezTo>
                  <a:pt x="4035327" y="1661234"/>
                  <a:pt x="3798537" y="1702024"/>
                  <a:pt x="3552514" y="1655871"/>
                </a:cubicBezTo>
                <a:cubicBezTo>
                  <a:pt x="3406140" y="1486424"/>
                  <a:pt x="3253599" y="1360872"/>
                  <a:pt x="3192472" y="1267782"/>
                </a:cubicBezTo>
                <a:cubicBezTo>
                  <a:pt x="3131052" y="1366472"/>
                  <a:pt x="2912161" y="1581533"/>
                  <a:pt x="2809852" y="1680207"/>
                </a:cubicBezTo>
                <a:cubicBezTo>
                  <a:pt x="2707542" y="1778881"/>
                  <a:pt x="2593715" y="1931384"/>
                  <a:pt x="2427231" y="2092632"/>
                </a:cubicBezTo>
                <a:cubicBezTo>
                  <a:pt x="2360924" y="1999535"/>
                  <a:pt x="2151827" y="1844418"/>
                  <a:pt x="2040011" y="1702509"/>
                </a:cubicBezTo>
                <a:cubicBezTo>
                  <a:pt x="1928195" y="1560600"/>
                  <a:pt x="1750986" y="1432649"/>
                  <a:pt x="1667976" y="1327684"/>
                </a:cubicBezTo>
                <a:cubicBezTo>
                  <a:pt x="1559738" y="1432914"/>
                  <a:pt x="1482304" y="1510293"/>
                  <a:pt x="1353969" y="1644045"/>
                </a:cubicBezTo>
                <a:cubicBezTo>
                  <a:pt x="1225633" y="1777797"/>
                  <a:pt x="1147086" y="1885667"/>
                  <a:pt x="999876" y="2000792"/>
                </a:cubicBezTo>
                <a:cubicBezTo>
                  <a:pt x="934719" y="1944958"/>
                  <a:pt x="765195" y="1815139"/>
                  <a:pt x="688542" y="1762331"/>
                </a:cubicBezTo>
                <a:cubicBezTo>
                  <a:pt x="611889" y="1709523"/>
                  <a:pt x="451977" y="1581459"/>
                  <a:pt x="389418" y="1533222"/>
                </a:cubicBezTo>
                <a:cubicBezTo>
                  <a:pt x="234267" y="1659977"/>
                  <a:pt x="170934" y="1701793"/>
                  <a:pt x="0" y="1831491"/>
                </a:cubicBezTo>
                <a:cubicBezTo>
                  <a:pt x="-26762" y="1559338"/>
                  <a:pt x="10307" y="1456136"/>
                  <a:pt x="0" y="1220994"/>
                </a:cubicBezTo>
                <a:cubicBezTo>
                  <a:pt x="-10307" y="985852"/>
                  <a:pt x="30153" y="891873"/>
                  <a:pt x="0" y="573867"/>
                </a:cubicBezTo>
                <a:cubicBezTo>
                  <a:pt x="-30153" y="255861"/>
                  <a:pt x="-17527" y="197483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4272884087">
                  <a:custGeom>
                    <a:avLst/>
                    <a:gdLst>
                      <a:gd name="connsiteX0" fmla="*/ 0 w 3501456"/>
                      <a:gd name="connsiteY0" fmla="*/ 0 h 2092632"/>
                      <a:gd name="connsiteX1" fmla="*/ 3501456 w 3501456"/>
                      <a:gd name="connsiteY1" fmla="*/ 0 h 2092632"/>
                      <a:gd name="connsiteX2" fmla="*/ 3501456 w 3501456"/>
                      <a:gd name="connsiteY2" fmla="*/ 1765232 h 2092632"/>
                      <a:gd name="connsiteX3" fmla="*/ 2531778 w 3501456"/>
                      <a:gd name="connsiteY3" fmla="*/ 1655871 h 2092632"/>
                      <a:gd name="connsiteX4" fmla="*/ 2275186 w 3501456"/>
                      <a:gd name="connsiteY4" fmla="*/ 1267782 h 2092632"/>
                      <a:gd name="connsiteX5" fmla="*/ 1729820 w 3501456"/>
                      <a:gd name="connsiteY5" fmla="*/ 2092632 h 2092632"/>
                      <a:gd name="connsiteX6" fmla="*/ 1188720 w 3501456"/>
                      <a:gd name="connsiteY6" fmla="*/ 1327684 h 2092632"/>
                      <a:gd name="connsiteX7" fmla="*/ 712584 w 3501456"/>
                      <a:gd name="connsiteY7" fmla="*/ 2000792 h 2092632"/>
                      <a:gd name="connsiteX8" fmla="*/ 277528 w 3501456"/>
                      <a:gd name="connsiteY8" fmla="*/ 1533222 h 2092632"/>
                      <a:gd name="connsiteX9" fmla="*/ 0 w 3501456"/>
                      <a:gd name="connsiteY9" fmla="*/ 1831491 h 2092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01456" h="2092632">
                        <a:moveTo>
                          <a:pt x="0" y="0"/>
                        </a:moveTo>
                        <a:lnTo>
                          <a:pt x="3501456" y="0"/>
                        </a:lnTo>
                        <a:lnTo>
                          <a:pt x="3501456" y="1765232"/>
                        </a:lnTo>
                        <a:lnTo>
                          <a:pt x="2531778" y="1655871"/>
                        </a:lnTo>
                        <a:lnTo>
                          <a:pt x="2275186" y="1267782"/>
                        </a:lnTo>
                        <a:lnTo>
                          <a:pt x="1729820" y="2092632"/>
                        </a:lnTo>
                        <a:lnTo>
                          <a:pt x="1188720" y="1327684"/>
                        </a:lnTo>
                        <a:lnTo>
                          <a:pt x="712584" y="2000792"/>
                        </a:lnTo>
                        <a:lnTo>
                          <a:pt x="277528" y="1533222"/>
                        </a:lnTo>
                        <a:lnTo>
                          <a:pt x="0" y="1831491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2" name="Forma libre: forma 31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732719CC-AF25-46B1-91F3-034C6688CD67}"/>
              </a:ext>
            </a:extLst>
          </p:cNvPr>
          <p:cNvSpPr/>
          <p:nvPr/>
        </p:nvSpPr>
        <p:spPr>
          <a:xfrm flipV="1">
            <a:off x="8999621" y="5720566"/>
            <a:ext cx="4495881" cy="2092632"/>
          </a:xfrm>
          <a:custGeom>
            <a:avLst/>
            <a:gdLst>
              <a:gd name="connsiteX0" fmla="*/ 0 w 4495881"/>
              <a:gd name="connsiteY0" fmla="*/ 0 h 2092632"/>
              <a:gd name="connsiteX1" fmla="*/ 552351 w 4495881"/>
              <a:gd name="connsiteY1" fmla="*/ 0 h 2092632"/>
              <a:gd name="connsiteX2" fmla="*/ 1059743 w 4495881"/>
              <a:gd name="connsiteY2" fmla="*/ 0 h 2092632"/>
              <a:gd name="connsiteX3" fmla="*/ 1657053 w 4495881"/>
              <a:gd name="connsiteY3" fmla="*/ 0 h 2092632"/>
              <a:gd name="connsiteX4" fmla="*/ 2209404 w 4495881"/>
              <a:gd name="connsiteY4" fmla="*/ 0 h 2092632"/>
              <a:gd name="connsiteX5" fmla="*/ 2851673 w 4495881"/>
              <a:gd name="connsiteY5" fmla="*/ 0 h 2092632"/>
              <a:gd name="connsiteX6" fmla="*/ 3404024 w 4495881"/>
              <a:gd name="connsiteY6" fmla="*/ 0 h 2092632"/>
              <a:gd name="connsiteX7" fmla="*/ 4495881 w 4495881"/>
              <a:gd name="connsiteY7" fmla="*/ 0 h 2092632"/>
              <a:gd name="connsiteX8" fmla="*/ 4495881 w 4495881"/>
              <a:gd name="connsiteY8" fmla="*/ 606063 h 2092632"/>
              <a:gd name="connsiteX9" fmla="*/ 4495881 w 4495881"/>
              <a:gd name="connsiteY9" fmla="*/ 1194474 h 2092632"/>
              <a:gd name="connsiteX10" fmla="*/ 4495881 w 4495881"/>
              <a:gd name="connsiteY10" fmla="*/ 1765232 h 2092632"/>
              <a:gd name="connsiteX11" fmla="*/ 3848445 w 4495881"/>
              <a:gd name="connsiteY11" fmla="*/ 1708364 h 2092632"/>
              <a:gd name="connsiteX12" fmla="*/ 3250811 w 4495881"/>
              <a:gd name="connsiteY12" fmla="*/ 1655871 h 2092632"/>
              <a:gd name="connsiteX13" fmla="*/ 2921346 w 4495881"/>
              <a:gd name="connsiteY13" fmla="*/ 1267782 h 2092632"/>
              <a:gd name="connsiteX14" fmla="*/ 2564217 w 4495881"/>
              <a:gd name="connsiteY14" fmla="*/ 1688456 h 2092632"/>
              <a:gd name="connsiteX15" fmla="*/ 2221094 w 4495881"/>
              <a:gd name="connsiteY15" fmla="*/ 2092632 h 2092632"/>
              <a:gd name="connsiteX16" fmla="*/ 1894550 w 4495881"/>
              <a:gd name="connsiteY16" fmla="*/ 1733106 h 2092632"/>
              <a:gd name="connsiteX17" fmla="*/ 1526320 w 4495881"/>
              <a:gd name="connsiteY17" fmla="*/ 1327684 h 2092632"/>
              <a:gd name="connsiteX18" fmla="*/ 1226754 w 4495881"/>
              <a:gd name="connsiteY18" fmla="*/ 1657507 h 2092632"/>
              <a:gd name="connsiteX19" fmla="*/ 914960 w 4495881"/>
              <a:gd name="connsiteY19" fmla="*/ 2000792 h 2092632"/>
              <a:gd name="connsiteX20" fmla="*/ 646825 w 4495881"/>
              <a:gd name="connsiteY20" fmla="*/ 1776358 h 2092632"/>
              <a:gd name="connsiteX21" fmla="*/ 356346 w 4495881"/>
              <a:gd name="connsiteY21" fmla="*/ 1533222 h 2092632"/>
              <a:gd name="connsiteX22" fmla="*/ 0 w 4495881"/>
              <a:gd name="connsiteY22" fmla="*/ 1831491 h 2092632"/>
              <a:gd name="connsiteX23" fmla="*/ 0 w 4495881"/>
              <a:gd name="connsiteY23" fmla="*/ 1239309 h 2092632"/>
              <a:gd name="connsiteX24" fmla="*/ 0 w 4495881"/>
              <a:gd name="connsiteY24" fmla="*/ 683757 h 2092632"/>
              <a:gd name="connsiteX25" fmla="*/ 0 w 4495881"/>
              <a:gd name="connsiteY25" fmla="*/ 0 h 2092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95881" h="2092632" fill="none" extrusionOk="0">
                <a:moveTo>
                  <a:pt x="0" y="0"/>
                </a:moveTo>
                <a:cubicBezTo>
                  <a:pt x="237603" y="-4453"/>
                  <a:pt x="312548" y="13901"/>
                  <a:pt x="552351" y="0"/>
                </a:cubicBezTo>
                <a:cubicBezTo>
                  <a:pt x="792154" y="-13901"/>
                  <a:pt x="904200" y="-13326"/>
                  <a:pt x="1059743" y="0"/>
                </a:cubicBezTo>
                <a:cubicBezTo>
                  <a:pt x="1215286" y="13326"/>
                  <a:pt x="1457223" y="7843"/>
                  <a:pt x="1657053" y="0"/>
                </a:cubicBezTo>
                <a:cubicBezTo>
                  <a:pt x="1856883" y="-7843"/>
                  <a:pt x="1982536" y="9923"/>
                  <a:pt x="2209404" y="0"/>
                </a:cubicBezTo>
                <a:cubicBezTo>
                  <a:pt x="2436272" y="-9923"/>
                  <a:pt x="2654533" y="29073"/>
                  <a:pt x="2851673" y="0"/>
                </a:cubicBezTo>
                <a:cubicBezTo>
                  <a:pt x="3048813" y="-29073"/>
                  <a:pt x="3289530" y="-9651"/>
                  <a:pt x="3404024" y="0"/>
                </a:cubicBezTo>
                <a:cubicBezTo>
                  <a:pt x="3518518" y="9651"/>
                  <a:pt x="4134914" y="-47962"/>
                  <a:pt x="4495881" y="0"/>
                </a:cubicBezTo>
                <a:cubicBezTo>
                  <a:pt x="4475637" y="282690"/>
                  <a:pt x="4472805" y="346020"/>
                  <a:pt x="4495881" y="606063"/>
                </a:cubicBezTo>
                <a:cubicBezTo>
                  <a:pt x="4518957" y="866106"/>
                  <a:pt x="4487467" y="904289"/>
                  <a:pt x="4495881" y="1194474"/>
                </a:cubicBezTo>
                <a:cubicBezTo>
                  <a:pt x="4504295" y="1484659"/>
                  <a:pt x="4514635" y="1577502"/>
                  <a:pt x="4495881" y="1765232"/>
                </a:cubicBezTo>
                <a:cubicBezTo>
                  <a:pt x="4232436" y="1715544"/>
                  <a:pt x="4067428" y="1746162"/>
                  <a:pt x="3848445" y="1708364"/>
                </a:cubicBezTo>
                <a:cubicBezTo>
                  <a:pt x="3629462" y="1670566"/>
                  <a:pt x="3493653" y="1651020"/>
                  <a:pt x="3250811" y="1655871"/>
                </a:cubicBezTo>
                <a:cubicBezTo>
                  <a:pt x="3162497" y="1561934"/>
                  <a:pt x="3080812" y="1455276"/>
                  <a:pt x="2921346" y="1267782"/>
                </a:cubicBezTo>
                <a:cubicBezTo>
                  <a:pt x="2816656" y="1361489"/>
                  <a:pt x="2633566" y="1564413"/>
                  <a:pt x="2564217" y="1688456"/>
                </a:cubicBezTo>
                <a:cubicBezTo>
                  <a:pt x="2494868" y="1812499"/>
                  <a:pt x="2363790" y="1894626"/>
                  <a:pt x="2221094" y="2092632"/>
                </a:cubicBezTo>
                <a:cubicBezTo>
                  <a:pt x="2109670" y="1937075"/>
                  <a:pt x="2027443" y="1883001"/>
                  <a:pt x="1894550" y="1733106"/>
                </a:cubicBezTo>
                <a:cubicBezTo>
                  <a:pt x="1761657" y="1583211"/>
                  <a:pt x="1651607" y="1493331"/>
                  <a:pt x="1526320" y="1327684"/>
                </a:cubicBezTo>
                <a:cubicBezTo>
                  <a:pt x="1445162" y="1437041"/>
                  <a:pt x="1374633" y="1527795"/>
                  <a:pt x="1226754" y="1657507"/>
                </a:cubicBezTo>
                <a:cubicBezTo>
                  <a:pt x="1078875" y="1787219"/>
                  <a:pt x="1060186" y="1857342"/>
                  <a:pt x="914960" y="2000792"/>
                </a:cubicBezTo>
                <a:cubicBezTo>
                  <a:pt x="822675" y="1904674"/>
                  <a:pt x="773569" y="1895833"/>
                  <a:pt x="646825" y="1776358"/>
                </a:cubicBezTo>
                <a:cubicBezTo>
                  <a:pt x="520081" y="1656883"/>
                  <a:pt x="486803" y="1627856"/>
                  <a:pt x="356346" y="1533222"/>
                </a:cubicBezTo>
                <a:cubicBezTo>
                  <a:pt x="259181" y="1596826"/>
                  <a:pt x="149194" y="1724798"/>
                  <a:pt x="0" y="1831491"/>
                </a:cubicBezTo>
                <a:cubicBezTo>
                  <a:pt x="5574" y="1604094"/>
                  <a:pt x="11753" y="1427185"/>
                  <a:pt x="0" y="1239309"/>
                </a:cubicBezTo>
                <a:cubicBezTo>
                  <a:pt x="-11753" y="1051433"/>
                  <a:pt x="-14640" y="804841"/>
                  <a:pt x="0" y="683757"/>
                </a:cubicBezTo>
                <a:cubicBezTo>
                  <a:pt x="14640" y="562673"/>
                  <a:pt x="-18573" y="200469"/>
                  <a:pt x="0" y="0"/>
                </a:cubicBezTo>
                <a:close/>
              </a:path>
              <a:path w="4495881" h="2092632" stroke="0" extrusionOk="0">
                <a:moveTo>
                  <a:pt x="0" y="0"/>
                </a:moveTo>
                <a:cubicBezTo>
                  <a:pt x="131783" y="-26780"/>
                  <a:pt x="409180" y="12621"/>
                  <a:pt x="552351" y="0"/>
                </a:cubicBezTo>
                <a:cubicBezTo>
                  <a:pt x="695522" y="-12621"/>
                  <a:pt x="1063908" y="-19367"/>
                  <a:pt x="1284537" y="0"/>
                </a:cubicBezTo>
                <a:cubicBezTo>
                  <a:pt x="1505166" y="19367"/>
                  <a:pt x="1753738" y="8524"/>
                  <a:pt x="1971765" y="0"/>
                </a:cubicBezTo>
                <a:cubicBezTo>
                  <a:pt x="2189792" y="-8524"/>
                  <a:pt x="2320263" y="15747"/>
                  <a:pt x="2479157" y="0"/>
                </a:cubicBezTo>
                <a:cubicBezTo>
                  <a:pt x="2638051" y="-15747"/>
                  <a:pt x="2784579" y="2716"/>
                  <a:pt x="3076467" y="0"/>
                </a:cubicBezTo>
                <a:cubicBezTo>
                  <a:pt x="3368355" y="-2716"/>
                  <a:pt x="3400054" y="-8886"/>
                  <a:pt x="3673777" y="0"/>
                </a:cubicBezTo>
                <a:cubicBezTo>
                  <a:pt x="3947500" y="8886"/>
                  <a:pt x="4115137" y="18123"/>
                  <a:pt x="4495881" y="0"/>
                </a:cubicBezTo>
                <a:cubicBezTo>
                  <a:pt x="4473722" y="228685"/>
                  <a:pt x="4513331" y="314178"/>
                  <a:pt x="4495881" y="606063"/>
                </a:cubicBezTo>
                <a:cubicBezTo>
                  <a:pt x="4478431" y="897948"/>
                  <a:pt x="4477458" y="1057570"/>
                  <a:pt x="4495881" y="1229778"/>
                </a:cubicBezTo>
                <a:cubicBezTo>
                  <a:pt x="4514304" y="1401986"/>
                  <a:pt x="4499160" y="1517740"/>
                  <a:pt x="4495881" y="1765232"/>
                </a:cubicBezTo>
                <a:cubicBezTo>
                  <a:pt x="4220831" y="1760512"/>
                  <a:pt x="4155479" y="1725179"/>
                  <a:pt x="3873346" y="1710552"/>
                </a:cubicBezTo>
                <a:cubicBezTo>
                  <a:pt x="3591213" y="1695925"/>
                  <a:pt x="3418620" y="1694635"/>
                  <a:pt x="3250811" y="1655871"/>
                </a:cubicBezTo>
                <a:cubicBezTo>
                  <a:pt x="3157102" y="1507829"/>
                  <a:pt x="3049321" y="1383780"/>
                  <a:pt x="2921346" y="1267782"/>
                </a:cubicBezTo>
                <a:cubicBezTo>
                  <a:pt x="2758315" y="1446666"/>
                  <a:pt x="2730489" y="1535729"/>
                  <a:pt x="2557215" y="1696704"/>
                </a:cubicBezTo>
                <a:cubicBezTo>
                  <a:pt x="2383941" y="1857679"/>
                  <a:pt x="2345245" y="1945533"/>
                  <a:pt x="2221094" y="2092632"/>
                </a:cubicBezTo>
                <a:cubicBezTo>
                  <a:pt x="2052570" y="1920287"/>
                  <a:pt x="1970850" y="1844635"/>
                  <a:pt x="1887602" y="1725457"/>
                </a:cubicBezTo>
                <a:cubicBezTo>
                  <a:pt x="1804355" y="1606279"/>
                  <a:pt x="1621204" y="1406418"/>
                  <a:pt x="1526320" y="1327684"/>
                </a:cubicBezTo>
                <a:cubicBezTo>
                  <a:pt x="1463857" y="1420785"/>
                  <a:pt x="1309084" y="1596137"/>
                  <a:pt x="1208413" y="1677700"/>
                </a:cubicBezTo>
                <a:cubicBezTo>
                  <a:pt x="1107742" y="1759263"/>
                  <a:pt x="1052738" y="1833720"/>
                  <a:pt x="914960" y="2000792"/>
                </a:cubicBezTo>
                <a:cubicBezTo>
                  <a:pt x="855085" y="1928412"/>
                  <a:pt x="695090" y="1797975"/>
                  <a:pt x="624481" y="1757656"/>
                </a:cubicBezTo>
                <a:cubicBezTo>
                  <a:pt x="553872" y="1717337"/>
                  <a:pt x="426331" y="1581037"/>
                  <a:pt x="356346" y="1533222"/>
                </a:cubicBezTo>
                <a:cubicBezTo>
                  <a:pt x="183709" y="1660222"/>
                  <a:pt x="152417" y="1711743"/>
                  <a:pt x="0" y="1831491"/>
                </a:cubicBezTo>
                <a:cubicBezTo>
                  <a:pt x="-4383" y="1677333"/>
                  <a:pt x="-15237" y="1486397"/>
                  <a:pt x="0" y="1257624"/>
                </a:cubicBezTo>
                <a:cubicBezTo>
                  <a:pt x="15237" y="1028851"/>
                  <a:pt x="-1858" y="880559"/>
                  <a:pt x="0" y="610497"/>
                </a:cubicBezTo>
                <a:cubicBezTo>
                  <a:pt x="1858" y="340435"/>
                  <a:pt x="27387" y="218136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527894007">
                  <a:custGeom>
                    <a:avLst/>
                    <a:gdLst>
                      <a:gd name="connsiteX0" fmla="*/ 0 w 3501456"/>
                      <a:gd name="connsiteY0" fmla="*/ 0 h 2092632"/>
                      <a:gd name="connsiteX1" fmla="*/ 3501456 w 3501456"/>
                      <a:gd name="connsiteY1" fmla="*/ 0 h 2092632"/>
                      <a:gd name="connsiteX2" fmla="*/ 3501456 w 3501456"/>
                      <a:gd name="connsiteY2" fmla="*/ 1765232 h 2092632"/>
                      <a:gd name="connsiteX3" fmla="*/ 2531778 w 3501456"/>
                      <a:gd name="connsiteY3" fmla="*/ 1655871 h 2092632"/>
                      <a:gd name="connsiteX4" fmla="*/ 2275186 w 3501456"/>
                      <a:gd name="connsiteY4" fmla="*/ 1267782 h 2092632"/>
                      <a:gd name="connsiteX5" fmla="*/ 1729820 w 3501456"/>
                      <a:gd name="connsiteY5" fmla="*/ 2092632 h 2092632"/>
                      <a:gd name="connsiteX6" fmla="*/ 1188720 w 3501456"/>
                      <a:gd name="connsiteY6" fmla="*/ 1327684 h 2092632"/>
                      <a:gd name="connsiteX7" fmla="*/ 712584 w 3501456"/>
                      <a:gd name="connsiteY7" fmla="*/ 2000792 h 2092632"/>
                      <a:gd name="connsiteX8" fmla="*/ 277528 w 3501456"/>
                      <a:gd name="connsiteY8" fmla="*/ 1533222 h 2092632"/>
                      <a:gd name="connsiteX9" fmla="*/ 0 w 3501456"/>
                      <a:gd name="connsiteY9" fmla="*/ 1831491 h 2092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01456" h="2092632">
                        <a:moveTo>
                          <a:pt x="0" y="0"/>
                        </a:moveTo>
                        <a:lnTo>
                          <a:pt x="3501456" y="0"/>
                        </a:lnTo>
                        <a:lnTo>
                          <a:pt x="3501456" y="1765232"/>
                        </a:lnTo>
                        <a:lnTo>
                          <a:pt x="2531778" y="1655871"/>
                        </a:lnTo>
                        <a:lnTo>
                          <a:pt x="2275186" y="1267782"/>
                        </a:lnTo>
                        <a:lnTo>
                          <a:pt x="1729820" y="2092632"/>
                        </a:lnTo>
                        <a:lnTo>
                          <a:pt x="1188720" y="1327684"/>
                        </a:lnTo>
                        <a:lnTo>
                          <a:pt x="712584" y="2000792"/>
                        </a:lnTo>
                        <a:lnTo>
                          <a:pt x="277528" y="1533222"/>
                        </a:lnTo>
                        <a:lnTo>
                          <a:pt x="0" y="1831491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7" name="Forma libre: forma 36">
            <a:extLst>
              <a:ext uri="{FF2B5EF4-FFF2-40B4-BE49-F238E27FC236}">
                <a16:creationId xmlns:a16="http://schemas.microsoft.com/office/drawing/2014/main" id="{76F9F1A6-517A-4FCA-BCE1-C3BD0C78651A}"/>
              </a:ext>
            </a:extLst>
          </p:cNvPr>
          <p:cNvSpPr/>
          <p:nvPr/>
        </p:nvSpPr>
        <p:spPr>
          <a:xfrm rot="10800000" flipH="1">
            <a:off x="3271547" y="-1992799"/>
            <a:ext cx="4439920" cy="2092632"/>
          </a:xfrm>
          <a:custGeom>
            <a:avLst/>
            <a:gdLst>
              <a:gd name="connsiteX0" fmla="*/ 0 w 4439920"/>
              <a:gd name="connsiteY0" fmla="*/ 0 h 2092632"/>
              <a:gd name="connsiteX1" fmla="*/ 501077 w 4439920"/>
              <a:gd name="connsiteY1" fmla="*/ 0 h 2092632"/>
              <a:gd name="connsiteX2" fmla="*/ 1224149 w 4439920"/>
              <a:gd name="connsiteY2" fmla="*/ 0 h 2092632"/>
              <a:gd name="connsiteX3" fmla="*/ 1902823 w 4439920"/>
              <a:gd name="connsiteY3" fmla="*/ 0 h 2092632"/>
              <a:gd name="connsiteX4" fmla="*/ 2448299 w 4439920"/>
              <a:gd name="connsiteY4" fmla="*/ 0 h 2092632"/>
              <a:gd name="connsiteX5" fmla="*/ 3038174 w 4439920"/>
              <a:gd name="connsiteY5" fmla="*/ 0 h 2092632"/>
              <a:gd name="connsiteX6" fmla="*/ 3761247 w 4439920"/>
              <a:gd name="connsiteY6" fmla="*/ 0 h 2092632"/>
              <a:gd name="connsiteX7" fmla="*/ 4439920 w 4439920"/>
              <a:gd name="connsiteY7" fmla="*/ 0 h 2092632"/>
              <a:gd name="connsiteX8" fmla="*/ 4439920 w 4439920"/>
              <a:gd name="connsiteY8" fmla="*/ 588411 h 2092632"/>
              <a:gd name="connsiteX9" fmla="*/ 4439920 w 4439920"/>
              <a:gd name="connsiteY9" fmla="*/ 1212126 h 2092632"/>
              <a:gd name="connsiteX10" fmla="*/ 4439920 w 4439920"/>
              <a:gd name="connsiteY10" fmla="*/ 1765232 h 2092632"/>
              <a:gd name="connsiteX11" fmla="*/ 3800542 w 4439920"/>
              <a:gd name="connsiteY11" fmla="*/ 1708364 h 2092632"/>
              <a:gd name="connsiteX12" fmla="*/ 3210347 w 4439920"/>
              <a:gd name="connsiteY12" fmla="*/ 1655871 h 2092632"/>
              <a:gd name="connsiteX13" fmla="*/ 2884983 w 4439920"/>
              <a:gd name="connsiteY13" fmla="*/ 1267782 h 2092632"/>
              <a:gd name="connsiteX14" fmla="*/ 2553046 w 4439920"/>
              <a:gd name="connsiteY14" fmla="*/ 1663710 h 2092632"/>
              <a:gd name="connsiteX15" fmla="*/ 2193448 w 4439920"/>
              <a:gd name="connsiteY15" fmla="*/ 2092632 h 2092632"/>
              <a:gd name="connsiteX16" fmla="*/ 1870969 w 4439920"/>
              <a:gd name="connsiteY16" fmla="*/ 1733106 h 2092632"/>
              <a:gd name="connsiteX17" fmla="*/ 1507322 w 4439920"/>
              <a:gd name="connsiteY17" fmla="*/ 1327684 h 2092632"/>
              <a:gd name="connsiteX18" fmla="*/ 1211484 w 4439920"/>
              <a:gd name="connsiteY18" fmla="*/ 1657507 h 2092632"/>
              <a:gd name="connsiteX19" fmla="*/ 903571 w 4439920"/>
              <a:gd name="connsiteY19" fmla="*/ 2000792 h 2092632"/>
              <a:gd name="connsiteX20" fmla="*/ 627741 w 4439920"/>
              <a:gd name="connsiteY20" fmla="*/ 1767007 h 2092632"/>
              <a:gd name="connsiteX21" fmla="*/ 351911 w 4439920"/>
              <a:gd name="connsiteY21" fmla="*/ 1533222 h 2092632"/>
              <a:gd name="connsiteX22" fmla="*/ 0 w 4439920"/>
              <a:gd name="connsiteY22" fmla="*/ 1831491 h 2092632"/>
              <a:gd name="connsiteX23" fmla="*/ 0 w 4439920"/>
              <a:gd name="connsiteY23" fmla="*/ 1239309 h 2092632"/>
              <a:gd name="connsiteX24" fmla="*/ 0 w 4439920"/>
              <a:gd name="connsiteY24" fmla="*/ 628812 h 2092632"/>
              <a:gd name="connsiteX25" fmla="*/ 0 w 4439920"/>
              <a:gd name="connsiteY25" fmla="*/ 0 h 2092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9920" h="2092632" fill="none" extrusionOk="0">
                <a:moveTo>
                  <a:pt x="0" y="0"/>
                </a:moveTo>
                <a:cubicBezTo>
                  <a:pt x="204988" y="-16235"/>
                  <a:pt x="259083" y="-19188"/>
                  <a:pt x="501077" y="0"/>
                </a:cubicBezTo>
                <a:cubicBezTo>
                  <a:pt x="743071" y="19188"/>
                  <a:pt x="969938" y="-21210"/>
                  <a:pt x="1224149" y="0"/>
                </a:cubicBezTo>
                <a:cubicBezTo>
                  <a:pt x="1478360" y="21210"/>
                  <a:pt x="1656165" y="16645"/>
                  <a:pt x="1902823" y="0"/>
                </a:cubicBezTo>
                <a:cubicBezTo>
                  <a:pt x="2149481" y="-16645"/>
                  <a:pt x="2310414" y="-18724"/>
                  <a:pt x="2448299" y="0"/>
                </a:cubicBezTo>
                <a:cubicBezTo>
                  <a:pt x="2586184" y="18724"/>
                  <a:pt x="2894117" y="26506"/>
                  <a:pt x="3038174" y="0"/>
                </a:cubicBezTo>
                <a:cubicBezTo>
                  <a:pt x="3182231" y="-26506"/>
                  <a:pt x="3605667" y="-14842"/>
                  <a:pt x="3761247" y="0"/>
                </a:cubicBezTo>
                <a:cubicBezTo>
                  <a:pt x="3916827" y="14842"/>
                  <a:pt x="4135134" y="12423"/>
                  <a:pt x="4439920" y="0"/>
                </a:cubicBezTo>
                <a:cubicBezTo>
                  <a:pt x="4446385" y="194385"/>
                  <a:pt x="4455349" y="363883"/>
                  <a:pt x="4439920" y="588411"/>
                </a:cubicBezTo>
                <a:cubicBezTo>
                  <a:pt x="4424491" y="812939"/>
                  <a:pt x="4464137" y="950630"/>
                  <a:pt x="4439920" y="1212126"/>
                </a:cubicBezTo>
                <a:cubicBezTo>
                  <a:pt x="4415703" y="1473622"/>
                  <a:pt x="4434556" y="1549924"/>
                  <a:pt x="4439920" y="1765232"/>
                </a:cubicBezTo>
                <a:cubicBezTo>
                  <a:pt x="4258939" y="1725264"/>
                  <a:pt x="4027283" y="1702203"/>
                  <a:pt x="3800542" y="1708364"/>
                </a:cubicBezTo>
                <a:cubicBezTo>
                  <a:pt x="3573801" y="1714525"/>
                  <a:pt x="3334624" y="1679451"/>
                  <a:pt x="3210347" y="1655871"/>
                </a:cubicBezTo>
                <a:cubicBezTo>
                  <a:pt x="3077448" y="1467599"/>
                  <a:pt x="2973422" y="1361630"/>
                  <a:pt x="2884983" y="1267782"/>
                </a:cubicBezTo>
                <a:cubicBezTo>
                  <a:pt x="2744053" y="1416937"/>
                  <a:pt x="2662435" y="1556760"/>
                  <a:pt x="2553046" y="1663710"/>
                </a:cubicBezTo>
                <a:cubicBezTo>
                  <a:pt x="2443657" y="1770661"/>
                  <a:pt x="2265956" y="2000216"/>
                  <a:pt x="2193448" y="2092632"/>
                </a:cubicBezTo>
                <a:cubicBezTo>
                  <a:pt x="2144626" y="2002082"/>
                  <a:pt x="1992420" y="1873334"/>
                  <a:pt x="1870969" y="1733106"/>
                </a:cubicBezTo>
                <a:cubicBezTo>
                  <a:pt x="1749518" y="1592878"/>
                  <a:pt x="1652030" y="1499226"/>
                  <a:pt x="1507322" y="1327684"/>
                </a:cubicBezTo>
                <a:cubicBezTo>
                  <a:pt x="1401067" y="1448702"/>
                  <a:pt x="1299317" y="1570461"/>
                  <a:pt x="1211484" y="1657507"/>
                </a:cubicBezTo>
                <a:cubicBezTo>
                  <a:pt x="1123651" y="1744553"/>
                  <a:pt x="1030529" y="1857770"/>
                  <a:pt x="903571" y="2000792"/>
                </a:cubicBezTo>
                <a:cubicBezTo>
                  <a:pt x="780915" y="1913718"/>
                  <a:pt x="674702" y="1823449"/>
                  <a:pt x="627741" y="1767007"/>
                </a:cubicBezTo>
                <a:cubicBezTo>
                  <a:pt x="580780" y="1710565"/>
                  <a:pt x="437605" y="1616739"/>
                  <a:pt x="351911" y="1533222"/>
                </a:cubicBezTo>
                <a:cubicBezTo>
                  <a:pt x="231902" y="1639705"/>
                  <a:pt x="134038" y="1712615"/>
                  <a:pt x="0" y="1831491"/>
                </a:cubicBezTo>
                <a:cubicBezTo>
                  <a:pt x="4617" y="1590253"/>
                  <a:pt x="14101" y="1480314"/>
                  <a:pt x="0" y="1239309"/>
                </a:cubicBezTo>
                <a:cubicBezTo>
                  <a:pt x="-14101" y="998304"/>
                  <a:pt x="7529" y="897973"/>
                  <a:pt x="0" y="628812"/>
                </a:cubicBezTo>
                <a:cubicBezTo>
                  <a:pt x="-7529" y="359651"/>
                  <a:pt x="-16639" y="146929"/>
                  <a:pt x="0" y="0"/>
                </a:cubicBezTo>
                <a:close/>
              </a:path>
              <a:path w="4439920" h="2092632" stroke="0" extrusionOk="0">
                <a:moveTo>
                  <a:pt x="0" y="0"/>
                </a:moveTo>
                <a:cubicBezTo>
                  <a:pt x="186234" y="11637"/>
                  <a:pt x="429265" y="-27342"/>
                  <a:pt x="589875" y="0"/>
                </a:cubicBezTo>
                <a:cubicBezTo>
                  <a:pt x="750485" y="27342"/>
                  <a:pt x="1022555" y="6213"/>
                  <a:pt x="1268549" y="0"/>
                </a:cubicBezTo>
                <a:cubicBezTo>
                  <a:pt x="1514543" y="-6213"/>
                  <a:pt x="1650392" y="-9454"/>
                  <a:pt x="1769625" y="0"/>
                </a:cubicBezTo>
                <a:cubicBezTo>
                  <a:pt x="1888858" y="9454"/>
                  <a:pt x="2286301" y="31718"/>
                  <a:pt x="2448299" y="0"/>
                </a:cubicBezTo>
                <a:cubicBezTo>
                  <a:pt x="2610297" y="-31718"/>
                  <a:pt x="2705663" y="18670"/>
                  <a:pt x="2949375" y="0"/>
                </a:cubicBezTo>
                <a:cubicBezTo>
                  <a:pt x="3193087" y="-18670"/>
                  <a:pt x="3310538" y="20233"/>
                  <a:pt x="3539251" y="0"/>
                </a:cubicBezTo>
                <a:cubicBezTo>
                  <a:pt x="3767964" y="-20233"/>
                  <a:pt x="4139647" y="18310"/>
                  <a:pt x="4439920" y="0"/>
                </a:cubicBezTo>
                <a:cubicBezTo>
                  <a:pt x="4444695" y="255255"/>
                  <a:pt x="4435974" y="392199"/>
                  <a:pt x="4439920" y="553106"/>
                </a:cubicBezTo>
                <a:cubicBezTo>
                  <a:pt x="4443866" y="714013"/>
                  <a:pt x="4443288" y="908695"/>
                  <a:pt x="4439920" y="1141517"/>
                </a:cubicBezTo>
                <a:cubicBezTo>
                  <a:pt x="4436552" y="1374339"/>
                  <a:pt x="4425750" y="1618485"/>
                  <a:pt x="4439920" y="1765232"/>
                </a:cubicBezTo>
                <a:cubicBezTo>
                  <a:pt x="4306798" y="1728605"/>
                  <a:pt x="3984786" y="1740775"/>
                  <a:pt x="3862021" y="1713832"/>
                </a:cubicBezTo>
                <a:cubicBezTo>
                  <a:pt x="3739256" y="1686889"/>
                  <a:pt x="3458853" y="1659085"/>
                  <a:pt x="3210347" y="1655871"/>
                </a:cubicBezTo>
                <a:cubicBezTo>
                  <a:pt x="3118416" y="1541993"/>
                  <a:pt x="3046460" y="1433135"/>
                  <a:pt x="2884983" y="1267782"/>
                </a:cubicBezTo>
                <a:cubicBezTo>
                  <a:pt x="2784565" y="1347251"/>
                  <a:pt x="2681123" y="1492559"/>
                  <a:pt x="2546131" y="1671959"/>
                </a:cubicBezTo>
                <a:cubicBezTo>
                  <a:pt x="2411139" y="1851359"/>
                  <a:pt x="2318751" y="1947822"/>
                  <a:pt x="2193448" y="2092632"/>
                </a:cubicBezTo>
                <a:cubicBezTo>
                  <a:pt x="2087045" y="1987854"/>
                  <a:pt x="1965168" y="1872530"/>
                  <a:pt x="1870969" y="1733106"/>
                </a:cubicBezTo>
                <a:cubicBezTo>
                  <a:pt x="1776770" y="1593682"/>
                  <a:pt x="1642823" y="1475165"/>
                  <a:pt x="1507322" y="1327684"/>
                </a:cubicBezTo>
                <a:cubicBezTo>
                  <a:pt x="1370545" y="1452282"/>
                  <a:pt x="1306938" y="1552739"/>
                  <a:pt x="1205447" y="1664238"/>
                </a:cubicBezTo>
                <a:cubicBezTo>
                  <a:pt x="1103956" y="1775737"/>
                  <a:pt x="994385" y="1878462"/>
                  <a:pt x="903571" y="2000792"/>
                </a:cubicBezTo>
                <a:cubicBezTo>
                  <a:pt x="819164" y="1929648"/>
                  <a:pt x="767319" y="1887523"/>
                  <a:pt x="644291" y="1781034"/>
                </a:cubicBezTo>
                <a:cubicBezTo>
                  <a:pt x="521262" y="1674545"/>
                  <a:pt x="423245" y="1609641"/>
                  <a:pt x="351911" y="1533222"/>
                </a:cubicBezTo>
                <a:cubicBezTo>
                  <a:pt x="177359" y="1679633"/>
                  <a:pt x="124197" y="1750146"/>
                  <a:pt x="0" y="1831491"/>
                </a:cubicBezTo>
                <a:cubicBezTo>
                  <a:pt x="-23365" y="1622162"/>
                  <a:pt x="29812" y="1510511"/>
                  <a:pt x="0" y="1202679"/>
                </a:cubicBezTo>
                <a:cubicBezTo>
                  <a:pt x="-29812" y="894847"/>
                  <a:pt x="19472" y="835888"/>
                  <a:pt x="0" y="647127"/>
                </a:cubicBezTo>
                <a:cubicBezTo>
                  <a:pt x="-19472" y="458366"/>
                  <a:pt x="-3891" y="232062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971466715">
                  <a:custGeom>
                    <a:avLst/>
                    <a:gdLst>
                      <a:gd name="connsiteX0" fmla="*/ 0 w 3501456"/>
                      <a:gd name="connsiteY0" fmla="*/ 0 h 2092632"/>
                      <a:gd name="connsiteX1" fmla="*/ 3501456 w 3501456"/>
                      <a:gd name="connsiteY1" fmla="*/ 0 h 2092632"/>
                      <a:gd name="connsiteX2" fmla="*/ 3501456 w 3501456"/>
                      <a:gd name="connsiteY2" fmla="*/ 1765232 h 2092632"/>
                      <a:gd name="connsiteX3" fmla="*/ 2531778 w 3501456"/>
                      <a:gd name="connsiteY3" fmla="*/ 1655871 h 2092632"/>
                      <a:gd name="connsiteX4" fmla="*/ 2275186 w 3501456"/>
                      <a:gd name="connsiteY4" fmla="*/ 1267782 h 2092632"/>
                      <a:gd name="connsiteX5" fmla="*/ 1729820 w 3501456"/>
                      <a:gd name="connsiteY5" fmla="*/ 2092632 h 2092632"/>
                      <a:gd name="connsiteX6" fmla="*/ 1188720 w 3501456"/>
                      <a:gd name="connsiteY6" fmla="*/ 1327684 h 2092632"/>
                      <a:gd name="connsiteX7" fmla="*/ 712584 w 3501456"/>
                      <a:gd name="connsiteY7" fmla="*/ 2000792 h 2092632"/>
                      <a:gd name="connsiteX8" fmla="*/ 277528 w 3501456"/>
                      <a:gd name="connsiteY8" fmla="*/ 1533222 h 2092632"/>
                      <a:gd name="connsiteX9" fmla="*/ 0 w 3501456"/>
                      <a:gd name="connsiteY9" fmla="*/ 1831491 h 2092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01456" h="2092632">
                        <a:moveTo>
                          <a:pt x="0" y="0"/>
                        </a:moveTo>
                        <a:lnTo>
                          <a:pt x="3501456" y="0"/>
                        </a:lnTo>
                        <a:lnTo>
                          <a:pt x="3501456" y="1765232"/>
                        </a:lnTo>
                        <a:lnTo>
                          <a:pt x="2531778" y="1655871"/>
                        </a:lnTo>
                        <a:lnTo>
                          <a:pt x="2275186" y="1267782"/>
                        </a:lnTo>
                        <a:lnTo>
                          <a:pt x="1729820" y="2092632"/>
                        </a:lnTo>
                        <a:lnTo>
                          <a:pt x="1188720" y="1327684"/>
                        </a:lnTo>
                        <a:lnTo>
                          <a:pt x="712584" y="2000792"/>
                        </a:lnTo>
                        <a:lnTo>
                          <a:pt x="277528" y="1533222"/>
                        </a:lnTo>
                        <a:lnTo>
                          <a:pt x="0" y="1831491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8" name="Forma libre: forma 37">
            <a:hlinkClick r:id="rId2" action="ppaction://hlinksldjump" highlightClick="1">
              <a:snd r:embed="rId3" name="explode.wav"/>
            </a:hlinkClick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C18BAE65-830B-4D78-961B-EAA6DD56D903}"/>
              </a:ext>
            </a:extLst>
          </p:cNvPr>
          <p:cNvSpPr/>
          <p:nvPr/>
        </p:nvSpPr>
        <p:spPr>
          <a:xfrm>
            <a:off x="-1137920" y="-648533"/>
            <a:ext cx="4439920" cy="2092632"/>
          </a:xfrm>
          <a:custGeom>
            <a:avLst/>
            <a:gdLst>
              <a:gd name="connsiteX0" fmla="*/ 0 w 4439920"/>
              <a:gd name="connsiteY0" fmla="*/ 0 h 2092632"/>
              <a:gd name="connsiteX1" fmla="*/ 501077 w 4439920"/>
              <a:gd name="connsiteY1" fmla="*/ 0 h 2092632"/>
              <a:gd name="connsiteX2" fmla="*/ 1135351 w 4439920"/>
              <a:gd name="connsiteY2" fmla="*/ 0 h 2092632"/>
              <a:gd name="connsiteX3" fmla="*/ 1769625 w 4439920"/>
              <a:gd name="connsiteY3" fmla="*/ 0 h 2092632"/>
              <a:gd name="connsiteX4" fmla="*/ 2403900 w 4439920"/>
              <a:gd name="connsiteY4" fmla="*/ 0 h 2092632"/>
              <a:gd name="connsiteX5" fmla="*/ 2993775 w 4439920"/>
              <a:gd name="connsiteY5" fmla="*/ 0 h 2092632"/>
              <a:gd name="connsiteX6" fmla="*/ 3539251 w 4439920"/>
              <a:gd name="connsiteY6" fmla="*/ 0 h 2092632"/>
              <a:gd name="connsiteX7" fmla="*/ 4439920 w 4439920"/>
              <a:gd name="connsiteY7" fmla="*/ 0 h 2092632"/>
              <a:gd name="connsiteX8" fmla="*/ 4439920 w 4439920"/>
              <a:gd name="connsiteY8" fmla="*/ 535454 h 2092632"/>
              <a:gd name="connsiteX9" fmla="*/ 4439920 w 4439920"/>
              <a:gd name="connsiteY9" fmla="*/ 1159169 h 2092632"/>
              <a:gd name="connsiteX10" fmla="*/ 4439920 w 4439920"/>
              <a:gd name="connsiteY10" fmla="*/ 1765232 h 2092632"/>
              <a:gd name="connsiteX11" fmla="*/ 3800542 w 4439920"/>
              <a:gd name="connsiteY11" fmla="*/ 1708364 h 2092632"/>
              <a:gd name="connsiteX12" fmla="*/ 3210347 w 4439920"/>
              <a:gd name="connsiteY12" fmla="*/ 1655871 h 2092632"/>
              <a:gd name="connsiteX13" fmla="*/ 2884983 w 4439920"/>
              <a:gd name="connsiteY13" fmla="*/ 1267782 h 2092632"/>
              <a:gd name="connsiteX14" fmla="*/ 2539216 w 4439920"/>
              <a:gd name="connsiteY14" fmla="*/ 1680207 h 2092632"/>
              <a:gd name="connsiteX15" fmla="*/ 2193448 w 4439920"/>
              <a:gd name="connsiteY15" fmla="*/ 2092632 h 2092632"/>
              <a:gd name="connsiteX16" fmla="*/ 1836662 w 4439920"/>
              <a:gd name="connsiteY16" fmla="*/ 1694859 h 2092632"/>
              <a:gd name="connsiteX17" fmla="*/ 1507322 w 4439920"/>
              <a:gd name="connsiteY17" fmla="*/ 1327684 h 2092632"/>
              <a:gd name="connsiteX18" fmla="*/ 1205447 w 4439920"/>
              <a:gd name="connsiteY18" fmla="*/ 1664238 h 2092632"/>
              <a:gd name="connsiteX19" fmla="*/ 903571 w 4439920"/>
              <a:gd name="connsiteY19" fmla="*/ 2000792 h 2092632"/>
              <a:gd name="connsiteX20" fmla="*/ 638774 w 4439920"/>
              <a:gd name="connsiteY20" fmla="*/ 1776358 h 2092632"/>
              <a:gd name="connsiteX21" fmla="*/ 351911 w 4439920"/>
              <a:gd name="connsiteY21" fmla="*/ 1533222 h 2092632"/>
              <a:gd name="connsiteX22" fmla="*/ 0 w 4439920"/>
              <a:gd name="connsiteY22" fmla="*/ 1831491 h 2092632"/>
              <a:gd name="connsiteX23" fmla="*/ 0 w 4439920"/>
              <a:gd name="connsiteY23" fmla="*/ 1220994 h 2092632"/>
              <a:gd name="connsiteX24" fmla="*/ 0 w 4439920"/>
              <a:gd name="connsiteY24" fmla="*/ 573867 h 2092632"/>
              <a:gd name="connsiteX25" fmla="*/ 0 w 4439920"/>
              <a:gd name="connsiteY25" fmla="*/ 0 h 2092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9920" h="2092632" fill="none" extrusionOk="0">
                <a:moveTo>
                  <a:pt x="0" y="0"/>
                </a:moveTo>
                <a:cubicBezTo>
                  <a:pt x="240461" y="-4134"/>
                  <a:pt x="277032" y="-20859"/>
                  <a:pt x="501077" y="0"/>
                </a:cubicBezTo>
                <a:cubicBezTo>
                  <a:pt x="725122" y="20859"/>
                  <a:pt x="863458" y="-18539"/>
                  <a:pt x="1135351" y="0"/>
                </a:cubicBezTo>
                <a:cubicBezTo>
                  <a:pt x="1407244" y="18539"/>
                  <a:pt x="1478131" y="-25784"/>
                  <a:pt x="1769625" y="0"/>
                </a:cubicBezTo>
                <a:cubicBezTo>
                  <a:pt x="2061119" y="25784"/>
                  <a:pt x="2275695" y="-14778"/>
                  <a:pt x="2403900" y="0"/>
                </a:cubicBezTo>
                <a:cubicBezTo>
                  <a:pt x="2532105" y="14778"/>
                  <a:pt x="2814057" y="-3461"/>
                  <a:pt x="2993775" y="0"/>
                </a:cubicBezTo>
                <a:cubicBezTo>
                  <a:pt x="3173494" y="3461"/>
                  <a:pt x="3340774" y="14243"/>
                  <a:pt x="3539251" y="0"/>
                </a:cubicBezTo>
                <a:cubicBezTo>
                  <a:pt x="3737728" y="-14243"/>
                  <a:pt x="4150101" y="-9765"/>
                  <a:pt x="4439920" y="0"/>
                </a:cubicBezTo>
                <a:cubicBezTo>
                  <a:pt x="4459925" y="194314"/>
                  <a:pt x="4421007" y="286233"/>
                  <a:pt x="4439920" y="535454"/>
                </a:cubicBezTo>
                <a:cubicBezTo>
                  <a:pt x="4458833" y="784675"/>
                  <a:pt x="4468007" y="970477"/>
                  <a:pt x="4439920" y="1159169"/>
                </a:cubicBezTo>
                <a:cubicBezTo>
                  <a:pt x="4411833" y="1347862"/>
                  <a:pt x="4421657" y="1532455"/>
                  <a:pt x="4439920" y="1765232"/>
                </a:cubicBezTo>
                <a:cubicBezTo>
                  <a:pt x="4292260" y="1722890"/>
                  <a:pt x="3973994" y="1705495"/>
                  <a:pt x="3800542" y="1708364"/>
                </a:cubicBezTo>
                <a:cubicBezTo>
                  <a:pt x="3627090" y="1711233"/>
                  <a:pt x="3402339" y="1657242"/>
                  <a:pt x="3210347" y="1655871"/>
                </a:cubicBezTo>
                <a:cubicBezTo>
                  <a:pt x="3142219" y="1565418"/>
                  <a:pt x="3009084" y="1377971"/>
                  <a:pt x="2884983" y="1267782"/>
                </a:cubicBezTo>
                <a:cubicBezTo>
                  <a:pt x="2770492" y="1391749"/>
                  <a:pt x="2677204" y="1518454"/>
                  <a:pt x="2539216" y="1680207"/>
                </a:cubicBezTo>
                <a:cubicBezTo>
                  <a:pt x="2401228" y="1841960"/>
                  <a:pt x="2364206" y="1914950"/>
                  <a:pt x="2193448" y="2092632"/>
                </a:cubicBezTo>
                <a:cubicBezTo>
                  <a:pt x="2022715" y="1907769"/>
                  <a:pt x="1995644" y="1910582"/>
                  <a:pt x="1836662" y="1694859"/>
                </a:cubicBezTo>
                <a:cubicBezTo>
                  <a:pt x="1677681" y="1479136"/>
                  <a:pt x="1610292" y="1405739"/>
                  <a:pt x="1507322" y="1327684"/>
                </a:cubicBezTo>
                <a:cubicBezTo>
                  <a:pt x="1398450" y="1427935"/>
                  <a:pt x="1337898" y="1499355"/>
                  <a:pt x="1205447" y="1664238"/>
                </a:cubicBezTo>
                <a:cubicBezTo>
                  <a:pt x="1072996" y="1829121"/>
                  <a:pt x="1038081" y="1856620"/>
                  <a:pt x="903571" y="2000792"/>
                </a:cubicBezTo>
                <a:cubicBezTo>
                  <a:pt x="796231" y="1929016"/>
                  <a:pt x="751465" y="1861628"/>
                  <a:pt x="638774" y="1776358"/>
                </a:cubicBezTo>
                <a:cubicBezTo>
                  <a:pt x="526083" y="1691088"/>
                  <a:pt x="482520" y="1633117"/>
                  <a:pt x="351911" y="1533222"/>
                </a:cubicBezTo>
                <a:cubicBezTo>
                  <a:pt x="273319" y="1596688"/>
                  <a:pt x="81767" y="1755680"/>
                  <a:pt x="0" y="1831491"/>
                </a:cubicBezTo>
                <a:cubicBezTo>
                  <a:pt x="3842" y="1682681"/>
                  <a:pt x="22478" y="1495002"/>
                  <a:pt x="0" y="1220994"/>
                </a:cubicBezTo>
                <a:cubicBezTo>
                  <a:pt x="-22478" y="946986"/>
                  <a:pt x="32234" y="807507"/>
                  <a:pt x="0" y="573867"/>
                </a:cubicBezTo>
                <a:cubicBezTo>
                  <a:pt x="-32234" y="340227"/>
                  <a:pt x="-8297" y="228806"/>
                  <a:pt x="0" y="0"/>
                </a:cubicBezTo>
                <a:close/>
              </a:path>
              <a:path w="4439920" h="2092632" stroke="0" extrusionOk="0">
                <a:moveTo>
                  <a:pt x="0" y="0"/>
                </a:moveTo>
                <a:cubicBezTo>
                  <a:pt x="356220" y="32324"/>
                  <a:pt x="402786" y="12885"/>
                  <a:pt x="723073" y="0"/>
                </a:cubicBezTo>
                <a:cubicBezTo>
                  <a:pt x="1043360" y="-12885"/>
                  <a:pt x="983438" y="5470"/>
                  <a:pt x="1224149" y="0"/>
                </a:cubicBezTo>
                <a:cubicBezTo>
                  <a:pt x="1464860" y="-5470"/>
                  <a:pt x="1661692" y="25515"/>
                  <a:pt x="1858424" y="0"/>
                </a:cubicBezTo>
                <a:cubicBezTo>
                  <a:pt x="2055156" y="-25515"/>
                  <a:pt x="2330372" y="6523"/>
                  <a:pt x="2492698" y="0"/>
                </a:cubicBezTo>
                <a:cubicBezTo>
                  <a:pt x="2655024" y="-6523"/>
                  <a:pt x="3009767" y="14433"/>
                  <a:pt x="3171371" y="0"/>
                </a:cubicBezTo>
                <a:cubicBezTo>
                  <a:pt x="3332975" y="-14433"/>
                  <a:pt x="3469359" y="-5143"/>
                  <a:pt x="3761247" y="0"/>
                </a:cubicBezTo>
                <a:cubicBezTo>
                  <a:pt x="4053135" y="5143"/>
                  <a:pt x="4222694" y="31088"/>
                  <a:pt x="4439920" y="0"/>
                </a:cubicBezTo>
                <a:cubicBezTo>
                  <a:pt x="4443867" y="150922"/>
                  <a:pt x="4421699" y="405836"/>
                  <a:pt x="4439920" y="606063"/>
                </a:cubicBezTo>
                <a:cubicBezTo>
                  <a:pt x="4458141" y="806290"/>
                  <a:pt x="4429826" y="970495"/>
                  <a:pt x="4439920" y="1176821"/>
                </a:cubicBezTo>
                <a:cubicBezTo>
                  <a:pt x="4450014" y="1383147"/>
                  <a:pt x="4423552" y="1614578"/>
                  <a:pt x="4439920" y="1765232"/>
                </a:cubicBezTo>
                <a:cubicBezTo>
                  <a:pt x="4285378" y="1735495"/>
                  <a:pt x="4113261" y="1710928"/>
                  <a:pt x="3849725" y="1712739"/>
                </a:cubicBezTo>
                <a:cubicBezTo>
                  <a:pt x="3586189" y="1714549"/>
                  <a:pt x="3425170" y="1680181"/>
                  <a:pt x="3210347" y="1655871"/>
                </a:cubicBezTo>
                <a:cubicBezTo>
                  <a:pt x="3112992" y="1552559"/>
                  <a:pt x="2965502" y="1349331"/>
                  <a:pt x="2884983" y="1267782"/>
                </a:cubicBezTo>
                <a:cubicBezTo>
                  <a:pt x="2814852" y="1353419"/>
                  <a:pt x="2659701" y="1558696"/>
                  <a:pt x="2546131" y="1671959"/>
                </a:cubicBezTo>
                <a:cubicBezTo>
                  <a:pt x="2432561" y="1785222"/>
                  <a:pt x="2295575" y="1959247"/>
                  <a:pt x="2193448" y="2092632"/>
                </a:cubicBezTo>
                <a:cubicBezTo>
                  <a:pt x="2056319" y="1939636"/>
                  <a:pt x="1980251" y="1885037"/>
                  <a:pt x="1870969" y="1733106"/>
                </a:cubicBezTo>
                <a:cubicBezTo>
                  <a:pt x="1761687" y="1581175"/>
                  <a:pt x="1655229" y="1471598"/>
                  <a:pt x="1507322" y="1327684"/>
                </a:cubicBezTo>
                <a:cubicBezTo>
                  <a:pt x="1392563" y="1456595"/>
                  <a:pt x="1318359" y="1560568"/>
                  <a:pt x="1193371" y="1677700"/>
                </a:cubicBezTo>
                <a:cubicBezTo>
                  <a:pt x="1068383" y="1794832"/>
                  <a:pt x="966821" y="1912557"/>
                  <a:pt x="903571" y="2000792"/>
                </a:cubicBezTo>
                <a:cubicBezTo>
                  <a:pt x="798851" y="1910572"/>
                  <a:pt x="751813" y="1894307"/>
                  <a:pt x="627741" y="1767007"/>
                </a:cubicBezTo>
                <a:cubicBezTo>
                  <a:pt x="503669" y="1639707"/>
                  <a:pt x="444306" y="1622149"/>
                  <a:pt x="351911" y="1533222"/>
                </a:cubicBezTo>
                <a:cubicBezTo>
                  <a:pt x="209634" y="1678280"/>
                  <a:pt x="121221" y="1734793"/>
                  <a:pt x="0" y="1831491"/>
                </a:cubicBezTo>
                <a:cubicBezTo>
                  <a:pt x="14220" y="1599736"/>
                  <a:pt x="-15675" y="1394923"/>
                  <a:pt x="0" y="1275939"/>
                </a:cubicBezTo>
                <a:cubicBezTo>
                  <a:pt x="15675" y="1156955"/>
                  <a:pt x="20107" y="973824"/>
                  <a:pt x="0" y="720386"/>
                </a:cubicBezTo>
                <a:cubicBezTo>
                  <a:pt x="-20107" y="466948"/>
                  <a:pt x="-22592" y="258039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894286190">
                  <a:custGeom>
                    <a:avLst/>
                    <a:gdLst>
                      <a:gd name="connsiteX0" fmla="*/ 0 w 3501456"/>
                      <a:gd name="connsiteY0" fmla="*/ 0 h 2092632"/>
                      <a:gd name="connsiteX1" fmla="*/ 3501456 w 3501456"/>
                      <a:gd name="connsiteY1" fmla="*/ 0 h 2092632"/>
                      <a:gd name="connsiteX2" fmla="*/ 3501456 w 3501456"/>
                      <a:gd name="connsiteY2" fmla="*/ 1765232 h 2092632"/>
                      <a:gd name="connsiteX3" fmla="*/ 2531778 w 3501456"/>
                      <a:gd name="connsiteY3" fmla="*/ 1655871 h 2092632"/>
                      <a:gd name="connsiteX4" fmla="*/ 2275186 w 3501456"/>
                      <a:gd name="connsiteY4" fmla="*/ 1267782 h 2092632"/>
                      <a:gd name="connsiteX5" fmla="*/ 1729820 w 3501456"/>
                      <a:gd name="connsiteY5" fmla="*/ 2092632 h 2092632"/>
                      <a:gd name="connsiteX6" fmla="*/ 1188720 w 3501456"/>
                      <a:gd name="connsiteY6" fmla="*/ 1327684 h 2092632"/>
                      <a:gd name="connsiteX7" fmla="*/ 712584 w 3501456"/>
                      <a:gd name="connsiteY7" fmla="*/ 2000792 h 2092632"/>
                      <a:gd name="connsiteX8" fmla="*/ 277528 w 3501456"/>
                      <a:gd name="connsiteY8" fmla="*/ 1533222 h 2092632"/>
                      <a:gd name="connsiteX9" fmla="*/ 0 w 3501456"/>
                      <a:gd name="connsiteY9" fmla="*/ 1831491 h 2092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01456" h="2092632">
                        <a:moveTo>
                          <a:pt x="0" y="0"/>
                        </a:moveTo>
                        <a:lnTo>
                          <a:pt x="3501456" y="0"/>
                        </a:lnTo>
                        <a:lnTo>
                          <a:pt x="3501456" y="1765232"/>
                        </a:lnTo>
                        <a:lnTo>
                          <a:pt x="2531778" y="1655871"/>
                        </a:lnTo>
                        <a:lnTo>
                          <a:pt x="2275186" y="1267782"/>
                        </a:lnTo>
                        <a:lnTo>
                          <a:pt x="1729820" y="2092632"/>
                        </a:lnTo>
                        <a:lnTo>
                          <a:pt x="1188720" y="1327684"/>
                        </a:lnTo>
                        <a:lnTo>
                          <a:pt x="712584" y="2000792"/>
                        </a:lnTo>
                        <a:lnTo>
                          <a:pt x="277528" y="1533222"/>
                        </a:lnTo>
                        <a:lnTo>
                          <a:pt x="0" y="1831491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9" name="Rectángulo 38">
            <a:hlinkClick r:id="rId2" action="ppaction://hlinksldjump">
              <a:snd r:embed="rId3" name="explode.wav"/>
            </a:hlinkClick>
            <a:extLst>
              <a:ext uri="{FF2B5EF4-FFF2-40B4-BE49-F238E27FC236}">
                <a16:creationId xmlns:a16="http://schemas.microsoft.com/office/drawing/2014/main" id="{76897AE5-651F-4FA1-AF7B-1827C57CF8A0}"/>
              </a:ext>
            </a:extLst>
          </p:cNvPr>
          <p:cNvSpPr/>
          <p:nvPr/>
        </p:nvSpPr>
        <p:spPr>
          <a:xfrm rot="5400000">
            <a:off x="3102641" y="7546162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677333 w 6096000"/>
              <a:gd name="connsiteY1" fmla="*/ 0 h 240633"/>
              <a:gd name="connsiteX2" fmla="*/ 1293707 w 6096000"/>
              <a:gd name="connsiteY2" fmla="*/ 0 h 240633"/>
              <a:gd name="connsiteX3" fmla="*/ 2092960 w 6096000"/>
              <a:gd name="connsiteY3" fmla="*/ 0 h 240633"/>
              <a:gd name="connsiteX4" fmla="*/ 2587413 w 6096000"/>
              <a:gd name="connsiteY4" fmla="*/ 0 h 240633"/>
              <a:gd name="connsiteX5" fmla="*/ 3325707 w 6096000"/>
              <a:gd name="connsiteY5" fmla="*/ 0 h 240633"/>
              <a:gd name="connsiteX6" fmla="*/ 4124960 w 6096000"/>
              <a:gd name="connsiteY6" fmla="*/ 0 h 240633"/>
              <a:gd name="connsiteX7" fmla="*/ 4619413 w 6096000"/>
              <a:gd name="connsiteY7" fmla="*/ 0 h 240633"/>
              <a:gd name="connsiteX8" fmla="*/ 523578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418667 w 6096000"/>
              <a:gd name="connsiteY11" fmla="*/ 240633 h 240633"/>
              <a:gd name="connsiteX12" fmla="*/ 4741333 w 6096000"/>
              <a:gd name="connsiteY12" fmla="*/ 240633 h 240633"/>
              <a:gd name="connsiteX13" fmla="*/ 4246880 w 6096000"/>
              <a:gd name="connsiteY13" fmla="*/ 240633 h 240633"/>
              <a:gd name="connsiteX14" fmla="*/ 3752427 w 6096000"/>
              <a:gd name="connsiteY14" fmla="*/ 240633 h 240633"/>
              <a:gd name="connsiteX15" fmla="*/ 3014133 w 6096000"/>
              <a:gd name="connsiteY15" fmla="*/ 240633 h 240633"/>
              <a:gd name="connsiteX16" fmla="*/ 2275840 w 6096000"/>
              <a:gd name="connsiteY16" fmla="*/ 240633 h 240633"/>
              <a:gd name="connsiteX17" fmla="*/ 1537547 w 6096000"/>
              <a:gd name="connsiteY17" fmla="*/ 240633 h 240633"/>
              <a:gd name="connsiteX18" fmla="*/ 73829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311478" y="9868"/>
                  <a:pt x="428617" y="-6430"/>
                  <a:pt x="677333" y="0"/>
                </a:cubicBezTo>
                <a:cubicBezTo>
                  <a:pt x="926049" y="6430"/>
                  <a:pt x="1061795" y="-6835"/>
                  <a:pt x="1293707" y="0"/>
                </a:cubicBezTo>
                <a:cubicBezTo>
                  <a:pt x="1525619" y="6835"/>
                  <a:pt x="1818999" y="-26994"/>
                  <a:pt x="2092960" y="0"/>
                </a:cubicBezTo>
                <a:cubicBezTo>
                  <a:pt x="2366921" y="26994"/>
                  <a:pt x="2382420" y="-6637"/>
                  <a:pt x="2587413" y="0"/>
                </a:cubicBezTo>
                <a:cubicBezTo>
                  <a:pt x="2792406" y="6637"/>
                  <a:pt x="2964064" y="24104"/>
                  <a:pt x="3325707" y="0"/>
                </a:cubicBezTo>
                <a:cubicBezTo>
                  <a:pt x="3687350" y="-24104"/>
                  <a:pt x="3823135" y="26949"/>
                  <a:pt x="4124960" y="0"/>
                </a:cubicBezTo>
                <a:cubicBezTo>
                  <a:pt x="4426785" y="-26949"/>
                  <a:pt x="4478526" y="-8021"/>
                  <a:pt x="4619413" y="0"/>
                </a:cubicBezTo>
                <a:cubicBezTo>
                  <a:pt x="4760300" y="8021"/>
                  <a:pt x="5083244" y="-6509"/>
                  <a:pt x="5235787" y="0"/>
                </a:cubicBezTo>
                <a:cubicBezTo>
                  <a:pt x="5388330" y="6509"/>
                  <a:pt x="5909104" y="13840"/>
                  <a:pt x="6096000" y="0"/>
                </a:cubicBezTo>
                <a:cubicBezTo>
                  <a:pt x="6094787" y="60333"/>
                  <a:pt x="6090695" y="120664"/>
                  <a:pt x="6096000" y="240633"/>
                </a:cubicBezTo>
                <a:cubicBezTo>
                  <a:pt x="5952731" y="255776"/>
                  <a:pt x="5560868" y="223638"/>
                  <a:pt x="5418667" y="240633"/>
                </a:cubicBezTo>
                <a:cubicBezTo>
                  <a:pt x="5276466" y="257628"/>
                  <a:pt x="4961411" y="256936"/>
                  <a:pt x="4741333" y="240633"/>
                </a:cubicBezTo>
                <a:cubicBezTo>
                  <a:pt x="4521255" y="224330"/>
                  <a:pt x="4403750" y="240267"/>
                  <a:pt x="4246880" y="240633"/>
                </a:cubicBezTo>
                <a:cubicBezTo>
                  <a:pt x="4090010" y="240999"/>
                  <a:pt x="3963230" y="226680"/>
                  <a:pt x="3752427" y="240633"/>
                </a:cubicBezTo>
                <a:cubicBezTo>
                  <a:pt x="3541624" y="254586"/>
                  <a:pt x="3252528" y="234950"/>
                  <a:pt x="3014133" y="240633"/>
                </a:cubicBezTo>
                <a:cubicBezTo>
                  <a:pt x="2775738" y="246316"/>
                  <a:pt x="2614068" y="203917"/>
                  <a:pt x="2275840" y="240633"/>
                </a:cubicBezTo>
                <a:cubicBezTo>
                  <a:pt x="1937612" y="277349"/>
                  <a:pt x="1883429" y="213573"/>
                  <a:pt x="1537547" y="240633"/>
                </a:cubicBezTo>
                <a:cubicBezTo>
                  <a:pt x="1191665" y="267693"/>
                  <a:pt x="1118990" y="246446"/>
                  <a:pt x="738293" y="240633"/>
                </a:cubicBezTo>
                <a:cubicBezTo>
                  <a:pt x="357596" y="234820"/>
                  <a:pt x="249237" y="245504"/>
                  <a:pt x="0" y="240633"/>
                </a:cubicBezTo>
                <a:cubicBezTo>
                  <a:pt x="-2183" y="146623"/>
                  <a:pt x="-5592" y="113708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398064" y="-15793"/>
                  <a:pt x="487156" y="34553"/>
                  <a:pt x="799253" y="0"/>
                </a:cubicBezTo>
                <a:cubicBezTo>
                  <a:pt x="1111350" y="-34553"/>
                  <a:pt x="1124239" y="19290"/>
                  <a:pt x="1415627" y="0"/>
                </a:cubicBezTo>
                <a:cubicBezTo>
                  <a:pt x="1707015" y="-19290"/>
                  <a:pt x="1837077" y="-16126"/>
                  <a:pt x="2214880" y="0"/>
                </a:cubicBezTo>
                <a:cubicBezTo>
                  <a:pt x="2592683" y="16126"/>
                  <a:pt x="2624376" y="14437"/>
                  <a:pt x="2831253" y="0"/>
                </a:cubicBezTo>
                <a:cubicBezTo>
                  <a:pt x="3038130" y="-14437"/>
                  <a:pt x="3155026" y="-19682"/>
                  <a:pt x="3386667" y="0"/>
                </a:cubicBezTo>
                <a:cubicBezTo>
                  <a:pt x="3618308" y="19682"/>
                  <a:pt x="3747856" y="-6462"/>
                  <a:pt x="4064000" y="0"/>
                </a:cubicBezTo>
                <a:cubicBezTo>
                  <a:pt x="4380144" y="6462"/>
                  <a:pt x="4578889" y="29707"/>
                  <a:pt x="4802293" y="0"/>
                </a:cubicBezTo>
                <a:cubicBezTo>
                  <a:pt x="5025697" y="-29707"/>
                  <a:pt x="5172627" y="18643"/>
                  <a:pt x="5479627" y="0"/>
                </a:cubicBezTo>
                <a:cubicBezTo>
                  <a:pt x="5786627" y="-18643"/>
                  <a:pt x="5915650" y="3750"/>
                  <a:pt x="6096000" y="0"/>
                </a:cubicBezTo>
                <a:cubicBezTo>
                  <a:pt x="6093451" y="109487"/>
                  <a:pt x="6102263" y="151743"/>
                  <a:pt x="6096000" y="240633"/>
                </a:cubicBezTo>
                <a:cubicBezTo>
                  <a:pt x="5795769" y="235619"/>
                  <a:pt x="5563371" y="266900"/>
                  <a:pt x="5418667" y="240633"/>
                </a:cubicBezTo>
                <a:cubicBezTo>
                  <a:pt x="5273963" y="214366"/>
                  <a:pt x="5010777" y="244526"/>
                  <a:pt x="4741333" y="240633"/>
                </a:cubicBezTo>
                <a:cubicBezTo>
                  <a:pt x="4471889" y="236740"/>
                  <a:pt x="4319557" y="227369"/>
                  <a:pt x="4003040" y="240633"/>
                </a:cubicBezTo>
                <a:cubicBezTo>
                  <a:pt x="3686523" y="253897"/>
                  <a:pt x="3447856" y="237505"/>
                  <a:pt x="3264747" y="240633"/>
                </a:cubicBezTo>
                <a:cubicBezTo>
                  <a:pt x="3081638" y="243761"/>
                  <a:pt x="2953408" y="231120"/>
                  <a:pt x="2709333" y="240633"/>
                </a:cubicBezTo>
                <a:cubicBezTo>
                  <a:pt x="2465258" y="250146"/>
                  <a:pt x="2374925" y="250287"/>
                  <a:pt x="2153920" y="240633"/>
                </a:cubicBezTo>
                <a:cubicBezTo>
                  <a:pt x="1932915" y="230979"/>
                  <a:pt x="1722226" y="265991"/>
                  <a:pt x="1354667" y="240633"/>
                </a:cubicBezTo>
                <a:cubicBezTo>
                  <a:pt x="987108" y="215275"/>
                  <a:pt x="408101" y="252192"/>
                  <a:pt x="0" y="240633"/>
                </a:cubicBezTo>
                <a:cubicBezTo>
                  <a:pt x="2759" y="158228"/>
                  <a:pt x="-11541" y="56075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54925236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0" name="Rectángulo 39">
            <a:hlinkClick r:id="rId2" action="ppaction://hlinksldjump">
              <a:snd r:embed="rId3" name="explode.wav"/>
            </a:hlinkClick>
            <a:extLst>
              <a:ext uri="{FF2B5EF4-FFF2-40B4-BE49-F238E27FC236}">
                <a16:creationId xmlns:a16="http://schemas.microsoft.com/office/drawing/2014/main" id="{AE19C93A-710E-4E83-965B-BD55C39E4BA1}"/>
              </a:ext>
            </a:extLst>
          </p:cNvPr>
          <p:cNvSpPr/>
          <p:nvPr/>
        </p:nvSpPr>
        <p:spPr>
          <a:xfrm rot="5400000">
            <a:off x="3713605" y="7546163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494453 w 6096000"/>
              <a:gd name="connsiteY1" fmla="*/ 0 h 240633"/>
              <a:gd name="connsiteX2" fmla="*/ 1110827 w 6096000"/>
              <a:gd name="connsiteY2" fmla="*/ 0 h 240633"/>
              <a:gd name="connsiteX3" fmla="*/ 1666240 w 6096000"/>
              <a:gd name="connsiteY3" fmla="*/ 0 h 240633"/>
              <a:gd name="connsiteX4" fmla="*/ 2160693 w 6096000"/>
              <a:gd name="connsiteY4" fmla="*/ 0 h 240633"/>
              <a:gd name="connsiteX5" fmla="*/ 2777067 w 6096000"/>
              <a:gd name="connsiteY5" fmla="*/ 0 h 240633"/>
              <a:gd name="connsiteX6" fmla="*/ 3515360 w 6096000"/>
              <a:gd name="connsiteY6" fmla="*/ 0 h 240633"/>
              <a:gd name="connsiteX7" fmla="*/ 4070773 w 6096000"/>
              <a:gd name="connsiteY7" fmla="*/ 0 h 240633"/>
              <a:gd name="connsiteX8" fmla="*/ 4626187 w 6096000"/>
              <a:gd name="connsiteY8" fmla="*/ 0 h 240633"/>
              <a:gd name="connsiteX9" fmla="*/ 5181600 w 6096000"/>
              <a:gd name="connsiteY9" fmla="*/ 0 h 240633"/>
              <a:gd name="connsiteX10" fmla="*/ 6096000 w 6096000"/>
              <a:gd name="connsiteY10" fmla="*/ 0 h 240633"/>
              <a:gd name="connsiteX11" fmla="*/ 6096000 w 6096000"/>
              <a:gd name="connsiteY11" fmla="*/ 240633 h 240633"/>
              <a:gd name="connsiteX12" fmla="*/ 5357707 w 6096000"/>
              <a:gd name="connsiteY12" fmla="*/ 240633 h 240633"/>
              <a:gd name="connsiteX13" fmla="*/ 4802293 w 6096000"/>
              <a:gd name="connsiteY13" fmla="*/ 240633 h 240633"/>
              <a:gd name="connsiteX14" fmla="*/ 4003040 w 6096000"/>
              <a:gd name="connsiteY14" fmla="*/ 240633 h 240633"/>
              <a:gd name="connsiteX15" fmla="*/ 3203787 w 6096000"/>
              <a:gd name="connsiteY15" fmla="*/ 240633 h 240633"/>
              <a:gd name="connsiteX16" fmla="*/ 2648373 w 6096000"/>
              <a:gd name="connsiteY16" fmla="*/ 240633 h 240633"/>
              <a:gd name="connsiteX17" fmla="*/ 1849120 w 6096000"/>
              <a:gd name="connsiteY17" fmla="*/ 240633 h 240633"/>
              <a:gd name="connsiteX18" fmla="*/ 1171787 w 6096000"/>
              <a:gd name="connsiteY18" fmla="*/ 240633 h 240633"/>
              <a:gd name="connsiteX19" fmla="*/ 677333 w 6096000"/>
              <a:gd name="connsiteY19" fmla="*/ 240633 h 240633"/>
              <a:gd name="connsiteX20" fmla="*/ 0 w 6096000"/>
              <a:gd name="connsiteY20" fmla="*/ 240633 h 240633"/>
              <a:gd name="connsiteX21" fmla="*/ 0 w 6096000"/>
              <a:gd name="connsiteY21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157580" y="21629"/>
                  <a:pt x="347291" y="7862"/>
                  <a:pt x="494453" y="0"/>
                </a:cubicBezTo>
                <a:cubicBezTo>
                  <a:pt x="641615" y="-7862"/>
                  <a:pt x="833379" y="5293"/>
                  <a:pt x="1110827" y="0"/>
                </a:cubicBezTo>
                <a:cubicBezTo>
                  <a:pt x="1388275" y="-5293"/>
                  <a:pt x="1415684" y="-17952"/>
                  <a:pt x="1666240" y="0"/>
                </a:cubicBezTo>
                <a:cubicBezTo>
                  <a:pt x="1916796" y="17952"/>
                  <a:pt x="1993199" y="23590"/>
                  <a:pt x="2160693" y="0"/>
                </a:cubicBezTo>
                <a:cubicBezTo>
                  <a:pt x="2328187" y="-23590"/>
                  <a:pt x="2600806" y="-9251"/>
                  <a:pt x="2777067" y="0"/>
                </a:cubicBezTo>
                <a:cubicBezTo>
                  <a:pt x="2953328" y="9251"/>
                  <a:pt x="3261474" y="-12167"/>
                  <a:pt x="3515360" y="0"/>
                </a:cubicBezTo>
                <a:cubicBezTo>
                  <a:pt x="3769246" y="12167"/>
                  <a:pt x="3859896" y="-27591"/>
                  <a:pt x="4070773" y="0"/>
                </a:cubicBezTo>
                <a:cubicBezTo>
                  <a:pt x="4281650" y="27591"/>
                  <a:pt x="4493794" y="-11123"/>
                  <a:pt x="4626187" y="0"/>
                </a:cubicBezTo>
                <a:cubicBezTo>
                  <a:pt x="4758580" y="11123"/>
                  <a:pt x="5048183" y="14719"/>
                  <a:pt x="5181600" y="0"/>
                </a:cubicBezTo>
                <a:cubicBezTo>
                  <a:pt x="5315017" y="-14719"/>
                  <a:pt x="5749986" y="33251"/>
                  <a:pt x="6096000" y="0"/>
                </a:cubicBezTo>
                <a:cubicBezTo>
                  <a:pt x="6087342" y="64910"/>
                  <a:pt x="6095658" y="168543"/>
                  <a:pt x="6096000" y="240633"/>
                </a:cubicBezTo>
                <a:cubicBezTo>
                  <a:pt x="5743135" y="263818"/>
                  <a:pt x="5648140" y="206509"/>
                  <a:pt x="5357707" y="240633"/>
                </a:cubicBezTo>
                <a:cubicBezTo>
                  <a:pt x="5067274" y="274757"/>
                  <a:pt x="5003300" y="221530"/>
                  <a:pt x="4802293" y="240633"/>
                </a:cubicBezTo>
                <a:cubicBezTo>
                  <a:pt x="4601286" y="259736"/>
                  <a:pt x="4299094" y="217843"/>
                  <a:pt x="4003040" y="240633"/>
                </a:cubicBezTo>
                <a:cubicBezTo>
                  <a:pt x="3706986" y="263423"/>
                  <a:pt x="3546951" y="241877"/>
                  <a:pt x="3203787" y="240633"/>
                </a:cubicBezTo>
                <a:cubicBezTo>
                  <a:pt x="2860623" y="239389"/>
                  <a:pt x="2869617" y="253123"/>
                  <a:pt x="2648373" y="240633"/>
                </a:cubicBezTo>
                <a:cubicBezTo>
                  <a:pt x="2427129" y="228143"/>
                  <a:pt x="2026195" y="273588"/>
                  <a:pt x="1849120" y="240633"/>
                </a:cubicBezTo>
                <a:cubicBezTo>
                  <a:pt x="1672045" y="207678"/>
                  <a:pt x="1400960" y="252301"/>
                  <a:pt x="1171787" y="240633"/>
                </a:cubicBezTo>
                <a:cubicBezTo>
                  <a:pt x="942614" y="228965"/>
                  <a:pt x="816118" y="222627"/>
                  <a:pt x="677333" y="240633"/>
                </a:cubicBezTo>
                <a:cubicBezTo>
                  <a:pt x="538548" y="258639"/>
                  <a:pt x="179739" y="220473"/>
                  <a:pt x="0" y="240633"/>
                </a:cubicBezTo>
                <a:cubicBezTo>
                  <a:pt x="9470" y="152673"/>
                  <a:pt x="-8579" y="78795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153085" y="-13318"/>
                  <a:pt x="445129" y="-25545"/>
                  <a:pt x="738293" y="0"/>
                </a:cubicBezTo>
                <a:cubicBezTo>
                  <a:pt x="1031457" y="25545"/>
                  <a:pt x="1043012" y="-15841"/>
                  <a:pt x="1232747" y="0"/>
                </a:cubicBezTo>
                <a:cubicBezTo>
                  <a:pt x="1422482" y="15841"/>
                  <a:pt x="1670689" y="-832"/>
                  <a:pt x="1849120" y="0"/>
                </a:cubicBezTo>
                <a:cubicBezTo>
                  <a:pt x="2027551" y="832"/>
                  <a:pt x="2450341" y="-10974"/>
                  <a:pt x="2648373" y="0"/>
                </a:cubicBezTo>
                <a:cubicBezTo>
                  <a:pt x="2846405" y="10974"/>
                  <a:pt x="3034788" y="17127"/>
                  <a:pt x="3325707" y="0"/>
                </a:cubicBezTo>
                <a:cubicBezTo>
                  <a:pt x="3616626" y="-17127"/>
                  <a:pt x="3751342" y="-49"/>
                  <a:pt x="3881120" y="0"/>
                </a:cubicBezTo>
                <a:cubicBezTo>
                  <a:pt x="4010898" y="49"/>
                  <a:pt x="4222466" y="-29779"/>
                  <a:pt x="4558453" y="0"/>
                </a:cubicBezTo>
                <a:cubicBezTo>
                  <a:pt x="4894440" y="29779"/>
                  <a:pt x="4907049" y="31922"/>
                  <a:pt x="5235787" y="0"/>
                </a:cubicBezTo>
                <a:cubicBezTo>
                  <a:pt x="5564525" y="-31922"/>
                  <a:pt x="5897669" y="34059"/>
                  <a:pt x="6096000" y="0"/>
                </a:cubicBezTo>
                <a:cubicBezTo>
                  <a:pt x="6085001" y="118822"/>
                  <a:pt x="6086457" y="142838"/>
                  <a:pt x="6096000" y="240633"/>
                </a:cubicBezTo>
                <a:cubicBezTo>
                  <a:pt x="5914796" y="230789"/>
                  <a:pt x="5668804" y="271176"/>
                  <a:pt x="5357707" y="240633"/>
                </a:cubicBezTo>
                <a:cubicBezTo>
                  <a:pt x="5046610" y="210090"/>
                  <a:pt x="4727236" y="256134"/>
                  <a:pt x="4558453" y="240633"/>
                </a:cubicBezTo>
                <a:cubicBezTo>
                  <a:pt x="4389670" y="225132"/>
                  <a:pt x="4217043" y="258595"/>
                  <a:pt x="4003040" y="240633"/>
                </a:cubicBezTo>
                <a:cubicBezTo>
                  <a:pt x="3789037" y="222671"/>
                  <a:pt x="3474569" y="254880"/>
                  <a:pt x="3325707" y="240633"/>
                </a:cubicBezTo>
                <a:cubicBezTo>
                  <a:pt x="3176845" y="226386"/>
                  <a:pt x="2917836" y="257310"/>
                  <a:pt x="2770293" y="240633"/>
                </a:cubicBezTo>
                <a:cubicBezTo>
                  <a:pt x="2622750" y="223956"/>
                  <a:pt x="2334577" y="266998"/>
                  <a:pt x="2153920" y="240633"/>
                </a:cubicBezTo>
                <a:cubicBezTo>
                  <a:pt x="1973263" y="214268"/>
                  <a:pt x="1820318" y="240380"/>
                  <a:pt x="1659467" y="240633"/>
                </a:cubicBezTo>
                <a:cubicBezTo>
                  <a:pt x="1498616" y="240886"/>
                  <a:pt x="1313219" y="217790"/>
                  <a:pt x="1043093" y="240633"/>
                </a:cubicBezTo>
                <a:cubicBezTo>
                  <a:pt x="772967" y="263476"/>
                  <a:pt x="332079" y="211166"/>
                  <a:pt x="0" y="240633"/>
                </a:cubicBezTo>
                <a:cubicBezTo>
                  <a:pt x="-10134" y="159333"/>
                  <a:pt x="-2466" y="53678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46870663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  <p:sp>
        <p:nvSpPr>
          <p:cNvPr id="41" name="Rectángulo 40">
            <a:hlinkClick r:id="rId2" action="ppaction://hlinksldjump">
              <a:snd r:embed="rId3" name="explode.wav"/>
            </a:hlinkClick>
            <a:extLst>
              <a:ext uri="{FF2B5EF4-FFF2-40B4-BE49-F238E27FC236}">
                <a16:creationId xmlns:a16="http://schemas.microsoft.com/office/drawing/2014/main" id="{FBFCA7F5-092D-421D-AC22-590D62B31F10}"/>
              </a:ext>
            </a:extLst>
          </p:cNvPr>
          <p:cNvSpPr/>
          <p:nvPr/>
        </p:nvSpPr>
        <p:spPr>
          <a:xfrm rot="5400000">
            <a:off x="4358199" y="7539298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738293 w 6096000"/>
              <a:gd name="connsiteY1" fmla="*/ 0 h 240633"/>
              <a:gd name="connsiteX2" fmla="*/ 1354667 w 6096000"/>
              <a:gd name="connsiteY2" fmla="*/ 0 h 240633"/>
              <a:gd name="connsiteX3" fmla="*/ 2032000 w 6096000"/>
              <a:gd name="connsiteY3" fmla="*/ 0 h 240633"/>
              <a:gd name="connsiteX4" fmla="*/ 2709333 w 6096000"/>
              <a:gd name="connsiteY4" fmla="*/ 0 h 240633"/>
              <a:gd name="connsiteX5" fmla="*/ 3264747 w 6096000"/>
              <a:gd name="connsiteY5" fmla="*/ 0 h 240633"/>
              <a:gd name="connsiteX6" fmla="*/ 3759200 w 6096000"/>
              <a:gd name="connsiteY6" fmla="*/ 0 h 240633"/>
              <a:gd name="connsiteX7" fmla="*/ 4558453 w 6096000"/>
              <a:gd name="connsiteY7" fmla="*/ 0 h 240633"/>
              <a:gd name="connsiteX8" fmla="*/ 505290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418667 w 6096000"/>
              <a:gd name="connsiteY11" fmla="*/ 240633 h 240633"/>
              <a:gd name="connsiteX12" fmla="*/ 4741333 w 6096000"/>
              <a:gd name="connsiteY12" fmla="*/ 240633 h 240633"/>
              <a:gd name="connsiteX13" fmla="*/ 4246880 w 6096000"/>
              <a:gd name="connsiteY13" fmla="*/ 240633 h 240633"/>
              <a:gd name="connsiteX14" fmla="*/ 3508587 w 6096000"/>
              <a:gd name="connsiteY14" fmla="*/ 240633 h 240633"/>
              <a:gd name="connsiteX15" fmla="*/ 2831253 w 6096000"/>
              <a:gd name="connsiteY15" fmla="*/ 240633 h 240633"/>
              <a:gd name="connsiteX16" fmla="*/ 2032000 w 6096000"/>
              <a:gd name="connsiteY16" fmla="*/ 240633 h 240633"/>
              <a:gd name="connsiteX17" fmla="*/ 1537547 w 6096000"/>
              <a:gd name="connsiteY17" fmla="*/ 240633 h 240633"/>
              <a:gd name="connsiteX18" fmla="*/ 92117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233807" y="31812"/>
                  <a:pt x="377141" y="-9688"/>
                  <a:pt x="738293" y="0"/>
                </a:cubicBezTo>
                <a:cubicBezTo>
                  <a:pt x="1099445" y="9688"/>
                  <a:pt x="1142515" y="20916"/>
                  <a:pt x="1354667" y="0"/>
                </a:cubicBezTo>
                <a:cubicBezTo>
                  <a:pt x="1566819" y="-20916"/>
                  <a:pt x="1858400" y="14070"/>
                  <a:pt x="2032000" y="0"/>
                </a:cubicBezTo>
                <a:cubicBezTo>
                  <a:pt x="2205600" y="-14070"/>
                  <a:pt x="2480332" y="22959"/>
                  <a:pt x="2709333" y="0"/>
                </a:cubicBezTo>
                <a:cubicBezTo>
                  <a:pt x="2938334" y="-22959"/>
                  <a:pt x="3145788" y="-2413"/>
                  <a:pt x="3264747" y="0"/>
                </a:cubicBezTo>
                <a:cubicBezTo>
                  <a:pt x="3383706" y="2413"/>
                  <a:pt x="3546864" y="-4148"/>
                  <a:pt x="3759200" y="0"/>
                </a:cubicBezTo>
                <a:cubicBezTo>
                  <a:pt x="3971536" y="4148"/>
                  <a:pt x="4311521" y="-5653"/>
                  <a:pt x="4558453" y="0"/>
                </a:cubicBezTo>
                <a:cubicBezTo>
                  <a:pt x="4805385" y="5653"/>
                  <a:pt x="4825571" y="13906"/>
                  <a:pt x="5052907" y="0"/>
                </a:cubicBezTo>
                <a:cubicBezTo>
                  <a:pt x="5280243" y="-13906"/>
                  <a:pt x="5828151" y="7117"/>
                  <a:pt x="6096000" y="0"/>
                </a:cubicBezTo>
                <a:cubicBezTo>
                  <a:pt x="6096076" y="101764"/>
                  <a:pt x="6104912" y="166014"/>
                  <a:pt x="6096000" y="240633"/>
                </a:cubicBezTo>
                <a:cubicBezTo>
                  <a:pt x="5851234" y="254927"/>
                  <a:pt x="5617181" y="266895"/>
                  <a:pt x="5418667" y="240633"/>
                </a:cubicBezTo>
                <a:cubicBezTo>
                  <a:pt x="5220153" y="214371"/>
                  <a:pt x="5064431" y="226768"/>
                  <a:pt x="4741333" y="240633"/>
                </a:cubicBezTo>
                <a:cubicBezTo>
                  <a:pt x="4418235" y="254498"/>
                  <a:pt x="4362327" y="226112"/>
                  <a:pt x="4246880" y="240633"/>
                </a:cubicBezTo>
                <a:cubicBezTo>
                  <a:pt x="4131433" y="255154"/>
                  <a:pt x="3814314" y="224598"/>
                  <a:pt x="3508587" y="240633"/>
                </a:cubicBezTo>
                <a:cubicBezTo>
                  <a:pt x="3202860" y="256668"/>
                  <a:pt x="3054043" y="219879"/>
                  <a:pt x="2831253" y="240633"/>
                </a:cubicBezTo>
                <a:cubicBezTo>
                  <a:pt x="2608463" y="261387"/>
                  <a:pt x="2368341" y="209390"/>
                  <a:pt x="2032000" y="240633"/>
                </a:cubicBezTo>
                <a:cubicBezTo>
                  <a:pt x="1695659" y="271876"/>
                  <a:pt x="1653179" y="247556"/>
                  <a:pt x="1537547" y="240633"/>
                </a:cubicBezTo>
                <a:cubicBezTo>
                  <a:pt x="1421915" y="233710"/>
                  <a:pt x="1164769" y="230361"/>
                  <a:pt x="921173" y="240633"/>
                </a:cubicBezTo>
                <a:cubicBezTo>
                  <a:pt x="677577" y="250905"/>
                  <a:pt x="218004" y="257843"/>
                  <a:pt x="0" y="240633"/>
                </a:cubicBezTo>
                <a:cubicBezTo>
                  <a:pt x="11605" y="173292"/>
                  <a:pt x="1679" y="115462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212303" y="-28334"/>
                  <a:pt x="389587" y="32218"/>
                  <a:pt x="738293" y="0"/>
                </a:cubicBezTo>
                <a:cubicBezTo>
                  <a:pt x="1086999" y="-32218"/>
                  <a:pt x="1013479" y="-19331"/>
                  <a:pt x="1232747" y="0"/>
                </a:cubicBezTo>
                <a:cubicBezTo>
                  <a:pt x="1452015" y="19331"/>
                  <a:pt x="1690101" y="39386"/>
                  <a:pt x="2032000" y="0"/>
                </a:cubicBezTo>
                <a:cubicBezTo>
                  <a:pt x="2373899" y="-39386"/>
                  <a:pt x="2481841" y="3610"/>
                  <a:pt x="2648373" y="0"/>
                </a:cubicBezTo>
                <a:cubicBezTo>
                  <a:pt x="2814905" y="-3610"/>
                  <a:pt x="3183931" y="-10599"/>
                  <a:pt x="3447627" y="0"/>
                </a:cubicBezTo>
                <a:cubicBezTo>
                  <a:pt x="3711323" y="10599"/>
                  <a:pt x="3920111" y="-13462"/>
                  <a:pt x="4124960" y="0"/>
                </a:cubicBezTo>
                <a:cubicBezTo>
                  <a:pt x="4329809" y="13462"/>
                  <a:pt x="4519727" y="14503"/>
                  <a:pt x="4863253" y="0"/>
                </a:cubicBezTo>
                <a:cubicBezTo>
                  <a:pt x="5206779" y="-14503"/>
                  <a:pt x="5215836" y="-4840"/>
                  <a:pt x="5418667" y="0"/>
                </a:cubicBezTo>
                <a:cubicBezTo>
                  <a:pt x="5621498" y="4840"/>
                  <a:pt x="5769121" y="28129"/>
                  <a:pt x="6096000" y="0"/>
                </a:cubicBezTo>
                <a:cubicBezTo>
                  <a:pt x="6089191" y="61999"/>
                  <a:pt x="6090400" y="125425"/>
                  <a:pt x="6096000" y="240633"/>
                </a:cubicBezTo>
                <a:cubicBezTo>
                  <a:pt x="5820734" y="227819"/>
                  <a:pt x="5739553" y="217643"/>
                  <a:pt x="5540587" y="240633"/>
                </a:cubicBezTo>
                <a:cubicBezTo>
                  <a:pt x="5341621" y="263623"/>
                  <a:pt x="5079740" y="255685"/>
                  <a:pt x="4924213" y="240633"/>
                </a:cubicBezTo>
                <a:cubicBezTo>
                  <a:pt x="4768686" y="225581"/>
                  <a:pt x="4328360" y="238383"/>
                  <a:pt x="4124960" y="240633"/>
                </a:cubicBezTo>
                <a:cubicBezTo>
                  <a:pt x="3921560" y="242883"/>
                  <a:pt x="3771890" y="244389"/>
                  <a:pt x="3508587" y="240633"/>
                </a:cubicBezTo>
                <a:cubicBezTo>
                  <a:pt x="3245284" y="236877"/>
                  <a:pt x="3215761" y="230278"/>
                  <a:pt x="3014133" y="240633"/>
                </a:cubicBezTo>
                <a:cubicBezTo>
                  <a:pt x="2812505" y="250988"/>
                  <a:pt x="2611399" y="211277"/>
                  <a:pt x="2336800" y="240633"/>
                </a:cubicBezTo>
                <a:cubicBezTo>
                  <a:pt x="2062201" y="269989"/>
                  <a:pt x="1948416" y="245308"/>
                  <a:pt x="1659467" y="240633"/>
                </a:cubicBezTo>
                <a:cubicBezTo>
                  <a:pt x="1370518" y="235958"/>
                  <a:pt x="1251752" y="249387"/>
                  <a:pt x="860213" y="240633"/>
                </a:cubicBezTo>
                <a:cubicBezTo>
                  <a:pt x="468674" y="231879"/>
                  <a:pt x="429786" y="271277"/>
                  <a:pt x="0" y="240633"/>
                </a:cubicBezTo>
                <a:cubicBezTo>
                  <a:pt x="1807" y="191807"/>
                  <a:pt x="-8013" y="52967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79957857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2" name="Rectángulo 41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3C6F8BEB-F25D-465C-A07D-E7DB99C91107}"/>
              </a:ext>
            </a:extLst>
          </p:cNvPr>
          <p:cNvSpPr/>
          <p:nvPr/>
        </p:nvSpPr>
        <p:spPr>
          <a:xfrm rot="5400000">
            <a:off x="5004087" y="7546161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799253 w 6096000"/>
              <a:gd name="connsiteY1" fmla="*/ 0 h 240633"/>
              <a:gd name="connsiteX2" fmla="*/ 1598507 w 6096000"/>
              <a:gd name="connsiteY2" fmla="*/ 0 h 240633"/>
              <a:gd name="connsiteX3" fmla="*/ 2214880 w 6096000"/>
              <a:gd name="connsiteY3" fmla="*/ 0 h 240633"/>
              <a:gd name="connsiteX4" fmla="*/ 2953173 w 6096000"/>
              <a:gd name="connsiteY4" fmla="*/ 0 h 240633"/>
              <a:gd name="connsiteX5" fmla="*/ 3691467 w 6096000"/>
              <a:gd name="connsiteY5" fmla="*/ 0 h 240633"/>
              <a:gd name="connsiteX6" fmla="*/ 4490720 w 6096000"/>
              <a:gd name="connsiteY6" fmla="*/ 0 h 240633"/>
              <a:gd name="connsiteX7" fmla="*/ 5289973 w 6096000"/>
              <a:gd name="connsiteY7" fmla="*/ 0 h 240633"/>
              <a:gd name="connsiteX8" fmla="*/ 6096000 w 6096000"/>
              <a:gd name="connsiteY8" fmla="*/ 0 h 240633"/>
              <a:gd name="connsiteX9" fmla="*/ 6096000 w 6096000"/>
              <a:gd name="connsiteY9" fmla="*/ 240633 h 240633"/>
              <a:gd name="connsiteX10" fmla="*/ 5540587 w 6096000"/>
              <a:gd name="connsiteY10" fmla="*/ 240633 h 240633"/>
              <a:gd name="connsiteX11" fmla="*/ 4863253 w 6096000"/>
              <a:gd name="connsiteY11" fmla="*/ 240633 h 240633"/>
              <a:gd name="connsiteX12" fmla="*/ 4185920 w 6096000"/>
              <a:gd name="connsiteY12" fmla="*/ 240633 h 240633"/>
              <a:gd name="connsiteX13" fmla="*/ 3447627 w 6096000"/>
              <a:gd name="connsiteY13" fmla="*/ 240633 h 240633"/>
              <a:gd name="connsiteX14" fmla="*/ 2892213 w 6096000"/>
              <a:gd name="connsiteY14" fmla="*/ 240633 h 240633"/>
              <a:gd name="connsiteX15" fmla="*/ 2397760 w 6096000"/>
              <a:gd name="connsiteY15" fmla="*/ 240633 h 240633"/>
              <a:gd name="connsiteX16" fmla="*/ 1903307 w 6096000"/>
              <a:gd name="connsiteY16" fmla="*/ 240633 h 240633"/>
              <a:gd name="connsiteX17" fmla="*/ 1347893 w 6096000"/>
              <a:gd name="connsiteY17" fmla="*/ 240633 h 240633"/>
              <a:gd name="connsiteX18" fmla="*/ 609600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261625" y="-3906"/>
                  <a:pt x="441416" y="12346"/>
                  <a:pt x="799253" y="0"/>
                </a:cubicBezTo>
                <a:cubicBezTo>
                  <a:pt x="1157090" y="-12346"/>
                  <a:pt x="1304698" y="33"/>
                  <a:pt x="1598507" y="0"/>
                </a:cubicBezTo>
                <a:cubicBezTo>
                  <a:pt x="1892316" y="-33"/>
                  <a:pt x="2088132" y="-5974"/>
                  <a:pt x="2214880" y="0"/>
                </a:cubicBezTo>
                <a:cubicBezTo>
                  <a:pt x="2341628" y="5974"/>
                  <a:pt x="2695234" y="14185"/>
                  <a:pt x="2953173" y="0"/>
                </a:cubicBezTo>
                <a:cubicBezTo>
                  <a:pt x="3211112" y="-14185"/>
                  <a:pt x="3349210" y="-15463"/>
                  <a:pt x="3691467" y="0"/>
                </a:cubicBezTo>
                <a:cubicBezTo>
                  <a:pt x="4033724" y="15463"/>
                  <a:pt x="4190397" y="-18944"/>
                  <a:pt x="4490720" y="0"/>
                </a:cubicBezTo>
                <a:cubicBezTo>
                  <a:pt x="4791043" y="18944"/>
                  <a:pt x="5071387" y="26511"/>
                  <a:pt x="5289973" y="0"/>
                </a:cubicBezTo>
                <a:cubicBezTo>
                  <a:pt x="5508559" y="-26511"/>
                  <a:pt x="5880423" y="-39114"/>
                  <a:pt x="6096000" y="0"/>
                </a:cubicBezTo>
                <a:cubicBezTo>
                  <a:pt x="6094472" y="88549"/>
                  <a:pt x="6099735" y="138096"/>
                  <a:pt x="6096000" y="240633"/>
                </a:cubicBezTo>
                <a:cubicBezTo>
                  <a:pt x="5890726" y="240324"/>
                  <a:pt x="5807591" y="229310"/>
                  <a:pt x="5540587" y="240633"/>
                </a:cubicBezTo>
                <a:cubicBezTo>
                  <a:pt x="5273583" y="251956"/>
                  <a:pt x="5131322" y="258213"/>
                  <a:pt x="4863253" y="240633"/>
                </a:cubicBezTo>
                <a:cubicBezTo>
                  <a:pt x="4595184" y="223053"/>
                  <a:pt x="4441113" y="242349"/>
                  <a:pt x="4185920" y="240633"/>
                </a:cubicBezTo>
                <a:cubicBezTo>
                  <a:pt x="3930727" y="238917"/>
                  <a:pt x="3795924" y="249189"/>
                  <a:pt x="3447627" y="240633"/>
                </a:cubicBezTo>
                <a:cubicBezTo>
                  <a:pt x="3099330" y="232077"/>
                  <a:pt x="3162935" y="236309"/>
                  <a:pt x="2892213" y="240633"/>
                </a:cubicBezTo>
                <a:cubicBezTo>
                  <a:pt x="2621491" y="244957"/>
                  <a:pt x="2623939" y="255270"/>
                  <a:pt x="2397760" y="240633"/>
                </a:cubicBezTo>
                <a:cubicBezTo>
                  <a:pt x="2171581" y="225996"/>
                  <a:pt x="2078072" y="240775"/>
                  <a:pt x="1903307" y="240633"/>
                </a:cubicBezTo>
                <a:cubicBezTo>
                  <a:pt x="1728542" y="240491"/>
                  <a:pt x="1622014" y="214915"/>
                  <a:pt x="1347893" y="240633"/>
                </a:cubicBezTo>
                <a:cubicBezTo>
                  <a:pt x="1073772" y="266351"/>
                  <a:pt x="823506" y="209040"/>
                  <a:pt x="609600" y="240633"/>
                </a:cubicBezTo>
                <a:cubicBezTo>
                  <a:pt x="395694" y="272226"/>
                  <a:pt x="258628" y="219480"/>
                  <a:pt x="0" y="240633"/>
                </a:cubicBezTo>
                <a:cubicBezTo>
                  <a:pt x="3532" y="185451"/>
                  <a:pt x="10094" y="48375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294118" y="31599"/>
                  <a:pt x="405689" y="-6266"/>
                  <a:pt x="677333" y="0"/>
                </a:cubicBezTo>
                <a:cubicBezTo>
                  <a:pt x="948977" y="6266"/>
                  <a:pt x="1209194" y="-11910"/>
                  <a:pt x="1415627" y="0"/>
                </a:cubicBezTo>
                <a:cubicBezTo>
                  <a:pt x="1622060" y="11910"/>
                  <a:pt x="1763246" y="17926"/>
                  <a:pt x="1910080" y="0"/>
                </a:cubicBezTo>
                <a:cubicBezTo>
                  <a:pt x="2056914" y="-17926"/>
                  <a:pt x="2327024" y="-26568"/>
                  <a:pt x="2465493" y="0"/>
                </a:cubicBezTo>
                <a:cubicBezTo>
                  <a:pt x="2603962" y="26568"/>
                  <a:pt x="2927536" y="-18075"/>
                  <a:pt x="3142827" y="0"/>
                </a:cubicBezTo>
                <a:cubicBezTo>
                  <a:pt x="3358118" y="18075"/>
                  <a:pt x="3647569" y="24548"/>
                  <a:pt x="3881120" y="0"/>
                </a:cubicBezTo>
                <a:cubicBezTo>
                  <a:pt x="4114671" y="-24548"/>
                  <a:pt x="4165375" y="13056"/>
                  <a:pt x="4436533" y="0"/>
                </a:cubicBezTo>
                <a:cubicBezTo>
                  <a:pt x="4707691" y="-13056"/>
                  <a:pt x="4939649" y="14756"/>
                  <a:pt x="5235787" y="0"/>
                </a:cubicBezTo>
                <a:cubicBezTo>
                  <a:pt x="5531925" y="-14756"/>
                  <a:pt x="5670557" y="35583"/>
                  <a:pt x="6096000" y="0"/>
                </a:cubicBezTo>
                <a:cubicBezTo>
                  <a:pt x="6085711" y="70790"/>
                  <a:pt x="6090385" y="173857"/>
                  <a:pt x="6096000" y="240633"/>
                </a:cubicBezTo>
                <a:cubicBezTo>
                  <a:pt x="5730353" y="260269"/>
                  <a:pt x="5619115" y="226114"/>
                  <a:pt x="5296747" y="240633"/>
                </a:cubicBezTo>
                <a:cubicBezTo>
                  <a:pt x="4974379" y="255152"/>
                  <a:pt x="4834131" y="229364"/>
                  <a:pt x="4680373" y="240633"/>
                </a:cubicBezTo>
                <a:cubicBezTo>
                  <a:pt x="4526615" y="251902"/>
                  <a:pt x="4245386" y="258104"/>
                  <a:pt x="3881120" y="240633"/>
                </a:cubicBezTo>
                <a:cubicBezTo>
                  <a:pt x="3516854" y="223162"/>
                  <a:pt x="3541721" y="239195"/>
                  <a:pt x="3203787" y="240633"/>
                </a:cubicBezTo>
                <a:cubicBezTo>
                  <a:pt x="2865853" y="242071"/>
                  <a:pt x="2741894" y="259663"/>
                  <a:pt x="2404533" y="240633"/>
                </a:cubicBezTo>
                <a:cubicBezTo>
                  <a:pt x="2067172" y="221603"/>
                  <a:pt x="2042374" y="223245"/>
                  <a:pt x="1788160" y="240633"/>
                </a:cubicBezTo>
                <a:cubicBezTo>
                  <a:pt x="1533946" y="258021"/>
                  <a:pt x="1297023" y="266134"/>
                  <a:pt x="1171787" y="240633"/>
                </a:cubicBezTo>
                <a:cubicBezTo>
                  <a:pt x="1046551" y="215132"/>
                  <a:pt x="459540" y="209768"/>
                  <a:pt x="0" y="240633"/>
                </a:cubicBezTo>
                <a:cubicBezTo>
                  <a:pt x="11510" y="185818"/>
                  <a:pt x="1501" y="104845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8101202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3" name="Rectángulo 42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EB7C1668-0B85-457D-9639-604912995D4A}"/>
              </a:ext>
            </a:extLst>
          </p:cNvPr>
          <p:cNvSpPr/>
          <p:nvPr/>
        </p:nvSpPr>
        <p:spPr>
          <a:xfrm rot="5400000">
            <a:off x="635525" y="7555050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677333 w 6096000"/>
              <a:gd name="connsiteY1" fmla="*/ 0 h 240633"/>
              <a:gd name="connsiteX2" fmla="*/ 1232747 w 6096000"/>
              <a:gd name="connsiteY2" fmla="*/ 0 h 240633"/>
              <a:gd name="connsiteX3" fmla="*/ 1788160 w 6096000"/>
              <a:gd name="connsiteY3" fmla="*/ 0 h 240633"/>
              <a:gd name="connsiteX4" fmla="*/ 2404533 w 6096000"/>
              <a:gd name="connsiteY4" fmla="*/ 0 h 240633"/>
              <a:gd name="connsiteX5" fmla="*/ 3081867 w 6096000"/>
              <a:gd name="connsiteY5" fmla="*/ 0 h 240633"/>
              <a:gd name="connsiteX6" fmla="*/ 3576320 w 6096000"/>
              <a:gd name="connsiteY6" fmla="*/ 0 h 240633"/>
              <a:gd name="connsiteX7" fmla="*/ 4375573 w 6096000"/>
              <a:gd name="connsiteY7" fmla="*/ 0 h 240633"/>
              <a:gd name="connsiteX8" fmla="*/ 4930987 w 6096000"/>
              <a:gd name="connsiteY8" fmla="*/ 0 h 240633"/>
              <a:gd name="connsiteX9" fmla="*/ 5486400 w 6096000"/>
              <a:gd name="connsiteY9" fmla="*/ 0 h 240633"/>
              <a:gd name="connsiteX10" fmla="*/ 6096000 w 6096000"/>
              <a:gd name="connsiteY10" fmla="*/ 0 h 240633"/>
              <a:gd name="connsiteX11" fmla="*/ 6096000 w 6096000"/>
              <a:gd name="connsiteY11" fmla="*/ 240633 h 240633"/>
              <a:gd name="connsiteX12" fmla="*/ 5418667 w 6096000"/>
              <a:gd name="connsiteY12" fmla="*/ 240633 h 240633"/>
              <a:gd name="connsiteX13" fmla="*/ 4680373 w 6096000"/>
              <a:gd name="connsiteY13" fmla="*/ 240633 h 240633"/>
              <a:gd name="connsiteX14" fmla="*/ 4124960 w 6096000"/>
              <a:gd name="connsiteY14" fmla="*/ 240633 h 240633"/>
              <a:gd name="connsiteX15" fmla="*/ 3447627 w 6096000"/>
              <a:gd name="connsiteY15" fmla="*/ 240633 h 240633"/>
              <a:gd name="connsiteX16" fmla="*/ 2831253 w 6096000"/>
              <a:gd name="connsiteY16" fmla="*/ 240633 h 240633"/>
              <a:gd name="connsiteX17" fmla="*/ 2214880 w 6096000"/>
              <a:gd name="connsiteY17" fmla="*/ 240633 h 240633"/>
              <a:gd name="connsiteX18" fmla="*/ 1598507 w 6096000"/>
              <a:gd name="connsiteY18" fmla="*/ 240633 h 240633"/>
              <a:gd name="connsiteX19" fmla="*/ 860213 w 6096000"/>
              <a:gd name="connsiteY19" fmla="*/ 240633 h 240633"/>
              <a:gd name="connsiteX20" fmla="*/ 0 w 6096000"/>
              <a:gd name="connsiteY20" fmla="*/ 240633 h 240633"/>
              <a:gd name="connsiteX21" fmla="*/ 0 w 6096000"/>
              <a:gd name="connsiteY21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301656" y="-17209"/>
                  <a:pt x="453411" y="-2246"/>
                  <a:pt x="677333" y="0"/>
                </a:cubicBezTo>
                <a:cubicBezTo>
                  <a:pt x="901255" y="2246"/>
                  <a:pt x="996838" y="16579"/>
                  <a:pt x="1232747" y="0"/>
                </a:cubicBezTo>
                <a:cubicBezTo>
                  <a:pt x="1468656" y="-16579"/>
                  <a:pt x="1627976" y="-25410"/>
                  <a:pt x="1788160" y="0"/>
                </a:cubicBezTo>
                <a:cubicBezTo>
                  <a:pt x="1948344" y="25410"/>
                  <a:pt x="2241530" y="9349"/>
                  <a:pt x="2404533" y="0"/>
                </a:cubicBezTo>
                <a:cubicBezTo>
                  <a:pt x="2567536" y="-9349"/>
                  <a:pt x="2790396" y="-32375"/>
                  <a:pt x="3081867" y="0"/>
                </a:cubicBezTo>
                <a:cubicBezTo>
                  <a:pt x="3373338" y="32375"/>
                  <a:pt x="3416023" y="18730"/>
                  <a:pt x="3576320" y="0"/>
                </a:cubicBezTo>
                <a:cubicBezTo>
                  <a:pt x="3736617" y="-18730"/>
                  <a:pt x="4189881" y="-30108"/>
                  <a:pt x="4375573" y="0"/>
                </a:cubicBezTo>
                <a:cubicBezTo>
                  <a:pt x="4561265" y="30108"/>
                  <a:pt x="4684974" y="-12633"/>
                  <a:pt x="4930987" y="0"/>
                </a:cubicBezTo>
                <a:cubicBezTo>
                  <a:pt x="5177000" y="12633"/>
                  <a:pt x="5268337" y="-9582"/>
                  <a:pt x="5486400" y="0"/>
                </a:cubicBezTo>
                <a:cubicBezTo>
                  <a:pt x="5704463" y="9582"/>
                  <a:pt x="5942866" y="26149"/>
                  <a:pt x="6096000" y="0"/>
                </a:cubicBezTo>
                <a:cubicBezTo>
                  <a:pt x="6105045" y="50097"/>
                  <a:pt x="6094348" y="183069"/>
                  <a:pt x="6096000" y="240633"/>
                </a:cubicBezTo>
                <a:cubicBezTo>
                  <a:pt x="5934615" y="228356"/>
                  <a:pt x="5710688" y="221019"/>
                  <a:pt x="5418667" y="240633"/>
                </a:cubicBezTo>
                <a:cubicBezTo>
                  <a:pt x="5126646" y="260247"/>
                  <a:pt x="4965553" y="253866"/>
                  <a:pt x="4680373" y="240633"/>
                </a:cubicBezTo>
                <a:cubicBezTo>
                  <a:pt x="4395193" y="227400"/>
                  <a:pt x="4311402" y="265539"/>
                  <a:pt x="4124960" y="240633"/>
                </a:cubicBezTo>
                <a:cubicBezTo>
                  <a:pt x="3938518" y="215727"/>
                  <a:pt x="3763219" y="211435"/>
                  <a:pt x="3447627" y="240633"/>
                </a:cubicBezTo>
                <a:cubicBezTo>
                  <a:pt x="3132035" y="269831"/>
                  <a:pt x="3135294" y="255692"/>
                  <a:pt x="2831253" y="240633"/>
                </a:cubicBezTo>
                <a:cubicBezTo>
                  <a:pt x="2527212" y="225574"/>
                  <a:pt x="2446638" y="231253"/>
                  <a:pt x="2214880" y="240633"/>
                </a:cubicBezTo>
                <a:cubicBezTo>
                  <a:pt x="1983122" y="250013"/>
                  <a:pt x="1731445" y="258687"/>
                  <a:pt x="1598507" y="240633"/>
                </a:cubicBezTo>
                <a:cubicBezTo>
                  <a:pt x="1465569" y="222579"/>
                  <a:pt x="1109572" y="269832"/>
                  <a:pt x="860213" y="240633"/>
                </a:cubicBezTo>
                <a:cubicBezTo>
                  <a:pt x="610854" y="211434"/>
                  <a:pt x="227518" y="223104"/>
                  <a:pt x="0" y="240633"/>
                </a:cubicBezTo>
                <a:cubicBezTo>
                  <a:pt x="11327" y="178230"/>
                  <a:pt x="11018" y="120031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324236" y="-7710"/>
                  <a:pt x="403053" y="-130"/>
                  <a:pt x="799253" y="0"/>
                </a:cubicBezTo>
                <a:cubicBezTo>
                  <a:pt x="1195453" y="130"/>
                  <a:pt x="1411338" y="17521"/>
                  <a:pt x="1598507" y="0"/>
                </a:cubicBezTo>
                <a:cubicBezTo>
                  <a:pt x="1785676" y="-17521"/>
                  <a:pt x="2061290" y="-17948"/>
                  <a:pt x="2275840" y="0"/>
                </a:cubicBezTo>
                <a:cubicBezTo>
                  <a:pt x="2490390" y="17948"/>
                  <a:pt x="2827909" y="32228"/>
                  <a:pt x="3014133" y="0"/>
                </a:cubicBezTo>
                <a:cubicBezTo>
                  <a:pt x="3200357" y="-32228"/>
                  <a:pt x="3440966" y="-16539"/>
                  <a:pt x="3630507" y="0"/>
                </a:cubicBezTo>
                <a:cubicBezTo>
                  <a:pt x="3820048" y="16539"/>
                  <a:pt x="4114972" y="12369"/>
                  <a:pt x="4429760" y="0"/>
                </a:cubicBezTo>
                <a:cubicBezTo>
                  <a:pt x="4744548" y="-12369"/>
                  <a:pt x="4781526" y="19675"/>
                  <a:pt x="4924213" y="0"/>
                </a:cubicBezTo>
                <a:cubicBezTo>
                  <a:pt x="5066900" y="-19675"/>
                  <a:pt x="5234836" y="23557"/>
                  <a:pt x="5479627" y="0"/>
                </a:cubicBezTo>
                <a:cubicBezTo>
                  <a:pt x="5724418" y="-23557"/>
                  <a:pt x="5877870" y="-26264"/>
                  <a:pt x="6096000" y="0"/>
                </a:cubicBezTo>
                <a:cubicBezTo>
                  <a:pt x="6093454" y="115204"/>
                  <a:pt x="6089941" y="174280"/>
                  <a:pt x="6096000" y="240633"/>
                </a:cubicBezTo>
                <a:cubicBezTo>
                  <a:pt x="5930993" y="227266"/>
                  <a:pt x="5733452" y="249669"/>
                  <a:pt x="5601547" y="240633"/>
                </a:cubicBezTo>
                <a:cubicBezTo>
                  <a:pt x="5469642" y="231597"/>
                  <a:pt x="5286979" y="261141"/>
                  <a:pt x="4985173" y="240633"/>
                </a:cubicBezTo>
                <a:cubicBezTo>
                  <a:pt x="4683367" y="220125"/>
                  <a:pt x="4399643" y="216284"/>
                  <a:pt x="4185920" y="240633"/>
                </a:cubicBezTo>
                <a:cubicBezTo>
                  <a:pt x="3972197" y="264982"/>
                  <a:pt x="3685759" y="210952"/>
                  <a:pt x="3447627" y="240633"/>
                </a:cubicBezTo>
                <a:cubicBezTo>
                  <a:pt x="3209495" y="270314"/>
                  <a:pt x="3146210" y="225796"/>
                  <a:pt x="2892213" y="240633"/>
                </a:cubicBezTo>
                <a:cubicBezTo>
                  <a:pt x="2638216" y="255470"/>
                  <a:pt x="2524350" y="225155"/>
                  <a:pt x="2336800" y="240633"/>
                </a:cubicBezTo>
                <a:cubicBezTo>
                  <a:pt x="2149250" y="256111"/>
                  <a:pt x="1994315" y="260397"/>
                  <a:pt x="1781387" y="240633"/>
                </a:cubicBezTo>
                <a:cubicBezTo>
                  <a:pt x="1568459" y="220869"/>
                  <a:pt x="1416215" y="241016"/>
                  <a:pt x="1225973" y="240633"/>
                </a:cubicBezTo>
                <a:cubicBezTo>
                  <a:pt x="1035731" y="240250"/>
                  <a:pt x="587784" y="279222"/>
                  <a:pt x="0" y="240633"/>
                </a:cubicBezTo>
                <a:cubicBezTo>
                  <a:pt x="10134" y="141625"/>
                  <a:pt x="-58" y="52611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49528485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4" name="Rectángulo 43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2C75803F-6340-419F-93A1-84BBD47F69C7}"/>
              </a:ext>
            </a:extLst>
          </p:cNvPr>
          <p:cNvSpPr/>
          <p:nvPr/>
        </p:nvSpPr>
        <p:spPr>
          <a:xfrm rot="5400000">
            <a:off x="1246489" y="7555051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555413 w 6096000"/>
              <a:gd name="connsiteY1" fmla="*/ 0 h 240633"/>
              <a:gd name="connsiteX2" fmla="*/ 1110827 w 6096000"/>
              <a:gd name="connsiteY2" fmla="*/ 0 h 240633"/>
              <a:gd name="connsiteX3" fmla="*/ 1849120 w 6096000"/>
              <a:gd name="connsiteY3" fmla="*/ 0 h 240633"/>
              <a:gd name="connsiteX4" fmla="*/ 2648373 w 6096000"/>
              <a:gd name="connsiteY4" fmla="*/ 0 h 240633"/>
              <a:gd name="connsiteX5" fmla="*/ 3325707 w 6096000"/>
              <a:gd name="connsiteY5" fmla="*/ 0 h 240633"/>
              <a:gd name="connsiteX6" fmla="*/ 3881120 w 6096000"/>
              <a:gd name="connsiteY6" fmla="*/ 0 h 240633"/>
              <a:gd name="connsiteX7" fmla="*/ 4558453 w 6096000"/>
              <a:gd name="connsiteY7" fmla="*/ 0 h 240633"/>
              <a:gd name="connsiteX8" fmla="*/ 511386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418667 w 6096000"/>
              <a:gd name="connsiteY11" fmla="*/ 240633 h 240633"/>
              <a:gd name="connsiteX12" fmla="*/ 4680373 w 6096000"/>
              <a:gd name="connsiteY12" fmla="*/ 240633 h 240633"/>
              <a:gd name="connsiteX13" fmla="*/ 4003040 w 6096000"/>
              <a:gd name="connsiteY13" fmla="*/ 240633 h 240633"/>
              <a:gd name="connsiteX14" fmla="*/ 3264747 w 6096000"/>
              <a:gd name="connsiteY14" fmla="*/ 240633 h 240633"/>
              <a:gd name="connsiteX15" fmla="*/ 2770293 w 6096000"/>
              <a:gd name="connsiteY15" fmla="*/ 240633 h 240633"/>
              <a:gd name="connsiteX16" fmla="*/ 2275840 w 6096000"/>
              <a:gd name="connsiteY16" fmla="*/ 240633 h 240633"/>
              <a:gd name="connsiteX17" fmla="*/ 1537547 w 6096000"/>
              <a:gd name="connsiteY17" fmla="*/ 240633 h 240633"/>
              <a:gd name="connsiteX18" fmla="*/ 79925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182504" y="-18618"/>
                  <a:pt x="392457" y="-12175"/>
                  <a:pt x="555413" y="0"/>
                </a:cubicBezTo>
                <a:cubicBezTo>
                  <a:pt x="718369" y="12175"/>
                  <a:pt x="868872" y="-3976"/>
                  <a:pt x="1110827" y="0"/>
                </a:cubicBezTo>
                <a:cubicBezTo>
                  <a:pt x="1352782" y="3976"/>
                  <a:pt x="1506876" y="8031"/>
                  <a:pt x="1849120" y="0"/>
                </a:cubicBezTo>
                <a:cubicBezTo>
                  <a:pt x="2191364" y="-8031"/>
                  <a:pt x="2293643" y="-34097"/>
                  <a:pt x="2648373" y="0"/>
                </a:cubicBezTo>
                <a:cubicBezTo>
                  <a:pt x="3003103" y="34097"/>
                  <a:pt x="3111659" y="24288"/>
                  <a:pt x="3325707" y="0"/>
                </a:cubicBezTo>
                <a:cubicBezTo>
                  <a:pt x="3539755" y="-24288"/>
                  <a:pt x="3719667" y="16946"/>
                  <a:pt x="3881120" y="0"/>
                </a:cubicBezTo>
                <a:cubicBezTo>
                  <a:pt x="4042573" y="-16946"/>
                  <a:pt x="4305517" y="-9634"/>
                  <a:pt x="4558453" y="0"/>
                </a:cubicBezTo>
                <a:cubicBezTo>
                  <a:pt x="4811389" y="9634"/>
                  <a:pt x="4926588" y="11846"/>
                  <a:pt x="5113867" y="0"/>
                </a:cubicBezTo>
                <a:cubicBezTo>
                  <a:pt x="5301146" y="-11846"/>
                  <a:pt x="5882294" y="18136"/>
                  <a:pt x="6096000" y="0"/>
                </a:cubicBezTo>
                <a:cubicBezTo>
                  <a:pt x="6091351" y="68711"/>
                  <a:pt x="6098695" y="183349"/>
                  <a:pt x="6096000" y="240633"/>
                </a:cubicBezTo>
                <a:cubicBezTo>
                  <a:pt x="5776582" y="227777"/>
                  <a:pt x="5756754" y="223299"/>
                  <a:pt x="5418667" y="240633"/>
                </a:cubicBezTo>
                <a:cubicBezTo>
                  <a:pt x="5080580" y="257967"/>
                  <a:pt x="4877397" y="255933"/>
                  <a:pt x="4680373" y="240633"/>
                </a:cubicBezTo>
                <a:cubicBezTo>
                  <a:pt x="4483349" y="225333"/>
                  <a:pt x="4185076" y="269370"/>
                  <a:pt x="4003040" y="240633"/>
                </a:cubicBezTo>
                <a:cubicBezTo>
                  <a:pt x="3821004" y="211896"/>
                  <a:pt x="3597764" y="233731"/>
                  <a:pt x="3264747" y="240633"/>
                </a:cubicBezTo>
                <a:cubicBezTo>
                  <a:pt x="2931730" y="247535"/>
                  <a:pt x="2894910" y="218666"/>
                  <a:pt x="2770293" y="240633"/>
                </a:cubicBezTo>
                <a:cubicBezTo>
                  <a:pt x="2645676" y="262600"/>
                  <a:pt x="2424706" y="260333"/>
                  <a:pt x="2275840" y="240633"/>
                </a:cubicBezTo>
                <a:cubicBezTo>
                  <a:pt x="2126974" y="220933"/>
                  <a:pt x="1767127" y="232024"/>
                  <a:pt x="1537547" y="240633"/>
                </a:cubicBezTo>
                <a:cubicBezTo>
                  <a:pt x="1307967" y="249242"/>
                  <a:pt x="1107926" y="259212"/>
                  <a:pt x="799253" y="240633"/>
                </a:cubicBezTo>
                <a:cubicBezTo>
                  <a:pt x="490580" y="222054"/>
                  <a:pt x="330666" y="234616"/>
                  <a:pt x="0" y="240633"/>
                </a:cubicBezTo>
                <a:cubicBezTo>
                  <a:pt x="-11156" y="128336"/>
                  <a:pt x="1158" y="89982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332534" y="-23836"/>
                  <a:pt x="409535" y="-27744"/>
                  <a:pt x="799253" y="0"/>
                </a:cubicBezTo>
                <a:cubicBezTo>
                  <a:pt x="1188971" y="27744"/>
                  <a:pt x="1161494" y="14719"/>
                  <a:pt x="1476587" y="0"/>
                </a:cubicBezTo>
                <a:cubicBezTo>
                  <a:pt x="1791680" y="-14719"/>
                  <a:pt x="1810510" y="-15848"/>
                  <a:pt x="1971040" y="0"/>
                </a:cubicBezTo>
                <a:cubicBezTo>
                  <a:pt x="2131570" y="15848"/>
                  <a:pt x="2384359" y="29801"/>
                  <a:pt x="2648373" y="0"/>
                </a:cubicBezTo>
                <a:cubicBezTo>
                  <a:pt x="2912387" y="-29801"/>
                  <a:pt x="3181021" y="-6695"/>
                  <a:pt x="3386667" y="0"/>
                </a:cubicBezTo>
                <a:cubicBezTo>
                  <a:pt x="3592313" y="6695"/>
                  <a:pt x="3934475" y="17419"/>
                  <a:pt x="4124960" y="0"/>
                </a:cubicBezTo>
                <a:cubicBezTo>
                  <a:pt x="4315445" y="-17419"/>
                  <a:pt x="4586085" y="26171"/>
                  <a:pt x="4863253" y="0"/>
                </a:cubicBezTo>
                <a:cubicBezTo>
                  <a:pt x="5140421" y="-26171"/>
                  <a:pt x="5209735" y="23287"/>
                  <a:pt x="5479627" y="0"/>
                </a:cubicBezTo>
                <a:cubicBezTo>
                  <a:pt x="5749519" y="-23287"/>
                  <a:pt x="5940157" y="18858"/>
                  <a:pt x="6096000" y="0"/>
                </a:cubicBezTo>
                <a:cubicBezTo>
                  <a:pt x="6084223" y="106541"/>
                  <a:pt x="6089476" y="139299"/>
                  <a:pt x="6096000" y="240633"/>
                </a:cubicBezTo>
                <a:cubicBezTo>
                  <a:pt x="5947221" y="244939"/>
                  <a:pt x="5692726" y="270131"/>
                  <a:pt x="5357707" y="240633"/>
                </a:cubicBezTo>
                <a:cubicBezTo>
                  <a:pt x="5022688" y="211135"/>
                  <a:pt x="5062056" y="221673"/>
                  <a:pt x="4863253" y="240633"/>
                </a:cubicBezTo>
                <a:cubicBezTo>
                  <a:pt x="4664450" y="259593"/>
                  <a:pt x="4391492" y="239113"/>
                  <a:pt x="4246880" y="240633"/>
                </a:cubicBezTo>
                <a:cubicBezTo>
                  <a:pt x="4102268" y="242153"/>
                  <a:pt x="3679993" y="237789"/>
                  <a:pt x="3447627" y="240633"/>
                </a:cubicBezTo>
                <a:cubicBezTo>
                  <a:pt x="3215261" y="243477"/>
                  <a:pt x="3168827" y="215938"/>
                  <a:pt x="2953173" y="240633"/>
                </a:cubicBezTo>
                <a:cubicBezTo>
                  <a:pt x="2737519" y="265328"/>
                  <a:pt x="2545972" y="252824"/>
                  <a:pt x="2153920" y="240633"/>
                </a:cubicBezTo>
                <a:cubicBezTo>
                  <a:pt x="1761868" y="228442"/>
                  <a:pt x="1742383" y="252030"/>
                  <a:pt x="1598507" y="240633"/>
                </a:cubicBezTo>
                <a:cubicBezTo>
                  <a:pt x="1454631" y="229236"/>
                  <a:pt x="1181466" y="213288"/>
                  <a:pt x="921173" y="240633"/>
                </a:cubicBezTo>
                <a:cubicBezTo>
                  <a:pt x="660880" y="267978"/>
                  <a:pt x="452339" y="261739"/>
                  <a:pt x="0" y="240633"/>
                </a:cubicBezTo>
                <a:cubicBezTo>
                  <a:pt x="-382" y="148090"/>
                  <a:pt x="-1461" y="61009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0036231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  <p:sp>
        <p:nvSpPr>
          <p:cNvPr id="45" name="Rectángulo 44">
            <a:hlinkClick r:id="rId2" action="ppaction://hlinksldjump">
              <a:snd r:embed="rId3" name="explode.wav"/>
            </a:hlinkClick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31BEA5FF-9A5C-4388-BF7D-4CFF7286A751}"/>
              </a:ext>
            </a:extLst>
          </p:cNvPr>
          <p:cNvSpPr/>
          <p:nvPr/>
        </p:nvSpPr>
        <p:spPr>
          <a:xfrm rot="5400000">
            <a:off x="1891083" y="7548186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616373 w 6096000"/>
              <a:gd name="connsiteY1" fmla="*/ 0 h 240633"/>
              <a:gd name="connsiteX2" fmla="*/ 1415627 w 6096000"/>
              <a:gd name="connsiteY2" fmla="*/ 0 h 240633"/>
              <a:gd name="connsiteX3" fmla="*/ 2092960 w 6096000"/>
              <a:gd name="connsiteY3" fmla="*/ 0 h 240633"/>
              <a:gd name="connsiteX4" fmla="*/ 2587413 w 6096000"/>
              <a:gd name="connsiteY4" fmla="*/ 0 h 240633"/>
              <a:gd name="connsiteX5" fmla="*/ 3142827 w 6096000"/>
              <a:gd name="connsiteY5" fmla="*/ 0 h 240633"/>
              <a:gd name="connsiteX6" fmla="*/ 3881120 w 6096000"/>
              <a:gd name="connsiteY6" fmla="*/ 0 h 240633"/>
              <a:gd name="connsiteX7" fmla="*/ 4497493 w 6096000"/>
              <a:gd name="connsiteY7" fmla="*/ 0 h 240633"/>
              <a:gd name="connsiteX8" fmla="*/ 511386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540587 w 6096000"/>
              <a:gd name="connsiteY11" fmla="*/ 240633 h 240633"/>
              <a:gd name="connsiteX12" fmla="*/ 5046133 w 6096000"/>
              <a:gd name="connsiteY12" fmla="*/ 240633 h 240633"/>
              <a:gd name="connsiteX13" fmla="*/ 4307840 w 6096000"/>
              <a:gd name="connsiteY13" fmla="*/ 240633 h 240633"/>
              <a:gd name="connsiteX14" fmla="*/ 3508587 w 6096000"/>
              <a:gd name="connsiteY14" fmla="*/ 240633 h 240633"/>
              <a:gd name="connsiteX15" fmla="*/ 2709333 w 6096000"/>
              <a:gd name="connsiteY15" fmla="*/ 240633 h 240633"/>
              <a:gd name="connsiteX16" fmla="*/ 2092960 w 6096000"/>
              <a:gd name="connsiteY16" fmla="*/ 240633 h 240633"/>
              <a:gd name="connsiteX17" fmla="*/ 1476587 w 6096000"/>
              <a:gd name="connsiteY17" fmla="*/ 240633 h 240633"/>
              <a:gd name="connsiteX18" fmla="*/ 67733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204112" y="-25963"/>
                  <a:pt x="319767" y="21097"/>
                  <a:pt x="616373" y="0"/>
                </a:cubicBezTo>
                <a:cubicBezTo>
                  <a:pt x="912979" y="-21097"/>
                  <a:pt x="1029380" y="1513"/>
                  <a:pt x="1415627" y="0"/>
                </a:cubicBezTo>
                <a:cubicBezTo>
                  <a:pt x="1801874" y="-1513"/>
                  <a:pt x="1917477" y="22262"/>
                  <a:pt x="2092960" y="0"/>
                </a:cubicBezTo>
                <a:cubicBezTo>
                  <a:pt x="2268443" y="-22262"/>
                  <a:pt x="2360564" y="7769"/>
                  <a:pt x="2587413" y="0"/>
                </a:cubicBezTo>
                <a:cubicBezTo>
                  <a:pt x="2814262" y="-7769"/>
                  <a:pt x="3018813" y="-17769"/>
                  <a:pt x="3142827" y="0"/>
                </a:cubicBezTo>
                <a:cubicBezTo>
                  <a:pt x="3266841" y="17769"/>
                  <a:pt x="3653672" y="-36344"/>
                  <a:pt x="3881120" y="0"/>
                </a:cubicBezTo>
                <a:cubicBezTo>
                  <a:pt x="4108568" y="36344"/>
                  <a:pt x="4221082" y="10422"/>
                  <a:pt x="4497493" y="0"/>
                </a:cubicBezTo>
                <a:cubicBezTo>
                  <a:pt x="4773904" y="-10422"/>
                  <a:pt x="4966489" y="-868"/>
                  <a:pt x="5113867" y="0"/>
                </a:cubicBezTo>
                <a:cubicBezTo>
                  <a:pt x="5261245" y="868"/>
                  <a:pt x="5769940" y="40294"/>
                  <a:pt x="6096000" y="0"/>
                </a:cubicBezTo>
                <a:cubicBezTo>
                  <a:pt x="6101379" y="56873"/>
                  <a:pt x="6085990" y="144267"/>
                  <a:pt x="6096000" y="240633"/>
                </a:cubicBezTo>
                <a:cubicBezTo>
                  <a:pt x="5827742" y="220236"/>
                  <a:pt x="5779733" y="255753"/>
                  <a:pt x="5540587" y="240633"/>
                </a:cubicBezTo>
                <a:cubicBezTo>
                  <a:pt x="5301441" y="225513"/>
                  <a:pt x="5148545" y="226272"/>
                  <a:pt x="5046133" y="240633"/>
                </a:cubicBezTo>
                <a:cubicBezTo>
                  <a:pt x="4943721" y="254994"/>
                  <a:pt x="4556873" y="262670"/>
                  <a:pt x="4307840" y="240633"/>
                </a:cubicBezTo>
                <a:cubicBezTo>
                  <a:pt x="4058807" y="218596"/>
                  <a:pt x="3678637" y="260439"/>
                  <a:pt x="3508587" y="240633"/>
                </a:cubicBezTo>
                <a:cubicBezTo>
                  <a:pt x="3338537" y="220827"/>
                  <a:pt x="2992493" y="258384"/>
                  <a:pt x="2709333" y="240633"/>
                </a:cubicBezTo>
                <a:cubicBezTo>
                  <a:pt x="2426173" y="222882"/>
                  <a:pt x="2235875" y="243475"/>
                  <a:pt x="2092960" y="240633"/>
                </a:cubicBezTo>
                <a:cubicBezTo>
                  <a:pt x="1950045" y="237791"/>
                  <a:pt x="1746436" y="241981"/>
                  <a:pt x="1476587" y="240633"/>
                </a:cubicBezTo>
                <a:cubicBezTo>
                  <a:pt x="1206738" y="239285"/>
                  <a:pt x="986141" y="212202"/>
                  <a:pt x="677333" y="240633"/>
                </a:cubicBezTo>
                <a:cubicBezTo>
                  <a:pt x="368525" y="269064"/>
                  <a:pt x="187579" y="257246"/>
                  <a:pt x="0" y="240633"/>
                </a:cubicBezTo>
                <a:cubicBezTo>
                  <a:pt x="4787" y="191586"/>
                  <a:pt x="-5410" y="111024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152375" y="9051"/>
                  <a:pt x="313701" y="-23321"/>
                  <a:pt x="555413" y="0"/>
                </a:cubicBezTo>
                <a:cubicBezTo>
                  <a:pt x="797125" y="23321"/>
                  <a:pt x="872262" y="1671"/>
                  <a:pt x="1110827" y="0"/>
                </a:cubicBezTo>
                <a:cubicBezTo>
                  <a:pt x="1349392" y="-1671"/>
                  <a:pt x="1574081" y="18324"/>
                  <a:pt x="1727200" y="0"/>
                </a:cubicBezTo>
                <a:cubicBezTo>
                  <a:pt x="1880319" y="-18324"/>
                  <a:pt x="2068367" y="-21286"/>
                  <a:pt x="2282613" y="0"/>
                </a:cubicBezTo>
                <a:cubicBezTo>
                  <a:pt x="2496859" y="21286"/>
                  <a:pt x="2704490" y="27112"/>
                  <a:pt x="2898987" y="0"/>
                </a:cubicBezTo>
                <a:cubicBezTo>
                  <a:pt x="3093484" y="-27112"/>
                  <a:pt x="3331320" y="11734"/>
                  <a:pt x="3515360" y="0"/>
                </a:cubicBezTo>
                <a:cubicBezTo>
                  <a:pt x="3699400" y="-11734"/>
                  <a:pt x="4133693" y="-15646"/>
                  <a:pt x="4314613" y="0"/>
                </a:cubicBezTo>
                <a:cubicBezTo>
                  <a:pt x="4495533" y="15646"/>
                  <a:pt x="4663797" y="21271"/>
                  <a:pt x="4870027" y="0"/>
                </a:cubicBezTo>
                <a:cubicBezTo>
                  <a:pt x="5076257" y="-21271"/>
                  <a:pt x="5822765" y="-12843"/>
                  <a:pt x="6096000" y="0"/>
                </a:cubicBezTo>
                <a:cubicBezTo>
                  <a:pt x="6085403" y="70705"/>
                  <a:pt x="6092608" y="166325"/>
                  <a:pt x="6096000" y="240633"/>
                </a:cubicBezTo>
                <a:cubicBezTo>
                  <a:pt x="5873465" y="255384"/>
                  <a:pt x="5806488" y="235181"/>
                  <a:pt x="5601547" y="240633"/>
                </a:cubicBezTo>
                <a:cubicBezTo>
                  <a:pt x="5396606" y="246085"/>
                  <a:pt x="5212778" y="223026"/>
                  <a:pt x="4863253" y="240633"/>
                </a:cubicBezTo>
                <a:cubicBezTo>
                  <a:pt x="4513728" y="258240"/>
                  <a:pt x="4435547" y="257004"/>
                  <a:pt x="4064000" y="240633"/>
                </a:cubicBezTo>
                <a:cubicBezTo>
                  <a:pt x="3692453" y="224262"/>
                  <a:pt x="3706507" y="236695"/>
                  <a:pt x="3569547" y="240633"/>
                </a:cubicBezTo>
                <a:cubicBezTo>
                  <a:pt x="3432587" y="244571"/>
                  <a:pt x="3275813" y="218043"/>
                  <a:pt x="3075093" y="240633"/>
                </a:cubicBezTo>
                <a:cubicBezTo>
                  <a:pt x="2874373" y="263223"/>
                  <a:pt x="2750488" y="227900"/>
                  <a:pt x="2580640" y="240633"/>
                </a:cubicBezTo>
                <a:cubicBezTo>
                  <a:pt x="2410792" y="253366"/>
                  <a:pt x="2144627" y="236375"/>
                  <a:pt x="1842347" y="240633"/>
                </a:cubicBezTo>
                <a:cubicBezTo>
                  <a:pt x="1540067" y="244891"/>
                  <a:pt x="1245769" y="278987"/>
                  <a:pt x="1043093" y="240633"/>
                </a:cubicBezTo>
                <a:cubicBezTo>
                  <a:pt x="840417" y="202279"/>
                  <a:pt x="420886" y="191181"/>
                  <a:pt x="0" y="240633"/>
                </a:cubicBezTo>
                <a:cubicBezTo>
                  <a:pt x="-1092" y="163043"/>
                  <a:pt x="-7596" y="73801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0991449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6" name="Rectángulo 45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FBA4FED4-49AB-4BE3-AF2E-C246872DBF1C}"/>
              </a:ext>
            </a:extLst>
          </p:cNvPr>
          <p:cNvSpPr/>
          <p:nvPr/>
        </p:nvSpPr>
        <p:spPr>
          <a:xfrm rot="5400000">
            <a:off x="2536971" y="7555049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799253 w 6096000"/>
              <a:gd name="connsiteY1" fmla="*/ 0 h 240633"/>
              <a:gd name="connsiteX2" fmla="*/ 1415627 w 6096000"/>
              <a:gd name="connsiteY2" fmla="*/ 0 h 240633"/>
              <a:gd name="connsiteX3" fmla="*/ 2032000 w 6096000"/>
              <a:gd name="connsiteY3" fmla="*/ 0 h 240633"/>
              <a:gd name="connsiteX4" fmla="*/ 2648373 w 6096000"/>
              <a:gd name="connsiteY4" fmla="*/ 0 h 240633"/>
              <a:gd name="connsiteX5" fmla="*/ 3325707 w 6096000"/>
              <a:gd name="connsiteY5" fmla="*/ 0 h 240633"/>
              <a:gd name="connsiteX6" fmla="*/ 4124960 w 6096000"/>
              <a:gd name="connsiteY6" fmla="*/ 0 h 240633"/>
              <a:gd name="connsiteX7" fmla="*/ 4680373 w 6096000"/>
              <a:gd name="connsiteY7" fmla="*/ 0 h 240633"/>
              <a:gd name="connsiteX8" fmla="*/ 529674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479627 w 6096000"/>
              <a:gd name="connsiteY11" fmla="*/ 240633 h 240633"/>
              <a:gd name="connsiteX12" fmla="*/ 4924213 w 6096000"/>
              <a:gd name="connsiteY12" fmla="*/ 240633 h 240633"/>
              <a:gd name="connsiteX13" fmla="*/ 4368800 w 6096000"/>
              <a:gd name="connsiteY13" fmla="*/ 240633 h 240633"/>
              <a:gd name="connsiteX14" fmla="*/ 3813387 w 6096000"/>
              <a:gd name="connsiteY14" fmla="*/ 240633 h 240633"/>
              <a:gd name="connsiteX15" fmla="*/ 3014133 w 6096000"/>
              <a:gd name="connsiteY15" fmla="*/ 240633 h 240633"/>
              <a:gd name="connsiteX16" fmla="*/ 2397760 w 6096000"/>
              <a:gd name="connsiteY16" fmla="*/ 240633 h 240633"/>
              <a:gd name="connsiteX17" fmla="*/ 1903307 w 6096000"/>
              <a:gd name="connsiteY17" fmla="*/ 240633 h 240633"/>
              <a:gd name="connsiteX18" fmla="*/ 110405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181311" y="-13556"/>
                  <a:pt x="429444" y="-21047"/>
                  <a:pt x="799253" y="0"/>
                </a:cubicBezTo>
                <a:cubicBezTo>
                  <a:pt x="1169062" y="21047"/>
                  <a:pt x="1275885" y="14763"/>
                  <a:pt x="1415627" y="0"/>
                </a:cubicBezTo>
                <a:cubicBezTo>
                  <a:pt x="1555369" y="-14763"/>
                  <a:pt x="1728460" y="5146"/>
                  <a:pt x="2032000" y="0"/>
                </a:cubicBezTo>
                <a:cubicBezTo>
                  <a:pt x="2335540" y="-5146"/>
                  <a:pt x="2345865" y="14384"/>
                  <a:pt x="2648373" y="0"/>
                </a:cubicBezTo>
                <a:cubicBezTo>
                  <a:pt x="2950881" y="-14384"/>
                  <a:pt x="3070644" y="-19950"/>
                  <a:pt x="3325707" y="0"/>
                </a:cubicBezTo>
                <a:cubicBezTo>
                  <a:pt x="3580770" y="19950"/>
                  <a:pt x="3813256" y="28895"/>
                  <a:pt x="4124960" y="0"/>
                </a:cubicBezTo>
                <a:cubicBezTo>
                  <a:pt x="4436664" y="-28895"/>
                  <a:pt x="4551774" y="-1273"/>
                  <a:pt x="4680373" y="0"/>
                </a:cubicBezTo>
                <a:cubicBezTo>
                  <a:pt x="4808972" y="1273"/>
                  <a:pt x="5095918" y="27282"/>
                  <a:pt x="5296747" y="0"/>
                </a:cubicBezTo>
                <a:cubicBezTo>
                  <a:pt x="5497576" y="-27282"/>
                  <a:pt x="5832444" y="-28335"/>
                  <a:pt x="6096000" y="0"/>
                </a:cubicBezTo>
                <a:cubicBezTo>
                  <a:pt x="6103017" y="53138"/>
                  <a:pt x="6086051" y="178134"/>
                  <a:pt x="6096000" y="240633"/>
                </a:cubicBezTo>
                <a:cubicBezTo>
                  <a:pt x="5968107" y="260082"/>
                  <a:pt x="5664652" y="234247"/>
                  <a:pt x="5479627" y="240633"/>
                </a:cubicBezTo>
                <a:cubicBezTo>
                  <a:pt x="5294602" y="247019"/>
                  <a:pt x="5078413" y="254678"/>
                  <a:pt x="4924213" y="240633"/>
                </a:cubicBezTo>
                <a:cubicBezTo>
                  <a:pt x="4770013" y="226588"/>
                  <a:pt x="4622965" y="238253"/>
                  <a:pt x="4368800" y="240633"/>
                </a:cubicBezTo>
                <a:cubicBezTo>
                  <a:pt x="4114635" y="243013"/>
                  <a:pt x="4086920" y="236687"/>
                  <a:pt x="3813387" y="240633"/>
                </a:cubicBezTo>
                <a:cubicBezTo>
                  <a:pt x="3539854" y="244579"/>
                  <a:pt x="3204747" y="274856"/>
                  <a:pt x="3014133" y="240633"/>
                </a:cubicBezTo>
                <a:cubicBezTo>
                  <a:pt x="2823519" y="206410"/>
                  <a:pt x="2620339" y="248270"/>
                  <a:pt x="2397760" y="240633"/>
                </a:cubicBezTo>
                <a:cubicBezTo>
                  <a:pt x="2175181" y="232996"/>
                  <a:pt x="2057707" y="238558"/>
                  <a:pt x="1903307" y="240633"/>
                </a:cubicBezTo>
                <a:cubicBezTo>
                  <a:pt x="1748907" y="242708"/>
                  <a:pt x="1318014" y="220831"/>
                  <a:pt x="1104053" y="240633"/>
                </a:cubicBezTo>
                <a:cubicBezTo>
                  <a:pt x="890092" y="260435"/>
                  <a:pt x="328502" y="210832"/>
                  <a:pt x="0" y="240633"/>
                </a:cubicBezTo>
                <a:cubicBezTo>
                  <a:pt x="-5326" y="144577"/>
                  <a:pt x="5902" y="97041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134672" y="-20568"/>
                  <a:pt x="275041" y="458"/>
                  <a:pt x="494453" y="0"/>
                </a:cubicBezTo>
                <a:cubicBezTo>
                  <a:pt x="713865" y="-458"/>
                  <a:pt x="906968" y="34013"/>
                  <a:pt x="1232747" y="0"/>
                </a:cubicBezTo>
                <a:cubicBezTo>
                  <a:pt x="1558526" y="-34013"/>
                  <a:pt x="1635217" y="10287"/>
                  <a:pt x="2032000" y="0"/>
                </a:cubicBezTo>
                <a:cubicBezTo>
                  <a:pt x="2428783" y="-10287"/>
                  <a:pt x="2412953" y="-20953"/>
                  <a:pt x="2709333" y="0"/>
                </a:cubicBezTo>
                <a:cubicBezTo>
                  <a:pt x="3005713" y="20953"/>
                  <a:pt x="3250190" y="-30133"/>
                  <a:pt x="3386667" y="0"/>
                </a:cubicBezTo>
                <a:cubicBezTo>
                  <a:pt x="3523144" y="30133"/>
                  <a:pt x="3723083" y="-2567"/>
                  <a:pt x="3881120" y="0"/>
                </a:cubicBezTo>
                <a:cubicBezTo>
                  <a:pt x="4039157" y="2567"/>
                  <a:pt x="4139960" y="15868"/>
                  <a:pt x="4375573" y="0"/>
                </a:cubicBezTo>
                <a:cubicBezTo>
                  <a:pt x="4611186" y="-15868"/>
                  <a:pt x="4738141" y="-30909"/>
                  <a:pt x="5052907" y="0"/>
                </a:cubicBezTo>
                <a:cubicBezTo>
                  <a:pt x="5367673" y="30909"/>
                  <a:pt x="5785070" y="48313"/>
                  <a:pt x="6096000" y="0"/>
                </a:cubicBezTo>
                <a:cubicBezTo>
                  <a:pt x="6098221" y="69891"/>
                  <a:pt x="6102736" y="141389"/>
                  <a:pt x="6096000" y="240633"/>
                </a:cubicBezTo>
                <a:cubicBezTo>
                  <a:pt x="5789187" y="229972"/>
                  <a:pt x="5684767" y="204682"/>
                  <a:pt x="5296747" y="240633"/>
                </a:cubicBezTo>
                <a:cubicBezTo>
                  <a:pt x="4908727" y="276584"/>
                  <a:pt x="4707395" y="219701"/>
                  <a:pt x="4558453" y="240633"/>
                </a:cubicBezTo>
                <a:cubicBezTo>
                  <a:pt x="4409511" y="261565"/>
                  <a:pt x="4186922" y="249979"/>
                  <a:pt x="3881120" y="240633"/>
                </a:cubicBezTo>
                <a:cubicBezTo>
                  <a:pt x="3575318" y="231287"/>
                  <a:pt x="3588798" y="262048"/>
                  <a:pt x="3386667" y="240633"/>
                </a:cubicBezTo>
                <a:cubicBezTo>
                  <a:pt x="3184536" y="219218"/>
                  <a:pt x="2990579" y="251670"/>
                  <a:pt x="2770293" y="240633"/>
                </a:cubicBezTo>
                <a:cubicBezTo>
                  <a:pt x="2550007" y="229596"/>
                  <a:pt x="2181022" y="227692"/>
                  <a:pt x="2032000" y="240633"/>
                </a:cubicBezTo>
                <a:cubicBezTo>
                  <a:pt x="1882978" y="253574"/>
                  <a:pt x="1567904" y="244805"/>
                  <a:pt x="1415627" y="240633"/>
                </a:cubicBezTo>
                <a:cubicBezTo>
                  <a:pt x="1263350" y="236461"/>
                  <a:pt x="877567" y="223871"/>
                  <a:pt x="677333" y="240633"/>
                </a:cubicBezTo>
                <a:cubicBezTo>
                  <a:pt x="477099" y="257395"/>
                  <a:pt x="335542" y="269431"/>
                  <a:pt x="0" y="240633"/>
                </a:cubicBezTo>
                <a:cubicBezTo>
                  <a:pt x="-819" y="188754"/>
                  <a:pt x="-9815" y="72265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515347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62" name="Forma libre: forma 61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2FD39636-4DE1-473F-91FD-4C373E3E9D36}"/>
              </a:ext>
            </a:extLst>
          </p:cNvPr>
          <p:cNvSpPr/>
          <p:nvPr/>
        </p:nvSpPr>
        <p:spPr>
          <a:xfrm>
            <a:off x="9746151" y="2729995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43480" h="1443741">
                <a:moveTo>
                  <a:pt x="871740" y="0"/>
                </a:moveTo>
                <a:lnTo>
                  <a:pt x="987499" y="310210"/>
                </a:lnTo>
                <a:lnTo>
                  <a:pt x="994861" y="312448"/>
                </a:lnTo>
                <a:cubicBezTo>
                  <a:pt x="1082719" y="348851"/>
                  <a:pt x="1157471" y="409662"/>
                  <a:pt x="1210259" y="486204"/>
                </a:cubicBezTo>
                <a:lnTo>
                  <a:pt x="1246419" y="551463"/>
                </a:lnTo>
                <a:lnTo>
                  <a:pt x="1743480" y="551460"/>
                </a:lnTo>
                <a:lnTo>
                  <a:pt x="1284896" y="841555"/>
                </a:lnTo>
                <a:lnTo>
                  <a:pt x="1283925" y="850996"/>
                </a:lnTo>
                <a:cubicBezTo>
                  <a:pt x="1277403" y="882215"/>
                  <a:pt x="1267785" y="912330"/>
                  <a:pt x="1255398" y="941018"/>
                </a:cubicBezTo>
                <a:lnTo>
                  <a:pt x="1235978" y="976067"/>
                </a:lnTo>
                <a:lnTo>
                  <a:pt x="1410505" y="1443741"/>
                </a:lnTo>
                <a:lnTo>
                  <a:pt x="1008119" y="1189189"/>
                </a:lnTo>
                <a:lnTo>
                  <a:pt x="994861" y="1196238"/>
                </a:lnTo>
                <a:cubicBezTo>
                  <a:pt x="936289" y="1220506"/>
                  <a:pt x="871893" y="1233926"/>
                  <a:pt x="804297" y="1233926"/>
                </a:cubicBezTo>
                <a:cubicBezTo>
                  <a:pt x="770499" y="1233926"/>
                  <a:pt x="737501" y="1230571"/>
                  <a:pt x="705631" y="1224183"/>
                </a:cubicBezTo>
                <a:lnTo>
                  <a:pt x="688351" y="1218928"/>
                </a:lnTo>
                <a:lnTo>
                  <a:pt x="332975" y="1443741"/>
                </a:lnTo>
                <a:lnTo>
                  <a:pt x="462401" y="1096923"/>
                </a:lnTo>
                <a:lnTo>
                  <a:pt x="458116" y="1093459"/>
                </a:lnTo>
                <a:cubicBezTo>
                  <a:pt x="369521" y="1006672"/>
                  <a:pt x="314723" y="886776"/>
                  <a:pt x="314723" y="754343"/>
                </a:cubicBezTo>
                <a:lnTo>
                  <a:pt x="315089" y="750782"/>
                </a:lnTo>
                <a:lnTo>
                  <a:pt x="0" y="551460"/>
                </a:lnTo>
                <a:lnTo>
                  <a:pt x="362176" y="551462"/>
                </a:lnTo>
                <a:lnTo>
                  <a:pt x="398335" y="486204"/>
                </a:lnTo>
                <a:cubicBezTo>
                  <a:pt x="468719" y="384148"/>
                  <a:pt x="578151" y="310057"/>
                  <a:pt x="705631" y="284504"/>
                </a:cubicBezTo>
                <a:lnTo>
                  <a:pt x="767867" y="278358"/>
                </a:ln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78" name="Forma libre: forma 77">
            <a:extLst>
              <a:ext uri="{FF2B5EF4-FFF2-40B4-BE49-F238E27FC236}">
                <a16:creationId xmlns:a16="http://schemas.microsoft.com/office/drawing/2014/main" id="{B57C1334-02E6-43BB-B6ED-FBAFBB5DAEB2}"/>
              </a:ext>
            </a:extLst>
          </p:cNvPr>
          <p:cNvSpPr/>
          <p:nvPr/>
        </p:nvSpPr>
        <p:spPr>
          <a:xfrm rot="10800000">
            <a:off x="5305159" y="280529"/>
            <a:ext cx="2265407" cy="1853070"/>
          </a:xfrm>
          <a:custGeom>
            <a:avLst/>
            <a:gdLst>
              <a:gd name="connsiteX0" fmla="*/ 420 w 2321632"/>
              <a:gd name="connsiteY0" fmla="*/ 571106 h 2380667"/>
              <a:gd name="connsiteX1" fmla="*/ 22255 w 2321632"/>
              <a:gd name="connsiteY1" fmla="*/ 80922 h 2380667"/>
              <a:gd name="connsiteX2" fmla="*/ 85858 w 2321632"/>
              <a:gd name="connsiteY2" fmla="*/ 76554 h 2380667"/>
              <a:gd name="connsiteX3" fmla="*/ 262886 w 2321632"/>
              <a:gd name="connsiteY3" fmla="*/ 80922 h 2380667"/>
              <a:gd name="connsiteX4" fmla="*/ 262886 w 2321632"/>
              <a:gd name="connsiteY4" fmla="*/ 582783 h 2380667"/>
              <a:gd name="connsiteX5" fmla="*/ 262767 w 2321632"/>
              <a:gd name="connsiteY5" fmla="*/ 584088 h 2380667"/>
              <a:gd name="connsiteX6" fmla="*/ 262886 w 2321632"/>
              <a:gd name="connsiteY6" fmla="*/ 651219 h 2380667"/>
              <a:gd name="connsiteX7" fmla="*/ 257950 w 2321632"/>
              <a:gd name="connsiteY7" fmla="*/ 835478 h 2380667"/>
              <a:gd name="connsiteX8" fmla="*/ 262797 w 2321632"/>
              <a:gd name="connsiteY8" fmla="*/ 951849 h 2380667"/>
              <a:gd name="connsiteX9" fmla="*/ 262886 w 2321632"/>
              <a:gd name="connsiteY9" fmla="*/ 1107457 h 2380667"/>
              <a:gd name="connsiteX10" fmla="*/ 262134 w 2321632"/>
              <a:gd name="connsiteY10" fmla="*/ 1154344 h 2380667"/>
              <a:gd name="connsiteX11" fmla="*/ 262886 w 2321632"/>
              <a:gd name="connsiteY11" fmla="*/ 1175892 h 2380667"/>
              <a:gd name="connsiteX12" fmla="*/ 272270 w 2321632"/>
              <a:gd name="connsiteY12" fmla="*/ 1618556 h 2380667"/>
              <a:gd name="connsiteX13" fmla="*/ 262946 w 2321632"/>
              <a:gd name="connsiteY13" fmla="*/ 1745370 h 2380667"/>
              <a:gd name="connsiteX14" fmla="*/ 263052 w 2321632"/>
              <a:gd name="connsiteY14" fmla="*/ 1863836 h 2380667"/>
              <a:gd name="connsiteX15" fmla="*/ 267091 w 2321632"/>
              <a:gd name="connsiteY15" fmla="*/ 2006480 h 2380667"/>
              <a:gd name="connsiteX16" fmla="*/ 270031 w 2321632"/>
              <a:gd name="connsiteY16" fmla="*/ 2117679 h 2380667"/>
              <a:gd name="connsiteX17" fmla="*/ 325384 w 2321632"/>
              <a:gd name="connsiteY17" fmla="*/ 2115907 h 2380667"/>
              <a:gd name="connsiteX18" fmla="*/ 411769 w 2321632"/>
              <a:gd name="connsiteY18" fmla="*/ 2115177 h 2380667"/>
              <a:gd name="connsiteX19" fmla="*/ 465907 w 2321632"/>
              <a:gd name="connsiteY19" fmla="*/ 2117993 h 2380667"/>
              <a:gd name="connsiteX20" fmla="*/ 471777 w 2321632"/>
              <a:gd name="connsiteY20" fmla="*/ 2117821 h 2380667"/>
              <a:gd name="connsiteX21" fmla="*/ 601326 w 2321632"/>
              <a:gd name="connsiteY21" fmla="*/ 2121478 h 2380667"/>
              <a:gd name="connsiteX22" fmla="*/ 997462 w 2321632"/>
              <a:gd name="connsiteY22" fmla="*/ 2120317 h 2380667"/>
              <a:gd name="connsiteX23" fmla="*/ 1071738 w 2321632"/>
              <a:gd name="connsiteY23" fmla="*/ 2121133 h 2380667"/>
              <a:gd name="connsiteX24" fmla="*/ 1375547 w 2321632"/>
              <a:gd name="connsiteY24" fmla="*/ 2113726 h 2380667"/>
              <a:gd name="connsiteX25" fmla="*/ 1501291 w 2321632"/>
              <a:gd name="connsiteY25" fmla="*/ 2116998 h 2380667"/>
              <a:gd name="connsiteX26" fmla="*/ 1542213 w 2321632"/>
              <a:gd name="connsiteY26" fmla="*/ 2116400 h 2380667"/>
              <a:gd name="connsiteX27" fmla="*/ 1673484 w 2321632"/>
              <a:gd name="connsiteY27" fmla="*/ 2121478 h 2380667"/>
              <a:gd name="connsiteX28" fmla="*/ 2024277 w 2321632"/>
              <a:gd name="connsiteY28" fmla="*/ 2123286 h 2380667"/>
              <a:gd name="connsiteX29" fmla="*/ 2061013 w 2321632"/>
              <a:gd name="connsiteY29" fmla="*/ 2122655 h 2380667"/>
              <a:gd name="connsiteX30" fmla="*/ 2061049 w 2321632"/>
              <a:gd name="connsiteY30" fmla="*/ 2116789 h 2380667"/>
              <a:gd name="connsiteX31" fmla="*/ 2071587 w 2321632"/>
              <a:gd name="connsiteY31" fmla="*/ 1843310 h 2380667"/>
              <a:gd name="connsiteX32" fmla="*/ 2071587 w 2321632"/>
              <a:gd name="connsiteY32" fmla="*/ 1253763 h 2380667"/>
              <a:gd name="connsiteX33" fmla="*/ 2071587 w 2321632"/>
              <a:gd name="connsiteY33" fmla="*/ 687797 h 2380667"/>
              <a:gd name="connsiteX34" fmla="*/ 2071587 w 2321632"/>
              <a:gd name="connsiteY34" fmla="*/ 3922 h 2380667"/>
              <a:gd name="connsiteX35" fmla="*/ 2186268 w 2321632"/>
              <a:gd name="connsiteY35" fmla="*/ 392 h 2380667"/>
              <a:gd name="connsiteX36" fmla="*/ 2312218 w 2321632"/>
              <a:gd name="connsiteY36" fmla="*/ 3922 h 2380667"/>
              <a:gd name="connsiteX37" fmla="*/ 2309837 w 2321632"/>
              <a:gd name="connsiteY37" fmla="*/ 431985 h 2380667"/>
              <a:gd name="connsiteX38" fmla="*/ 2311112 w 2321632"/>
              <a:gd name="connsiteY38" fmla="*/ 505812 h 2380667"/>
              <a:gd name="connsiteX39" fmla="*/ 2312218 w 2321632"/>
              <a:gd name="connsiteY39" fmla="*/ 522724 h 2380667"/>
              <a:gd name="connsiteX40" fmla="*/ 2321632 w 2321632"/>
              <a:gd name="connsiteY40" fmla="*/ 686171 h 2380667"/>
              <a:gd name="connsiteX41" fmla="*/ 2320448 w 2321632"/>
              <a:gd name="connsiteY41" fmla="*/ 789523 h 2380667"/>
              <a:gd name="connsiteX42" fmla="*/ 2321014 w 2321632"/>
              <a:gd name="connsiteY42" fmla="*/ 804625 h 2380667"/>
              <a:gd name="connsiteX43" fmla="*/ 2319840 w 2321632"/>
              <a:gd name="connsiteY43" fmla="*/ 842514 h 2380667"/>
              <a:gd name="connsiteX44" fmla="*/ 2319730 w 2321632"/>
              <a:gd name="connsiteY44" fmla="*/ 852190 h 2380667"/>
              <a:gd name="connsiteX45" fmla="*/ 2318505 w 2321632"/>
              <a:gd name="connsiteY45" fmla="*/ 885631 h 2380667"/>
              <a:gd name="connsiteX46" fmla="*/ 2313481 w 2321632"/>
              <a:gd name="connsiteY46" fmla="*/ 1047921 h 2380667"/>
              <a:gd name="connsiteX47" fmla="*/ 2312218 w 2321632"/>
              <a:gd name="connsiteY47" fmla="*/ 1135853 h 2380667"/>
              <a:gd name="connsiteX48" fmla="*/ 2311787 w 2321632"/>
              <a:gd name="connsiteY48" fmla="*/ 1383482 h 2380667"/>
              <a:gd name="connsiteX49" fmla="*/ 2312105 w 2321632"/>
              <a:gd name="connsiteY49" fmla="*/ 1653395 h 2380667"/>
              <a:gd name="connsiteX50" fmla="*/ 2312218 w 2321632"/>
              <a:gd name="connsiteY50" fmla="*/ 1654655 h 2380667"/>
              <a:gd name="connsiteX51" fmla="*/ 2316436 w 2321632"/>
              <a:gd name="connsiteY51" fmla="*/ 1782704 h 2380667"/>
              <a:gd name="connsiteX52" fmla="*/ 2313742 w 2321632"/>
              <a:gd name="connsiteY52" fmla="*/ 1853702 h 2380667"/>
              <a:gd name="connsiteX53" fmla="*/ 2314885 w 2321632"/>
              <a:gd name="connsiteY53" fmla="*/ 1932222 h 2380667"/>
              <a:gd name="connsiteX54" fmla="*/ 2314552 w 2321632"/>
              <a:gd name="connsiteY54" fmla="*/ 2221679 h 2380667"/>
              <a:gd name="connsiteX55" fmla="*/ 2314372 w 2321632"/>
              <a:gd name="connsiteY55" fmla="*/ 2232996 h 2380667"/>
              <a:gd name="connsiteX56" fmla="*/ 2314476 w 2321632"/>
              <a:gd name="connsiteY56" fmla="*/ 2281503 h 2380667"/>
              <a:gd name="connsiteX57" fmla="*/ 2312221 w 2321632"/>
              <a:gd name="connsiteY57" fmla="*/ 2361964 h 2380667"/>
              <a:gd name="connsiteX58" fmla="*/ 2312218 w 2321632"/>
              <a:gd name="connsiteY58" fmla="*/ 2362112 h 2380667"/>
              <a:gd name="connsiteX59" fmla="*/ 2141862 w 2321632"/>
              <a:gd name="connsiteY59" fmla="*/ 2364340 h 2380667"/>
              <a:gd name="connsiteX60" fmla="*/ 2128114 w 2321632"/>
              <a:gd name="connsiteY60" fmla="*/ 2363904 h 2380667"/>
              <a:gd name="connsiteX61" fmla="*/ 2057107 w 2321632"/>
              <a:gd name="connsiteY61" fmla="*/ 2366537 h 2380667"/>
              <a:gd name="connsiteX62" fmla="*/ 1846491 w 2321632"/>
              <a:gd name="connsiteY62" fmla="*/ 2373100 h 2380667"/>
              <a:gd name="connsiteX63" fmla="*/ 1760852 w 2321632"/>
              <a:gd name="connsiteY63" fmla="*/ 2364099 h 2380667"/>
              <a:gd name="connsiteX64" fmla="*/ 1618745 w 2321632"/>
              <a:gd name="connsiteY64" fmla="*/ 2374693 h 2380667"/>
              <a:gd name="connsiteX65" fmla="*/ 1194435 w 2321632"/>
              <a:gd name="connsiteY65" fmla="*/ 2362109 h 2380667"/>
              <a:gd name="connsiteX66" fmla="*/ 624138 w 2321632"/>
              <a:gd name="connsiteY66" fmla="*/ 2362109 h 2380667"/>
              <a:gd name="connsiteX67" fmla="*/ 615255 w 2321632"/>
              <a:gd name="connsiteY67" fmla="*/ 2361713 h 2380667"/>
              <a:gd name="connsiteX68" fmla="*/ 478136 w 2321632"/>
              <a:gd name="connsiteY68" fmla="*/ 2360000 h 2380667"/>
              <a:gd name="connsiteX69" fmla="*/ 261416 w 2321632"/>
              <a:gd name="connsiteY69" fmla="*/ 2363744 h 2380667"/>
              <a:gd name="connsiteX70" fmla="*/ 205944 w 2321632"/>
              <a:gd name="connsiteY70" fmla="*/ 2364158 h 2380667"/>
              <a:gd name="connsiteX71" fmla="*/ 141925 w 2321632"/>
              <a:gd name="connsiteY71" fmla="*/ 2366461 h 2380667"/>
              <a:gd name="connsiteX72" fmla="*/ 22255 w 2321632"/>
              <a:gd name="connsiteY72" fmla="*/ 2362110 h 2380667"/>
              <a:gd name="connsiteX73" fmla="*/ 22255 w 2321632"/>
              <a:gd name="connsiteY73" fmla="*/ 1837437 h 2380667"/>
              <a:gd name="connsiteX74" fmla="*/ 25372 w 2321632"/>
              <a:gd name="connsiteY74" fmla="*/ 1784712 h 2380667"/>
              <a:gd name="connsiteX75" fmla="*/ 22255 w 2321632"/>
              <a:gd name="connsiteY75" fmla="*/ 1746189 h 2380667"/>
              <a:gd name="connsiteX76" fmla="*/ 24578 w 2321632"/>
              <a:gd name="connsiteY76" fmla="*/ 1428721 h 2380667"/>
              <a:gd name="connsiteX77" fmla="*/ 26983 w 2321632"/>
              <a:gd name="connsiteY77" fmla="*/ 1376417 h 2380667"/>
              <a:gd name="connsiteX78" fmla="*/ 22255 w 2321632"/>
              <a:gd name="connsiteY78" fmla="*/ 1221516 h 2380667"/>
              <a:gd name="connsiteX79" fmla="*/ 17862 w 2321632"/>
              <a:gd name="connsiteY79" fmla="*/ 1074894 h 2380667"/>
              <a:gd name="connsiteX80" fmla="*/ 5890 w 2321632"/>
              <a:gd name="connsiteY80" fmla="*/ 923987 h 2380667"/>
              <a:gd name="connsiteX81" fmla="*/ 460 w 2321632"/>
              <a:gd name="connsiteY81" fmla="*/ 730093 h 2380667"/>
              <a:gd name="connsiteX82" fmla="*/ 420 w 2321632"/>
              <a:gd name="connsiteY82" fmla="*/ 571106 h 2380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321632" h="2380667">
                <a:moveTo>
                  <a:pt x="420" y="571106"/>
                </a:moveTo>
                <a:cubicBezTo>
                  <a:pt x="2153" y="408366"/>
                  <a:pt x="9260" y="237020"/>
                  <a:pt x="22255" y="80922"/>
                </a:cubicBezTo>
                <a:cubicBezTo>
                  <a:pt x="42301" y="78229"/>
                  <a:pt x="63886" y="76961"/>
                  <a:pt x="85858" y="76554"/>
                </a:cubicBezTo>
                <a:cubicBezTo>
                  <a:pt x="151773" y="75334"/>
                  <a:pt x="221163" y="81863"/>
                  <a:pt x="262886" y="80922"/>
                </a:cubicBezTo>
                <a:cubicBezTo>
                  <a:pt x="258839" y="208068"/>
                  <a:pt x="286972" y="471390"/>
                  <a:pt x="262886" y="582783"/>
                </a:cubicBezTo>
                <a:lnTo>
                  <a:pt x="262767" y="584088"/>
                </a:lnTo>
                <a:lnTo>
                  <a:pt x="262886" y="651219"/>
                </a:lnTo>
                <a:lnTo>
                  <a:pt x="257950" y="835478"/>
                </a:lnTo>
                <a:lnTo>
                  <a:pt x="262797" y="951849"/>
                </a:lnTo>
                <a:cubicBezTo>
                  <a:pt x="264312" y="1002256"/>
                  <a:pt x="264841" y="1054543"/>
                  <a:pt x="262886" y="1107457"/>
                </a:cubicBezTo>
                <a:lnTo>
                  <a:pt x="262134" y="1154344"/>
                </a:lnTo>
                <a:lnTo>
                  <a:pt x="262886" y="1175892"/>
                </a:lnTo>
                <a:cubicBezTo>
                  <a:pt x="272215" y="1356849"/>
                  <a:pt x="277730" y="1490558"/>
                  <a:pt x="272270" y="1618556"/>
                </a:cubicBezTo>
                <a:lnTo>
                  <a:pt x="262946" y="1745370"/>
                </a:lnTo>
                <a:lnTo>
                  <a:pt x="263052" y="1863836"/>
                </a:lnTo>
                <a:cubicBezTo>
                  <a:pt x="264092" y="1911556"/>
                  <a:pt x="265629" y="1959563"/>
                  <a:pt x="267091" y="2006480"/>
                </a:cubicBezTo>
                <a:lnTo>
                  <a:pt x="270031" y="2117679"/>
                </a:lnTo>
                <a:lnTo>
                  <a:pt x="325384" y="2115907"/>
                </a:lnTo>
                <a:cubicBezTo>
                  <a:pt x="354249" y="2115184"/>
                  <a:pt x="382741" y="2114812"/>
                  <a:pt x="411769" y="2115177"/>
                </a:cubicBezTo>
                <a:lnTo>
                  <a:pt x="465907" y="2117993"/>
                </a:lnTo>
                <a:lnTo>
                  <a:pt x="471777" y="2117821"/>
                </a:lnTo>
                <a:cubicBezTo>
                  <a:pt x="512943" y="2117418"/>
                  <a:pt x="554971" y="2118232"/>
                  <a:pt x="601326" y="2121478"/>
                </a:cubicBezTo>
                <a:cubicBezTo>
                  <a:pt x="740390" y="2131217"/>
                  <a:pt x="881977" y="2122364"/>
                  <a:pt x="997462" y="2120317"/>
                </a:cubicBezTo>
                <a:lnTo>
                  <a:pt x="1071738" y="2121133"/>
                </a:lnTo>
                <a:lnTo>
                  <a:pt x="1375547" y="2113726"/>
                </a:lnTo>
                <a:lnTo>
                  <a:pt x="1501291" y="2116998"/>
                </a:lnTo>
                <a:lnTo>
                  <a:pt x="1542213" y="2116400"/>
                </a:lnTo>
                <a:cubicBezTo>
                  <a:pt x="1592454" y="2116521"/>
                  <a:pt x="1637954" y="2117879"/>
                  <a:pt x="1673484" y="2121478"/>
                </a:cubicBezTo>
                <a:cubicBezTo>
                  <a:pt x="1800915" y="2128976"/>
                  <a:pt x="1894473" y="2125897"/>
                  <a:pt x="2024277" y="2123286"/>
                </a:cubicBezTo>
                <a:lnTo>
                  <a:pt x="2061013" y="2122655"/>
                </a:lnTo>
                <a:lnTo>
                  <a:pt x="2061049" y="2116789"/>
                </a:lnTo>
                <a:cubicBezTo>
                  <a:pt x="2063985" y="2043559"/>
                  <a:pt x="2070434" y="1965637"/>
                  <a:pt x="2071587" y="1843310"/>
                </a:cubicBezTo>
                <a:cubicBezTo>
                  <a:pt x="2073893" y="1598655"/>
                  <a:pt x="2065184" y="1508323"/>
                  <a:pt x="2071587" y="1253763"/>
                </a:cubicBezTo>
                <a:cubicBezTo>
                  <a:pt x="2056858" y="977154"/>
                  <a:pt x="2085176" y="814706"/>
                  <a:pt x="2071587" y="687797"/>
                </a:cubicBezTo>
                <a:cubicBezTo>
                  <a:pt x="2057998" y="560888"/>
                  <a:pt x="2053243" y="221808"/>
                  <a:pt x="2071587" y="3922"/>
                </a:cubicBezTo>
                <a:cubicBezTo>
                  <a:pt x="2106917" y="-160"/>
                  <a:pt x="2145653" y="-472"/>
                  <a:pt x="2186268" y="392"/>
                </a:cubicBezTo>
                <a:cubicBezTo>
                  <a:pt x="2226882" y="1257"/>
                  <a:pt x="2269375" y="3297"/>
                  <a:pt x="2312218" y="3922"/>
                </a:cubicBezTo>
                <a:cubicBezTo>
                  <a:pt x="2321567" y="90164"/>
                  <a:pt x="2311380" y="277877"/>
                  <a:pt x="2309837" y="431985"/>
                </a:cubicBezTo>
                <a:lnTo>
                  <a:pt x="2311112" y="505812"/>
                </a:lnTo>
                <a:lnTo>
                  <a:pt x="2312218" y="522724"/>
                </a:lnTo>
                <a:cubicBezTo>
                  <a:pt x="2318082" y="575219"/>
                  <a:pt x="2320800" y="630481"/>
                  <a:pt x="2321632" y="686171"/>
                </a:cubicBezTo>
                <a:lnTo>
                  <a:pt x="2320448" y="789523"/>
                </a:lnTo>
                <a:lnTo>
                  <a:pt x="2321014" y="804625"/>
                </a:lnTo>
                <a:lnTo>
                  <a:pt x="2319840" y="842514"/>
                </a:lnTo>
                <a:lnTo>
                  <a:pt x="2319730" y="852190"/>
                </a:lnTo>
                <a:lnTo>
                  <a:pt x="2318505" y="885631"/>
                </a:lnTo>
                <a:lnTo>
                  <a:pt x="2313481" y="1047921"/>
                </a:lnTo>
                <a:lnTo>
                  <a:pt x="2312218" y="1135853"/>
                </a:lnTo>
                <a:cubicBezTo>
                  <a:pt x="2313931" y="1210308"/>
                  <a:pt x="2312787" y="1287073"/>
                  <a:pt x="2311787" y="1383482"/>
                </a:cubicBezTo>
                <a:lnTo>
                  <a:pt x="2312105" y="1653395"/>
                </a:lnTo>
                <a:lnTo>
                  <a:pt x="2312218" y="1654655"/>
                </a:lnTo>
                <a:cubicBezTo>
                  <a:pt x="2316851" y="1685104"/>
                  <a:pt x="2317568" y="1729489"/>
                  <a:pt x="2316436" y="1782704"/>
                </a:cubicBezTo>
                <a:lnTo>
                  <a:pt x="2313742" y="1853702"/>
                </a:lnTo>
                <a:lnTo>
                  <a:pt x="2314885" y="1932222"/>
                </a:lnTo>
                <a:cubicBezTo>
                  <a:pt x="2316286" y="2041727"/>
                  <a:pt x="2316291" y="2103728"/>
                  <a:pt x="2314552" y="2221679"/>
                </a:cubicBezTo>
                <a:lnTo>
                  <a:pt x="2314372" y="2232996"/>
                </a:lnTo>
                <a:lnTo>
                  <a:pt x="2314476" y="2281503"/>
                </a:lnTo>
                <a:lnTo>
                  <a:pt x="2312221" y="2361964"/>
                </a:lnTo>
                <a:lnTo>
                  <a:pt x="2312218" y="2362112"/>
                </a:lnTo>
                <a:cubicBezTo>
                  <a:pt x="2246755" y="2361458"/>
                  <a:pt x="2204066" y="2364919"/>
                  <a:pt x="2141862" y="2364340"/>
                </a:cubicBezTo>
                <a:lnTo>
                  <a:pt x="2128114" y="2363904"/>
                </a:lnTo>
                <a:lnTo>
                  <a:pt x="2057107" y="2366537"/>
                </a:lnTo>
                <a:cubicBezTo>
                  <a:pt x="1978235" y="2370231"/>
                  <a:pt x="1906778" y="2374281"/>
                  <a:pt x="1846491" y="2373100"/>
                </a:cubicBezTo>
                <a:lnTo>
                  <a:pt x="1760852" y="2364099"/>
                </a:lnTo>
                <a:lnTo>
                  <a:pt x="1618745" y="2374693"/>
                </a:lnTo>
                <a:cubicBezTo>
                  <a:pt x="1463507" y="2384310"/>
                  <a:pt x="1342233" y="2383797"/>
                  <a:pt x="1194435" y="2362109"/>
                </a:cubicBezTo>
                <a:cubicBezTo>
                  <a:pt x="1051251" y="2339453"/>
                  <a:pt x="880929" y="2379162"/>
                  <a:pt x="624138" y="2362109"/>
                </a:cubicBezTo>
                <a:lnTo>
                  <a:pt x="615255" y="2361713"/>
                </a:lnTo>
                <a:lnTo>
                  <a:pt x="478136" y="2360000"/>
                </a:lnTo>
                <a:cubicBezTo>
                  <a:pt x="400991" y="2360436"/>
                  <a:pt x="332342" y="2362538"/>
                  <a:pt x="261416" y="2363744"/>
                </a:cubicBezTo>
                <a:lnTo>
                  <a:pt x="205944" y="2364158"/>
                </a:lnTo>
                <a:lnTo>
                  <a:pt x="141925" y="2366461"/>
                </a:lnTo>
                <a:cubicBezTo>
                  <a:pt x="101154" y="2367175"/>
                  <a:pt x="60598" y="2366439"/>
                  <a:pt x="22255" y="2362110"/>
                </a:cubicBezTo>
                <a:cubicBezTo>
                  <a:pt x="22454" y="2175181"/>
                  <a:pt x="1982" y="2029591"/>
                  <a:pt x="22255" y="1837437"/>
                </a:cubicBezTo>
                <a:lnTo>
                  <a:pt x="25372" y="1784712"/>
                </a:lnTo>
                <a:lnTo>
                  <a:pt x="22255" y="1746189"/>
                </a:lnTo>
                <a:cubicBezTo>
                  <a:pt x="11091" y="1621686"/>
                  <a:pt x="18222" y="1523619"/>
                  <a:pt x="24578" y="1428721"/>
                </a:cubicBezTo>
                <a:lnTo>
                  <a:pt x="26983" y="1376417"/>
                </a:lnTo>
                <a:lnTo>
                  <a:pt x="22255" y="1221516"/>
                </a:lnTo>
                <a:lnTo>
                  <a:pt x="17862" y="1074894"/>
                </a:lnTo>
                <a:lnTo>
                  <a:pt x="5890" y="923987"/>
                </a:lnTo>
                <a:cubicBezTo>
                  <a:pt x="3083" y="864023"/>
                  <a:pt x="1258" y="798693"/>
                  <a:pt x="460" y="730093"/>
                </a:cubicBezTo>
                <a:cubicBezTo>
                  <a:pt x="-138" y="678642"/>
                  <a:pt x="-157" y="625352"/>
                  <a:pt x="420" y="571106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63" name="Forma libre: forma 62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19A71887-EEC5-4106-B9EF-3063A18E6EDD}"/>
              </a:ext>
            </a:extLst>
          </p:cNvPr>
          <p:cNvSpPr/>
          <p:nvPr/>
        </p:nvSpPr>
        <p:spPr>
          <a:xfrm>
            <a:off x="7774990" y="1960761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43480" h="1443741">
                <a:moveTo>
                  <a:pt x="871740" y="0"/>
                </a:moveTo>
                <a:lnTo>
                  <a:pt x="987499" y="310210"/>
                </a:lnTo>
                <a:lnTo>
                  <a:pt x="994861" y="312448"/>
                </a:lnTo>
                <a:cubicBezTo>
                  <a:pt x="1082719" y="348851"/>
                  <a:pt x="1157471" y="409662"/>
                  <a:pt x="1210259" y="486204"/>
                </a:cubicBezTo>
                <a:lnTo>
                  <a:pt x="1246419" y="551463"/>
                </a:lnTo>
                <a:lnTo>
                  <a:pt x="1743480" y="551460"/>
                </a:lnTo>
                <a:lnTo>
                  <a:pt x="1284896" y="841555"/>
                </a:lnTo>
                <a:lnTo>
                  <a:pt x="1283925" y="850996"/>
                </a:lnTo>
                <a:cubicBezTo>
                  <a:pt x="1277403" y="882215"/>
                  <a:pt x="1267785" y="912330"/>
                  <a:pt x="1255398" y="941018"/>
                </a:cubicBezTo>
                <a:lnTo>
                  <a:pt x="1235978" y="976067"/>
                </a:lnTo>
                <a:lnTo>
                  <a:pt x="1410505" y="1443741"/>
                </a:lnTo>
                <a:lnTo>
                  <a:pt x="1008119" y="1189189"/>
                </a:lnTo>
                <a:lnTo>
                  <a:pt x="994861" y="1196238"/>
                </a:lnTo>
                <a:cubicBezTo>
                  <a:pt x="936289" y="1220506"/>
                  <a:pt x="871893" y="1233926"/>
                  <a:pt x="804297" y="1233926"/>
                </a:cubicBezTo>
                <a:cubicBezTo>
                  <a:pt x="770499" y="1233926"/>
                  <a:pt x="737501" y="1230571"/>
                  <a:pt x="705631" y="1224183"/>
                </a:cubicBezTo>
                <a:lnTo>
                  <a:pt x="688351" y="1218928"/>
                </a:lnTo>
                <a:lnTo>
                  <a:pt x="332975" y="1443741"/>
                </a:lnTo>
                <a:lnTo>
                  <a:pt x="462401" y="1096923"/>
                </a:lnTo>
                <a:lnTo>
                  <a:pt x="458116" y="1093459"/>
                </a:lnTo>
                <a:cubicBezTo>
                  <a:pt x="369521" y="1006672"/>
                  <a:pt x="314723" y="886776"/>
                  <a:pt x="314723" y="754343"/>
                </a:cubicBezTo>
                <a:lnTo>
                  <a:pt x="315089" y="750782"/>
                </a:lnTo>
                <a:lnTo>
                  <a:pt x="0" y="551460"/>
                </a:lnTo>
                <a:lnTo>
                  <a:pt x="362176" y="551462"/>
                </a:lnTo>
                <a:lnTo>
                  <a:pt x="398335" y="486204"/>
                </a:lnTo>
                <a:cubicBezTo>
                  <a:pt x="468719" y="384148"/>
                  <a:pt x="578151" y="310057"/>
                  <a:pt x="705631" y="284504"/>
                </a:cubicBezTo>
                <a:lnTo>
                  <a:pt x="767867" y="278358"/>
                </a:ln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64" name="Forma libre: forma 63">
            <a:hlinkClick r:id="" action="ppaction://hlinkshowjump?jump=nextslide"/>
            <a:hlinkHover r:id="rId2" action="ppaction://hlinksldjump"/>
            <a:extLst>
              <a:ext uri="{FF2B5EF4-FFF2-40B4-BE49-F238E27FC236}">
                <a16:creationId xmlns:a16="http://schemas.microsoft.com/office/drawing/2014/main" id="{44111841-8DED-4D38-B240-710E4B64F974}"/>
              </a:ext>
            </a:extLst>
          </p:cNvPr>
          <p:cNvSpPr/>
          <p:nvPr/>
        </p:nvSpPr>
        <p:spPr>
          <a:xfrm>
            <a:off x="6293936" y="3192667"/>
            <a:ext cx="1192991" cy="987892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43480" h="1443741">
                <a:moveTo>
                  <a:pt x="871740" y="0"/>
                </a:moveTo>
                <a:lnTo>
                  <a:pt x="987499" y="310210"/>
                </a:lnTo>
                <a:lnTo>
                  <a:pt x="994861" y="312448"/>
                </a:lnTo>
                <a:cubicBezTo>
                  <a:pt x="1082719" y="348851"/>
                  <a:pt x="1157471" y="409662"/>
                  <a:pt x="1210259" y="486204"/>
                </a:cubicBezTo>
                <a:lnTo>
                  <a:pt x="1246419" y="551463"/>
                </a:lnTo>
                <a:lnTo>
                  <a:pt x="1743480" y="551460"/>
                </a:lnTo>
                <a:lnTo>
                  <a:pt x="1284896" y="841555"/>
                </a:lnTo>
                <a:lnTo>
                  <a:pt x="1283925" y="850996"/>
                </a:lnTo>
                <a:cubicBezTo>
                  <a:pt x="1277403" y="882215"/>
                  <a:pt x="1267785" y="912330"/>
                  <a:pt x="1255398" y="941018"/>
                </a:cubicBezTo>
                <a:lnTo>
                  <a:pt x="1235978" y="976067"/>
                </a:lnTo>
                <a:lnTo>
                  <a:pt x="1410505" y="1443741"/>
                </a:lnTo>
                <a:lnTo>
                  <a:pt x="1008119" y="1189189"/>
                </a:lnTo>
                <a:lnTo>
                  <a:pt x="994861" y="1196238"/>
                </a:lnTo>
                <a:cubicBezTo>
                  <a:pt x="936289" y="1220506"/>
                  <a:pt x="871893" y="1233926"/>
                  <a:pt x="804297" y="1233926"/>
                </a:cubicBezTo>
                <a:cubicBezTo>
                  <a:pt x="770499" y="1233926"/>
                  <a:pt x="737501" y="1230571"/>
                  <a:pt x="705631" y="1224183"/>
                </a:cubicBezTo>
                <a:lnTo>
                  <a:pt x="688351" y="1218928"/>
                </a:lnTo>
                <a:lnTo>
                  <a:pt x="332975" y="1443741"/>
                </a:lnTo>
                <a:lnTo>
                  <a:pt x="462401" y="1096923"/>
                </a:lnTo>
                <a:lnTo>
                  <a:pt x="458116" y="1093459"/>
                </a:lnTo>
                <a:cubicBezTo>
                  <a:pt x="369521" y="1006672"/>
                  <a:pt x="314723" y="886776"/>
                  <a:pt x="314723" y="754343"/>
                </a:cubicBezTo>
                <a:lnTo>
                  <a:pt x="315089" y="750782"/>
                </a:lnTo>
                <a:lnTo>
                  <a:pt x="0" y="551460"/>
                </a:lnTo>
                <a:lnTo>
                  <a:pt x="362176" y="551462"/>
                </a:lnTo>
                <a:lnTo>
                  <a:pt x="398335" y="486204"/>
                </a:lnTo>
                <a:cubicBezTo>
                  <a:pt x="468719" y="384148"/>
                  <a:pt x="578151" y="310057"/>
                  <a:pt x="705631" y="284504"/>
                </a:cubicBezTo>
                <a:lnTo>
                  <a:pt x="767867" y="278358"/>
                </a:ln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65" name="Forma libre: forma 64">
            <a:hlinkClick r:id="rId2" action="ppaction://hlinksldjump">
              <a:snd r:embed="rId3" name="explode.wav"/>
            </a:hlinkClick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43018282-270E-4BFE-A42E-1C2822FBC199}"/>
              </a:ext>
            </a:extLst>
          </p:cNvPr>
          <p:cNvSpPr/>
          <p:nvPr/>
        </p:nvSpPr>
        <p:spPr>
          <a:xfrm>
            <a:off x="3414381" y="3174862"/>
            <a:ext cx="1292442" cy="1070245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43480" h="1443741">
                <a:moveTo>
                  <a:pt x="871740" y="0"/>
                </a:moveTo>
                <a:lnTo>
                  <a:pt x="987499" y="310210"/>
                </a:lnTo>
                <a:lnTo>
                  <a:pt x="994861" y="312448"/>
                </a:lnTo>
                <a:cubicBezTo>
                  <a:pt x="1082719" y="348851"/>
                  <a:pt x="1157471" y="409662"/>
                  <a:pt x="1210259" y="486204"/>
                </a:cubicBezTo>
                <a:lnTo>
                  <a:pt x="1246419" y="551463"/>
                </a:lnTo>
                <a:lnTo>
                  <a:pt x="1743480" y="551460"/>
                </a:lnTo>
                <a:lnTo>
                  <a:pt x="1284896" y="841555"/>
                </a:lnTo>
                <a:lnTo>
                  <a:pt x="1283925" y="850996"/>
                </a:lnTo>
                <a:cubicBezTo>
                  <a:pt x="1277403" y="882215"/>
                  <a:pt x="1267785" y="912330"/>
                  <a:pt x="1255398" y="941018"/>
                </a:cubicBezTo>
                <a:lnTo>
                  <a:pt x="1235978" y="976067"/>
                </a:lnTo>
                <a:lnTo>
                  <a:pt x="1410505" y="1443741"/>
                </a:lnTo>
                <a:lnTo>
                  <a:pt x="1008119" y="1189189"/>
                </a:lnTo>
                <a:lnTo>
                  <a:pt x="994861" y="1196238"/>
                </a:lnTo>
                <a:cubicBezTo>
                  <a:pt x="936289" y="1220506"/>
                  <a:pt x="871893" y="1233926"/>
                  <a:pt x="804297" y="1233926"/>
                </a:cubicBezTo>
                <a:cubicBezTo>
                  <a:pt x="770499" y="1233926"/>
                  <a:pt x="737501" y="1230571"/>
                  <a:pt x="705631" y="1224183"/>
                </a:cubicBezTo>
                <a:lnTo>
                  <a:pt x="688351" y="1218928"/>
                </a:lnTo>
                <a:lnTo>
                  <a:pt x="332975" y="1443741"/>
                </a:lnTo>
                <a:lnTo>
                  <a:pt x="462401" y="1096923"/>
                </a:lnTo>
                <a:lnTo>
                  <a:pt x="458116" y="1093459"/>
                </a:lnTo>
                <a:cubicBezTo>
                  <a:pt x="369521" y="1006672"/>
                  <a:pt x="314723" y="886776"/>
                  <a:pt x="314723" y="754343"/>
                </a:cubicBezTo>
                <a:lnTo>
                  <a:pt x="315089" y="750782"/>
                </a:lnTo>
                <a:lnTo>
                  <a:pt x="0" y="551460"/>
                </a:lnTo>
                <a:lnTo>
                  <a:pt x="362176" y="551462"/>
                </a:lnTo>
                <a:lnTo>
                  <a:pt x="398335" y="486204"/>
                </a:lnTo>
                <a:cubicBezTo>
                  <a:pt x="468719" y="384148"/>
                  <a:pt x="578151" y="310057"/>
                  <a:pt x="705631" y="284504"/>
                </a:cubicBezTo>
                <a:lnTo>
                  <a:pt x="767867" y="278358"/>
                </a:ln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67" name="Forma libre: forma 66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4169AFA2-9D04-40D5-97B3-B2627B74C8F1}"/>
              </a:ext>
            </a:extLst>
          </p:cNvPr>
          <p:cNvSpPr/>
          <p:nvPr/>
        </p:nvSpPr>
        <p:spPr>
          <a:xfrm>
            <a:off x="1435428" y="4836666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43480" h="1443741">
                <a:moveTo>
                  <a:pt x="871740" y="0"/>
                </a:moveTo>
                <a:lnTo>
                  <a:pt x="987499" y="310210"/>
                </a:lnTo>
                <a:lnTo>
                  <a:pt x="994861" y="312448"/>
                </a:lnTo>
                <a:cubicBezTo>
                  <a:pt x="1082719" y="348851"/>
                  <a:pt x="1157471" y="409662"/>
                  <a:pt x="1210259" y="486204"/>
                </a:cubicBezTo>
                <a:lnTo>
                  <a:pt x="1246419" y="551463"/>
                </a:lnTo>
                <a:lnTo>
                  <a:pt x="1743480" y="551460"/>
                </a:lnTo>
                <a:lnTo>
                  <a:pt x="1284896" y="841555"/>
                </a:lnTo>
                <a:lnTo>
                  <a:pt x="1283925" y="850996"/>
                </a:lnTo>
                <a:cubicBezTo>
                  <a:pt x="1277403" y="882215"/>
                  <a:pt x="1267785" y="912330"/>
                  <a:pt x="1255398" y="941018"/>
                </a:cubicBezTo>
                <a:lnTo>
                  <a:pt x="1235978" y="976067"/>
                </a:lnTo>
                <a:lnTo>
                  <a:pt x="1410505" y="1443741"/>
                </a:lnTo>
                <a:lnTo>
                  <a:pt x="1008119" y="1189189"/>
                </a:lnTo>
                <a:lnTo>
                  <a:pt x="994861" y="1196238"/>
                </a:lnTo>
                <a:cubicBezTo>
                  <a:pt x="936289" y="1220506"/>
                  <a:pt x="871893" y="1233926"/>
                  <a:pt x="804297" y="1233926"/>
                </a:cubicBezTo>
                <a:cubicBezTo>
                  <a:pt x="770499" y="1233926"/>
                  <a:pt x="737501" y="1230571"/>
                  <a:pt x="705631" y="1224183"/>
                </a:cubicBezTo>
                <a:lnTo>
                  <a:pt x="688351" y="1218928"/>
                </a:lnTo>
                <a:lnTo>
                  <a:pt x="332975" y="1443741"/>
                </a:lnTo>
                <a:lnTo>
                  <a:pt x="462401" y="1096923"/>
                </a:lnTo>
                <a:lnTo>
                  <a:pt x="458116" y="1093459"/>
                </a:lnTo>
                <a:cubicBezTo>
                  <a:pt x="369521" y="1006672"/>
                  <a:pt x="314723" y="886776"/>
                  <a:pt x="314723" y="754343"/>
                </a:cubicBezTo>
                <a:lnTo>
                  <a:pt x="315089" y="750782"/>
                </a:lnTo>
                <a:lnTo>
                  <a:pt x="0" y="551460"/>
                </a:lnTo>
                <a:lnTo>
                  <a:pt x="362176" y="551462"/>
                </a:lnTo>
                <a:lnTo>
                  <a:pt x="398335" y="486204"/>
                </a:lnTo>
                <a:cubicBezTo>
                  <a:pt x="468719" y="384148"/>
                  <a:pt x="578151" y="310057"/>
                  <a:pt x="705631" y="284504"/>
                </a:cubicBezTo>
                <a:lnTo>
                  <a:pt x="767867" y="278358"/>
                </a:ln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13571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1.48148E-6 L 0.25 -1.48148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85185E-6 L -6.25E-7 -0.2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556 L 0.00117 0.08541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453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7.40741E-7 L 1.875E-6 -0.2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4.81481E-6 L 4.58333E-6 -0.25 " pathEditMode="relative" rAng="0" ptsTypes="AA">
                                      <p:cBhvr>
                                        <p:cTn id="16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7.40741E-7 L 4.79167E-6 -0.2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3796 L -1.875E-6 -0.1092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736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27" grpId="0" animBg="1"/>
      <p:bldP spid="28" grpId="0" animBg="1"/>
      <p:bldP spid="29" grpId="0" animBg="1"/>
      <p:bldP spid="16" grpId="0" animBg="1"/>
      <p:bldP spid="32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62" grpId="0" animBg="1"/>
      <p:bldP spid="63" grpId="0" animBg="1"/>
      <p:bldP spid="64" grpId="0" animBg="1"/>
      <p:bldP spid="65" grpId="0" animBg="1"/>
      <p:bldP spid="6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9F3D27FD-B93E-42E9-8A53-AA3403A3C9CB}"/>
              </a:ext>
            </a:extLst>
          </p:cNvPr>
          <p:cNvSpPr/>
          <p:nvPr/>
        </p:nvSpPr>
        <p:spPr>
          <a:xfrm flipV="1">
            <a:off x="-118981" y="-535837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A6CF2D00-6933-458D-82FF-1B6203426E63}"/>
              </a:ext>
            </a:extLst>
          </p:cNvPr>
          <p:cNvSpPr/>
          <p:nvPr/>
        </p:nvSpPr>
        <p:spPr>
          <a:xfrm flipH="1" flipV="1">
            <a:off x="3984641" y="-575341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2CABC54C-8627-4074-99A9-9CEE93F13CDD}"/>
              </a:ext>
            </a:extLst>
          </p:cNvPr>
          <p:cNvGrpSpPr/>
          <p:nvPr/>
        </p:nvGrpSpPr>
        <p:grpSpPr>
          <a:xfrm>
            <a:off x="1581234" y="5593902"/>
            <a:ext cx="4095612" cy="4291327"/>
            <a:chOff x="-6445428" y="-1028566"/>
            <a:chExt cx="4764000" cy="4991655"/>
          </a:xfrm>
        </p:grpSpPr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00C01D6E-4314-4273-B1F7-1E3D61FE04FB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6AE031BB-84F9-4189-9FE5-0AC39D333E07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8"/>
            </a:xfrm>
            <a:custGeom>
              <a:avLst/>
              <a:gdLst>
                <a:gd name="connsiteX0" fmla="*/ 1733306 w 4665444"/>
                <a:gd name="connsiteY0" fmla="*/ 4760908 h 4760908"/>
                <a:gd name="connsiteX1" fmla="*/ 1890845 w 4665444"/>
                <a:gd name="connsiteY1" fmla="*/ 4144529 h 4760908"/>
                <a:gd name="connsiteX2" fmla="*/ 2048383 w 4665444"/>
                <a:gd name="connsiteY2" fmla="*/ 3528150 h 4760908"/>
                <a:gd name="connsiteX3" fmla="*/ 2179170 w 4665444"/>
                <a:gd name="connsiteY3" fmla="*/ 3016439 h 4760908"/>
                <a:gd name="connsiteX4" fmla="*/ 2114785 w 4665444"/>
                <a:gd name="connsiteY4" fmla="*/ 2972037 h 4760908"/>
                <a:gd name="connsiteX5" fmla="*/ 2050636 w 4665444"/>
                <a:gd name="connsiteY5" fmla="*/ 2917714 h 4760908"/>
                <a:gd name="connsiteX6" fmla="*/ 1950181 w 4665444"/>
                <a:gd name="connsiteY6" fmla="*/ 2769977 h 4760908"/>
                <a:gd name="connsiteX7" fmla="*/ 1928297 w 4665444"/>
                <a:gd name="connsiteY7" fmla="*/ 2649054 h 4760908"/>
                <a:gd name="connsiteX8" fmla="*/ 1916941 w 4665444"/>
                <a:gd name="connsiteY8" fmla="*/ 2548946 h 4760908"/>
                <a:gd name="connsiteX9" fmla="*/ 1239622 w 4665444"/>
                <a:gd name="connsiteY9" fmla="*/ 2467578 h 4760908"/>
                <a:gd name="connsiteX10" fmla="*/ 638980 w 4665444"/>
                <a:gd name="connsiteY10" fmla="*/ 2395421 h 4760908"/>
                <a:gd name="connsiteX11" fmla="*/ 0 w 4665444"/>
                <a:gd name="connsiteY11" fmla="*/ 2318658 h 4760908"/>
                <a:gd name="connsiteX12" fmla="*/ 584877 w 4665444"/>
                <a:gd name="connsiteY12" fmla="*/ 2289312 h 4760908"/>
                <a:gd name="connsiteX13" fmla="*/ 1189035 w 4665444"/>
                <a:gd name="connsiteY13" fmla="*/ 2258998 h 4760908"/>
                <a:gd name="connsiteX14" fmla="*/ 1928165 w 4665444"/>
                <a:gd name="connsiteY14" fmla="*/ 2221912 h 4760908"/>
                <a:gd name="connsiteX15" fmla="*/ 1929308 w 4665444"/>
                <a:gd name="connsiteY15" fmla="*/ 2216806 h 4760908"/>
                <a:gd name="connsiteX16" fmla="*/ 1955645 w 4665444"/>
                <a:gd name="connsiteY16" fmla="*/ 2155858 h 4760908"/>
                <a:gd name="connsiteX17" fmla="*/ 1985167 w 4665444"/>
                <a:gd name="connsiteY17" fmla="*/ 2099203 h 4760908"/>
                <a:gd name="connsiteX18" fmla="*/ 1963043 w 4665444"/>
                <a:gd name="connsiteY18" fmla="*/ 2084523 h 4760908"/>
                <a:gd name="connsiteX19" fmla="*/ 1726343 w 4665444"/>
                <a:gd name="connsiteY19" fmla="*/ 1953606 h 4760908"/>
                <a:gd name="connsiteX20" fmla="*/ 1713254 w 4665444"/>
                <a:gd name="connsiteY20" fmla="*/ 1781708 h 4760908"/>
                <a:gd name="connsiteX21" fmla="*/ 1975019 w 4665444"/>
                <a:gd name="connsiteY21" fmla="*/ 1768485 h 4760908"/>
                <a:gd name="connsiteX22" fmla="*/ 2092812 w 4665444"/>
                <a:gd name="connsiteY22" fmla="*/ 1742039 h 4760908"/>
                <a:gd name="connsiteX23" fmla="*/ 2105901 w 4665444"/>
                <a:gd name="connsiteY23" fmla="*/ 1675925 h 4760908"/>
                <a:gd name="connsiteX24" fmla="*/ 2079724 w 4665444"/>
                <a:gd name="connsiteY24" fmla="*/ 1371796 h 4760908"/>
                <a:gd name="connsiteX25" fmla="*/ 2108306 w 4665444"/>
                <a:gd name="connsiteY25" fmla="*/ 1355067 h 4760908"/>
                <a:gd name="connsiteX26" fmla="*/ 1966156 w 4665444"/>
                <a:gd name="connsiteY26" fmla="*/ 704635 h 4760908"/>
                <a:gd name="connsiteX27" fmla="*/ 1812161 w 4665444"/>
                <a:gd name="connsiteY27" fmla="*/ 0 h 4760908"/>
                <a:gd name="connsiteX28" fmla="*/ 1984497 w 4665444"/>
                <a:gd name="connsiteY28" fmla="*/ 418322 h 4760908"/>
                <a:gd name="connsiteX29" fmla="*/ 2178834 w 4665444"/>
                <a:gd name="connsiteY29" fmla="*/ 890046 h 4760908"/>
                <a:gd name="connsiteX30" fmla="*/ 2362171 w 4665444"/>
                <a:gd name="connsiteY30" fmla="*/ 1335069 h 4760908"/>
                <a:gd name="connsiteX31" fmla="*/ 2409081 w 4665444"/>
                <a:gd name="connsiteY31" fmla="*/ 1340205 h 4760908"/>
                <a:gd name="connsiteX32" fmla="*/ 2524724 w 4665444"/>
                <a:gd name="connsiteY32" fmla="*/ 1345351 h 4760908"/>
                <a:gd name="connsiteX33" fmla="*/ 2629521 w 4665444"/>
                <a:gd name="connsiteY33" fmla="*/ 1347056 h 4760908"/>
                <a:gd name="connsiteX34" fmla="*/ 2656465 w 4665444"/>
                <a:gd name="connsiteY34" fmla="*/ 1322684 h 4760908"/>
                <a:gd name="connsiteX35" fmla="*/ 2664091 w 4665444"/>
                <a:gd name="connsiteY35" fmla="*/ 1343436 h 4760908"/>
                <a:gd name="connsiteX36" fmla="*/ 2663583 w 4665444"/>
                <a:gd name="connsiteY36" fmla="*/ 1347610 h 4760908"/>
                <a:gd name="connsiteX37" fmla="*/ 2690575 w 4665444"/>
                <a:gd name="connsiteY37" fmla="*/ 1348049 h 4760908"/>
                <a:gd name="connsiteX38" fmla="*/ 3152958 w 4665444"/>
                <a:gd name="connsiteY38" fmla="*/ 1424689 h 4760908"/>
                <a:gd name="connsiteX39" fmla="*/ 3296929 w 4665444"/>
                <a:gd name="connsiteY39" fmla="*/ 1530472 h 4760908"/>
                <a:gd name="connsiteX40" fmla="*/ 3389764 w 4665444"/>
                <a:gd name="connsiteY40" fmla="*/ 1706244 h 4760908"/>
                <a:gd name="connsiteX41" fmla="*/ 3789477 w 4665444"/>
                <a:gd name="connsiteY41" fmla="*/ 1487849 h 4760908"/>
                <a:gd name="connsiteX42" fmla="*/ 4189190 w 4665444"/>
                <a:gd name="connsiteY42" fmla="*/ 1269454 h 4760908"/>
                <a:gd name="connsiteX43" fmla="*/ 4665444 w 4665444"/>
                <a:gd name="connsiteY43" fmla="*/ 1009239 h 4760908"/>
                <a:gd name="connsiteX44" fmla="*/ 4307556 w 4665444"/>
                <a:gd name="connsiteY44" fmla="*/ 1296100 h 4760908"/>
                <a:gd name="connsiteX45" fmla="*/ 3926072 w 4665444"/>
                <a:gd name="connsiteY45" fmla="*/ 1601875 h 4760908"/>
                <a:gd name="connsiteX46" fmla="*/ 3485595 w 4665444"/>
                <a:gd name="connsiteY46" fmla="*/ 1954935 h 4760908"/>
                <a:gd name="connsiteX47" fmla="*/ 3493253 w 4665444"/>
                <a:gd name="connsiteY47" fmla="*/ 1980052 h 4760908"/>
                <a:gd name="connsiteX48" fmla="*/ 3480164 w 4665444"/>
                <a:gd name="connsiteY48" fmla="*/ 2244510 h 4760908"/>
                <a:gd name="connsiteX49" fmla="*/ 3391776 w 4665444"/>
                <a:gd name="connsiteY49" fmla="*/ 2525800 h 4760908"/>
                <a:gd name="connsiteX50" fmla="*/ 3351757 w 4665444"/>
                <a:gd name="connsiteY50" fmla="*/ 2638910 h 4760908"/>
                <a:gd name="connsiteX51" fmla="*/ 3382178 w 4665444"/>
                <a:gd name="connsiteY51" fmla="*/ 2679655 h 4760908"/>
                <a:gd name="connsiteX52" fmla="*/ 3571971 w 4665444"/>
                <a:gd name="connsiteY52" fmla="*/ 2894800 h 4760908"/>
                <a:gd name="connsiteX53" fmla="*/ 3547083 w 4665444"/>
                <a:gd name="connsiteY53" fmla="*/ 2965243 h 4760908"/>
                <a:gd name="connsiteX54" fmla="*/ 3541687 w 4665444"/>
                <a:gd name="connsiteY54" fmla="*/ 2989415 h 4760908"/>
                <a:gd name="connsiteX55" fmla="*/ 3910778 w 4665444"/>
                <a:gd name="connsiteY55" fmla="*/ 3319780 h 4760908"/>
                <a:gd name="connsiteX56" fmla="*/ 4279869 w 4665444"/>
                <a:gd name="connsiteY56" fmla="*/ 3650144 h 4760908"/>
                <a:gd name="connsiteX57" fmla="*/ 4616710 w 4665444"/>
                <a:gd name="connsiteY57" fmla="*/ 3951642 h 4760908"/>
                <a:gd name="connsiteX58" fmla="*/ 4132201 w 4665444"/>
                <a:gd name="connsiteY58" fmla="*/ 3647613 h 4760908"/>
                <a:gd name="connsiteX59" fmla="*/ 3618622 w 4665444"/>
                <a:gd name="connsiteY59" fmla="*/ 3325342 h 4760908"/>
                <a:gd name="connsiteX60" fmla="*/ 3163184 w 4665444"/>
                <a:gd name="connsiteY60" fmla="*/ 3039555 h 4760908"/>
                <a:gd name="connsiteX61" fmla="*/ 3154828 w 4665444"/>
                <a:gd name="connsiteY61" fmla="*/ 3055216 h 4760908"/>
                <a:gd name="connsiteX62" fmla="*/ 3113694 w 4665444"/>
                <a:gd name="connsiteY62" fmla="*/ 3130446 h 4760908"/>
                <a:gd name="connsiteX63" fmla="*/ 3109639 w 4665444"/>
                <a:gd name="connsiteY63" fmla="*/ 3134459 h 4760908"/>
                <a:gd name="connsiteX64" fmla="*/ 3109521 w 4665444"/>
                <a:gd name="connsiteY64" fmla="*/ 3134378 h 4760908"/>
                <a:gd name="connsiteX65" fmla="*/ 3107621 w 4665444"/>
                <a:gd name="connsiteY65" fmla="*/ 3201922 h 4760908"/>
                <a:gd name="connsiteX66" fmla="*/ 3044803 w 4665444"/>
                <a:gd name="connsiteY66" fmla="*/ 3325467 h 4760908"/>
                <a:gd name="connsiteX67" fmla="*/ 2616456 w 4665444"/>
                <a:gd name="connsiteY67" fmla="*/ 3202007 h 4760908"/>
                <a:gd name="connsiteX68" fmla="*/ 2472312 w 4665444"/>
                <a:gd name="connsiteY68" fmla="*/ 3148367 h 4760908"/>
                <a:gd name="connsiteX69" fmla="*/ 2218587 w 4665444"/>
                <a:gd name="connsiteY69" fmla="*/ 3702006 h 4760908"/>
                <a:gd name="connsiteX70" fmla="*/ 1987031 w 4665444"/>
                <a:gd name="connsiteY70" fmla="*/ 4207269 h 4760908"/>
                <a:gd name="connsiteX71" fmla="*/ 1733306 w 4665444"/>
                <a:gd name="connsiteY71" fmla="*/ 4760908 h 4760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8" fill="none" extrusionOk="0">
                  <a:moveTo>
                    <a:pt x="1733306" y="4760908"/>
                  </a:moveTo>
                  <a:cubicBezTo>
                    <a:pt x="1835261" y="4477355"/>
                    <a:pt x="1822565" y="4454942"/>
                    <a:pt x="1890845" y="4144529"/>
                  </a:cubicBezTo>
                  <a:cubicBezTo>
                    <a:pt x="1959125" y="3834115"/>
                    <a:pt x="2024367" y="3677090"/>
                    <a:pt x="2048383" y="3528150"/>
                  </a:cubicBezTo>
                  <a:cubicBezTo>
                    <a:pt x="2072400" y="3379210"/>
                    <a:pt x="2140227" y="3162411"/>
                    <a:pt x="2179170" y="3016439"/>
                  </a:cubicBezTo>
                  <a:cubicBezTo>
                    <a:pt x="2150779" y="2994468"/>
                    <a:pt x="2136312" y="2984153"/>
                    <a:pt x="2114785" y="2972037"/>
                  </a:cubicBezTo>
                  <a:cubicBezTo>
                    <a:pt x="2092976" y="2953735"/>
                    <a:pt x="2073264" y="2933900"/>
                    <a:pt x="2050636" y="2917714"/>
                  </a:cubicBezTo>
                  <a:cubicBezTo>
                    <a:pt x="2004246" y="2877283"/>
                    <a:pt x="1955094" y="2834519"/>
                    <a:pt x="1950181" y="2769977"/>
                  </a:cubicBezTo>
                  <a:cubicBezTo>
                    <a:pt x="1941173" y="2731498"/>
                    <a:pt x="1937133" y="2692834"/>
                    <a:pt x="1928297" y="2649054"/>
                  </a:cubicBezTo>
                  <a:cubicBezTo>
                    <a:pt x="1921624" y="2624015"/>
                    <a:pt x="1916699" y="2588289"/>
                    <a:pt x="1916941" y="2548946"/>
                  </a:cubicBezTo>
                  <a:cubicBezTo>
                    <a:pt x="1584784" y="2521427"/>
                    <a:pt x="1450110" y="2499104"/>
                    <a:pt x="1239622" y="2467578"/>
                  </a:cubicBezTo>
                  <a:cubicBezTo>
                    <a:pt x="1029134" y="2436052"/>
                    <a:pt x="887336" y="2420387"/>
                    <a:pt x="638980" y="2395421"/>
                  </a:cubicBezTo>
                  <a:cubicBezTo>
                    <a:pt x="390624" y="2370455"/>
                    <a:pt x="307185" y="2325932"/>
                    <a:pt x="0" y="2318658"/>
                  </a:cubicBezTo>
                  <a:cubicBezTo>
                    <a:pt x="266072" y="2282499"/>
                    <a:pt x="411679" y="2298785"/>
                    <a:pt x="584877" y="2289312"/>
                  </a:cubicBezTo>
                  <a:cubicBezTo>
                    <a:pt x="758075" y="2279839"/>
                    <a:pt x="1033825" y="2277817"/>
                    <a:pt x="1189035" y="2258998"/>
                  </a:cubicBezTo>
                  <a:cubicBezTo>
                    <a:pt x="1344245" y="2240179"/>
                    <a:pt x="1573191" y="2220967"/>
                    <a:pt x="1928165" y="2221912"/>
                  </a:cubicBezTo>
                  <a:cubicBezTo>
                    <a:pt x="1928358" y="2220342"/>
                    <a:pt x="1928744" y="2218882"/>
                    <a:pt x="1929308" y="2216806"/>
                  </a:cubicBezTo>
                  <a:cubicBezTo>
                    <a:pt x="1937815" y="2195155"/>
                    <a:pt x="1944965" y="2176656"/>
                    <a:pt x="1955645" y="2155858"/>
                  </a:cubicBezTo>
                  <a:cubicBezTo>
                    <a:pt x="1964303" y="2144334"/>
                    <a:pt x="1976305" y="2119597"/>
                    <a:pt x="1985167" y="2099203"/>
                  </a:cubicBezTo>
                  <a:cubicBezTo>
                    <a:pt x="1981028" y="2095058"/>
                    <a:pt x="1971181" y="2090205"/>
                    <a:pt x="1963043" y="2084523"/>
                  </a:cubicBezTo>
                  <a:cubicBezTo>
                    <a:pt x="1910107" y="2043632"/>
                    <a:pt x="1847566" y="2023328"/>
                    <a:pt x="1726343" y="1953606"/>
                  </a:cubicBezTo>
                  <a:cubicBezTo>
                    <a:pt x="1722509" y="1927035"/>
                    <a:pt x="1743000" y="1963143"/>
                    <a:pt x="1713254" y="1781708"/>
                  </a:cubicBezTo>
                  <a:cubicBezTo>
                    <a:pt x="1791682" y="1776104"/>
                    <a:pt x="1872943" y="1789973"/>
                    <a:pt x="1975019" y="1768485"/>
                  </a:cubicBezTo>
                  <a:cubicBezTo>
                    <a:pt x="2005468" y="1766791"/>
                    <a:pt x="2063318" y="1764854"/>
                    <a:pt x="2092812" y="1742039"/>
                  </a:cubicBezTo>
                  <a:cubicBezTo>
                    <a:pt x="2112910" y="1729375"/>
                    <a:pt x="2109600" y="1700601"/>
                    <a:pt x="2105901" y="1675925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20228" y="1569090"/>
                    <a:pt x="3363803" y="1667775"/>
                    <a:pt x="3389764" y="1706244"/>
                  </a:cubicBezTo>
                  <a:cubicBezTo>
                    <a:pt x="3534398" y="1610771"/>
                    <a:pt x="3589265" y="1584523"/>
                    <a:pt x="3789477" y="1487849"/>
                  </a:cubicBezTo>
                  <a:cubicBezTo>
                    <a:pt x="3989689" y="1391175"/>
                    <a:pt x="4077643" y="1308691"/>
                    <a:pt x="4189190" y="1269454"/>
                  </a:cubicBezTo>
                  <a:cubicBezTo>
                    <a:pt x="4300737" y="1230217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7"/>
                    <a:pt x="3609349" y="1885557"/>
                    <a:pt x="3485595" y="1954935"/>
                  </a:cubicBezTo>
                  <a:cubicBezTo>
                    <a:pt x="3488225" y="1967784"/>
                    <a:pt x="3491494" y="1972096"/>
                    <a:pt x="3493253" y="1980052"/>
                  </a:cubicBezTo>
                  <a:cubicBezTo>
                    <a:pt x="3520403" y="2076246"/>
                    <a:pt x="3503834" y="2150289"/>
                    <a:pt x="3480164" y="2244510"/>
                  </a:cubicBezTo>
                  <a:cubicBezTo>
                    <a:pt x="3445588" y="2371617"/>
                    <a:pt x="3414405" y="2460786"/>
                    <a:pt x="3391776" y="2525800"/>
                  </a:cubicBezTo>
                  <a:cubicBezTo>
                    <a:pt x="3383065" y="2555527"/>
                    <a:pt x="3361485" y="2593675"/>
                    <a:pt x="3351757" y="2638910"/>
                  </a:cubicBezTo>
                  <a:cubicBezTo>
                    <a:pt x="3362453" y="2649955"/>
                    <a:pt x="3376802" y="2669548"/>
                    <a:pt x="3382178" y="2679655"/>
                  </a:cubicBezTo>
                  <a:cubicBezTo>
                    <a:pt x="3418594" y="2731147"/>
                    <a:pt x="3473635" y="2778066"/>
                    <a:pt x="3571971" y="2894800"/>
                  </a:cubicBezTo>
                  <a:cubicBezTo>
                    <a:pt x="3567455" y="2913937"/>
                    <a:pt x="3565788" y="2899373"/>
                    <a:pt x="3547083" y="2965243"/>
                  </a:cubicBezTo>
                  <a:cubicBezTo>
                    <a:pt x="3545287" y="2972116"/>
                    <a:pt x="3544802" y="2978087"/>
                    <a:pt x="3541687" y="2989415"/>
                  </a:cubicBezTo>
                  <a:cubicBezTo>
                    <a:pt x="3657435" y="3089248"/>
                    <a:pt x="3745357" y="3155639"/>
                    <a:pt x="3910778" y="3319780"/>
                  </a:cubicBezTo>
                  <a:cubicBezTo>
                    <a:pt x="4076199" y="3483921"/>
                    <a:pt x="4122375" y="3487062"/>
                    <a:pt x="4279869" y="3650144"/>
                  </a:cubicBezTo>
                  <a:cubicBezTo>
                    <a:pt x="4437363" y="3813226"/>
                    <a:pt x="4497029" y="3832281"/>
                    <a:pt x="4616710" y="3951642"/>
                  </a:cubicBezTo>
                  <a:cubicBezTo>
                    <a:pt x="4427371" y="3823441"/>
                    <a:pt x="4249930" y="3694377"/>
                    <a:pt x="4132201" y="3647613"/>
                  </a:cubicBezTo>
                  <a:cubicBezTo>
                    <a:pt x="4014472" y="3600849"/>
                    <a:pt x="3782832" y="3413063"/>
                    <a:pt x="3618622" y="3325342"/>
                  </a:cubicBezTo>
                  <a:cubicBezTo>
                    <a:pt x="3454412" y="3237621"/>
                    <a:pt x="3270050" y="3132622"/>
                    <a:pt x="3163184" y="3039555"/>
                  </a:cubicBezTo>
                  <a:cubicBezTo>
                    <a:pt x="3160341" y="3045698"/>
                    <a:pt x="3156937" y="3052080"/>
                    <a:pt x="3154828" y="3055216"/>
                  </a:cubicBezTo>
                  <a:cubicBezTo>
                    <a:pt x="3138596" y="3085226"/>
                    <a:pt x="3130120" y="3101723"/>
                    <a:pt x="3113694" y="3130446"/>
                  </a:cubicBezTo>
                  <a:cubicBezTo>
                    <a:pt x="3112481" y="3132826"/>
                    <a:pt x="3110863" y="3134176"/>
                    <a:pt x="3109639" y="3134459"/>
                  </a:cubicBezTo>
                  <a:cubicBezTo>
                    <a:pt x="3109600" y="3134427"/>
                    <a:pt x="3109574" y="3134406"/>
                    <a:pt x="3109521" y="3134378"/>
                  </a:cubicBezTo>
                  <a:cubicBezTo>
                    <a:pt x="3112885" y="3153787"/>
                    <a:pt x="3105126" y="3179200"/>
                    <a:pt x="3107621" y="3201922"/>
                  </a:cubicBezTo>
                  <a:cubicBezTo>
                    <a:pt x="3102373" y="3267442"/>
                    <a:pt x="3083229" y="3307269"/>
                    <a:pt x="3044803" y="3325467"/>
                  </a:cubicBezTo>
                  <a:cubicBezTo>
                    <a:pt x="2901370" y="3398849"/>
                    <a:pt x="2761768" y="3260398"/>
                    <a:pt x="2616456" y="3202007"/>
                  </a:cubicBezTo>
                  <a:cubicBezTo>
                    <a:pt x="2544861" y="3174395"/>
                    <a:pt x="2542666" y="3172561"/>
                    <a:pt x="2472312" y="3148367"/>
                  </a:cubicBezTo>
                  <a:cubicBezTo>
                    <a:pt x="2343253" y="3407819"/>
                    <a:pt x="2309012" y="3446864"/>
                    <a:pt x="2218587" y="3702006"/>
                  </a:cubicBezTo>
                  <a:cubicBezTo>
                    <a:pt x="2128161" y="3957147"/>
                    <a:pt x="2083488" y="3995532"/>
                    <a:pt x="1987031" y="4207269"/>
                  </a:cubicBezTo>
                  <a:cubicBezTo>
                    <a:pt x="1890575" y="4419006"/>
                    <a:pt x="1824620" y="4570404"/>
                    <a:pt x="1733306" y="4760908"/>
                  </a:cubicBezTo>
                  <a:close/>
                </a:path>
                <a:path w="4665444" h="4760908" stroke="0" extrusionOk="0">
                  <a:moveTo>
                    <a:pt x="1733306" y="4760908"/>
                  </a:moveTo>
                  <a:cubicBezTo>
                    <a:pt x="1812977" y="4529538"/>
                    <a:pt x="1830951" y="4279376"/>
                    <a:pt x="1886386" y="4161974"/>
                  </a:cubicBezTo>
                  <a:cubicBezTo>
                    <a:pt x="1941821" y="4044572"/>
                    <a:pt x="1971113" y="3839141"/>
                    <a:pt x="2026090" y="3615373"/>
                  </a:cubicBezTo>
                  <a:cubicBezTo>
                    <a:pt x="2081067" y="3391606"/>
                    <a:pt x="2149420" y="3199064"/>
                    <a:pt x="2179170" y="3016439"/>
                  </a:cubicBezTo>
                  <a:cubicBezTo>
                    <a:pt x="2160727" y="3006621"/>
                    <a:pt x="2127161" y="2984014"/>
                    <a:pt x="2114785" y="2972037"/>
                  </a:cubicBezTo>
                  <a:cubicBezTo>
                    <a:pt x="2094204" y="2957720"/>
                    <a:pt x="2071632" y="2931304"/>
                    <a:pt x="2050636" y="2917714"/>
                  </a:cubicBezTo>
                  <a:cubicBezTo>
                    <a:pt x="2005822" y="2887149"/>
                    <a:pt x="1962424" y="2825434"/>
                    <a:pt x="1950181" y="2769977"/>
                  </a:cubicBezTo>
                  <a:cubicBezTo>
                    <a:pt x="1948882" y="2729794"/>
                    <a:pt x="1928331" y="2686132"/>
                    <a:pt x="1928297" y="2649054"/>
                  </a:cubicBezTo>
                  <a:cubicBezTo>
                    <a:pt x="1930116" y="2622972"/>
                    <a:pt x="1918891" y="2573079"/>
                    <a:pt x="1916941" y="2548946"/>
                  </a:cubicBezTo>
                  <a:cubicBezTo>
                    <a:pt x="1593829" y="2478165"/>
                    <a:pt x="1406184" y="2458975"/>
                    <a:pt x="1258791" y="2469880"/>
                  </a:cubicBezTo>
                  <a:cubicBezTo>
                    <a:pt x="1111398" y="2480786"/>
                    <a:pt x="811256" y="2420749"/>
                    <a:pt x="677319" y="2400026"/>
                  </a:cubicBezTo>
                  <a:cubicBezTo>
                    <a:pt x="543382" y="2379303"/>
                    <a:pt x="169805" y="2316768"/>
                    <a:pt x="0" y="2318658"/>
                  </a:cubicBezTo>
                  <a:cubicBezTo>
                    <a:pt x="131551" y="2290890"/>
                    <a:pt x="457948" y="2305807"/>
                    <a:pt x="604158" y="2288344"/>
                  </a:cubicBezTo>
                  <a:cubicBezTo>
                    <a:pt x="750368" y="2270881"/>
                    <a:pt x="940979" y="2257455"/>
                    <a:pt x="1227598" y="2257063"/>
                  </a:cubicBezTo>
                  <a:cubicBezTo>
                    <a:pt x="1514217" y="2256671"/>
                    <a:pt x="1756531" y="2253014"/>
                    <a:pt x="1928165" y="2221912"/>
                  </a:cubicBezTo>
                  <a:cubicBezTo>
                    <a:pt x="1928261" y="2220568"/>
                    <a:pt x="1928604" y="2218914"/>
                    <a:pt x="1929308" y="2216806"/>
                  </a:cubicBezTo>
                  <a:cubicBezTo>
                    <a:pt x="1935569" y="2194575"/>
                    <a:pt x="1941865" y="2179128"/>
                    <a:pt x="1955645" y="2155858"/>
                  </a:cubicBezTo>
                  <a:cubicBezTo>
                    <a:pt x="1969550" y="2134140"/>
                    <a:pt x="1971287" y="2127523"/>
                    <a:pt x="1985167" y="2099203"/>
                  </a:cubicBezTo>
                  <a:cubicBezTo>
                    <a:pt x="1975290" y="2091450"/>
                    <a:pt x="1974509" y="2091219"/>
                    <a:pt x="1963043" y="2084523"/>
                  </a:cubicBezTo>
                  <a:cubicBezTo>
                    <a:pt x="1914075" y="2047218"/>
                    <a:pt x="1837160" y="2029665"/>
                    <a:pt x="1726343" y="1953606"/>
                  </a:cubicBezTo>
                  <a:cubicBezTo>
                    <a:pt x="1728465" y="1921865"/>
                    <a:pt x="1746500" y="1956172"/>
                    <a:pt x="1713254" y="1781708"/>
                  </a:cubicBezTo>
                  <a:cubicBezTo>
                    <a:pt x="1794987" y="1761939"/>
                    <a:pt x="1889671" y="1774768"/>
                    <a:pt x="1975019" y="1768485"/>
                  </a:cubicBezTo>
                  <a:cubicBezTo>
                    <a:pt x="2013653" y="1771802"/>
                    <a:pt x="2060101" y="1764173"/>
                    <a:pt x="2092812" y="1742039"/>
                  </a:cubicBezTo>
                  <a:cubicBezTo>
                    <a:pt x="2110408" y="1729321"/>
                    <a:pt x="2108425" y="1697511"/>
                    <a:pt x="2105901" y="1675925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19227" y="1578701"/>
                    <a:pt x="3362749" y="1645304"/>
                    <a:pt x="3389764" y="1706244"/>
                  </a:cubicBezTo>
                  <a:cubicBezTo>
                    <a:pt x="3527166" y="1609694"/>
                    <a:pt x="3670174" y="1527590"/>
                    <a:pt x="3814991" y="1473909"/>
                  </a:cubicBezTo>
                  <a:cubicBezTo>
                    <a:pt x="3959808" y="1420228"/>
                    <a:pt x="4061371" y="1332266"/>
                    <a:pt x="4240217" y="1241574"/>
                  </a:cubicBezTo>
                  <a:cubicBezTo>
                    <a:pt x="4419064" y="115088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8669" y="1483286"/>
                    <a:pt x="3902475" y="1620789"/>
                  </a:cubicBezTo>
                  <a:cubicBezTo>
                    <a:pt x="3766281" y="1758292"/>
                    <a:pt x="3676182" y="1822151"/>
                    <a:pt x="3485595" y="1954935"/>
                  </a:cubicBezTo>
                  <a:cubicBezTo>
                    <a:pt x="3487878" y="1961302"/>
                    <a:pt x="3489418" y="1970551"/>
                    <a:pt x="3493253" y="1980052"/>
                  </a:cubicBezTo>
                  <a:cubicBezTo>
                    <a:pt x="3527334" y="2064279"/>
                    <a:pt x="3483205" y="2154609"/>
                    <a:pt x="3480164" y="2244510"/>
                  </a:cubicBezTo>
                  <a:cubicBezTo>
                    <a:pt x="3433761" y="2362465"/>
                    <a:pt x="3438024" y="2439328"/>
                    <a:pt x="3391776" y="2525800"/>
                  </a:cubicBezTo>
                  <a:cubicBezTo>
                    <a:pt x="3372596" y="2580939"/>
                    <a:pt x="3364960" y="2597678"/>
                    <a:pt x="3351757" y="2638910"/>
                  </a:cubicBezTo>
                  <a:cubicBezTo>
                    <a:pt x="3366777" y="2655528"/>
                    <a:pt x="3369453" y="2659432"/>
                    <a:pt x="3382178" y="2679655"/>
                  </a:cubicBezTo>
                  <a:cubicBezTo>
                    <a:pt x="3436255" y="2722335"/>
                    <a:pt x="3467938" y="2782070"/>
                    <a:pt x="3571971" y="2894800"/>
                  </a:cubicBezTo>
                  <a:cubicBezTo>
                    <a:pt x="3566911" y="2916649"/>
                    <a:pt x="3559861" y="2897972"/>
                    <a:pt x="3547083" y="2965243"/>
                  </a:cubicBezTo>
                  <a:cubicBezTo>
                    <a:pt x="3544331" y="2976116"/>
                    <a:pt x="3544041" y="2979277"/>
                    <a:pt x="3541687" y="2989415"/>
                  </a:cubicBezTo>
                  <a:cubicBezTo>
                    <a:pt x="3659680" y="3099880"/>
                    <a:pt x="3811347" y="3258887"/>
                    <a:pt x="3900028" y="3310157"/>
                  </a:cubicBezTo>
                  <a:cubicBezTo>
                    <a:pt x="3988709" y="3361427"/>
                    <a:pt x="4078168" y="3485782"/>
                    <a:pt x="4236869" y="3611655"/>
                  </a:cubicBezTo>
                  <a:cubicBezTo>
                    <a:pt x="4395570" y="3737528"/>
                    <a:pt x="4521391" y="3873058"/>
                    <a:pt x="4616710" y="3951642"/>
                  </a:cubicBezTo>
                  <a:cubicBezTo>
                    <a:pt x="4501382" y="3845954"/>
                    <a:pt x="4313879" y="3759721"/>
                    <a:pt x="4132201" y="3647613"/>
                  </a:cubicBezTo>
                  <a:cubicBezTo>
                    <a:pt x="3950523" y="3535505"/>
                    <a:pt x="3790463" y="3441430"/>
                    <a:pt x="3676763" y="3361826"/>
                  </a:cubicBezTo>
                  <a:cubicBezTo>
                    <a:pt x="3563063" y="3282222"/>
                    <a:pt x="3327727" y="3156778"/>
                    <a:pt x="3163184" y="3039555"/>
                  </a:cubicBezTo>
                  <a:cubicBezTo>
                    <a:pt x="3160944" y="3042915"/>
                    <a:pt x="3157296" y="3050933"/>
                    <a:pt x="3154828" y="3055216"/>
                  </a:cubicBezTo>
                  <a:cubicBezTo>
                    <a:pt x="3135620" y="3080994"/>
                    <a:pt x="3127648" y="3104922"/>
                    <a:pt x="3113694" y="3130446"/>
                  </a:cubicBezTo>
                  <a:cubicBezTo>
                    <a:pt x="3112566" y="3132929"/>
                    <a:pt x="3110916" y="3134196"/>
                    <a:pt x="3109639" y="3134459"/>
                  </a:cubicBezTo>
                  <a:cubicBezTo>
                    <a:pt x="3109598" y="3134428"/>
                    <a:pt x="3109571" y="3134417"/>
                    <a:pt x="3109521" y="3134378"/>
                  </a:cubicBezTo>
                  <a:cubicBezTo>
                    <a:pt x="3111333" y="3161216"/>
                    <a:pt x="3108978" y="3179320"/>
                    <a:pt x="3107621" y="3201922"/>
                  </a:cubicBezTo>
                  <a:cubicBezTo>
                    <a:pt x="3100294" y="3255606"/>
                    <a:pt x="3093626" y="3303669"/>
                    <a:pt x="3044803" y="3325467"/>
                  </a:cubicBezTo>
                  <a:cubicBezTo>
                    <a:pt x="2875266" y="3367924"/>
                    <a:pt x="2735925" y="3229893"/>
                    <a:pt x="2616456" y="3202007"/>
                  </a:cubicBezTo>
                  <a:cubicBezTo>
                    <a:pt x="2562288" y="3177799"/>
                    <a:pt x="2523463" y="3159956"/>
                    <a:pt x="2472312" y="3148367"/>
                  </a:cubicBezTo>
                  <a:cubicBezTo>
                    <a:pt x="2345211" y="3399148"/>
                    <a:pt x="2293116" y="3516233"/>
                    <a:pt x="2225977" y="3685881"/>
                  </a:cubicBezTo>
                  <a:cubicBezTo>
                    <a:pt x="2158838" y="3855529"/>
                    <a:pt x="2031016" y="4049104"/>
                    <a:pt x="1994421" y="4191144"/>
                  </a:cubicBezTo>
                  <a:cubicBezTo>
                    <a:pt x="1957826" y="4333184"/>
                    <a:pt x="1847398" y="4557159"/>
                    <a:pt x="1733306" y="4760908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F878A699-ABCF-40D0-B5F2-80BEEF3B8CAB}"/>
              </a:ext>
            </a:extLst>
          </p:cNvPr>
          <p:cNvGrpSpPr/>
          <p:nvPr/>
        </p:nvGrpSpPr>
        <p:grpSpPr>
          <a:xfrm>
            <a:off x="8060015" y="-57454"/>
            <a:ext cx="3893623" cy="7252005"/>
            <a:chOff x="8060015" y="-57454"/>
            <a:chExt cx="3893623" cy="7252005"/>
          </a:xfrm>
        </p:grpSpPr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B3B9F007-8C22-484D-9507-108ECFC7300E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B04A8F16-0F36-43F3-93A8-0A9DB8142357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43DDD88E-1818-4AF8-9558-DE43B147DCAD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8829CE03-2C95-4ED1-A89F-8DB41F056EDB}"/>
              </a:ext>
            </a:extLst>
          </p:cNvPr>
          <p:cNvGrpSpPr/>
          <p:nvPr/>
        </p:nvGrpSpPr>
        <p:grpSpPr>
          <a:xfrm>
            <a:off x="-85304" y="4589780"/>
            <a:ext cx="2648823" cy="3375160"/>
            <a:chOff x="-85304" y="3891280"/>
            <a:chExt cx="2648823" cy="3375160"/>
          </a:xfrm>
        </p:grpSpPr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8D869614-ACE1-4238-BD1F-5A67DA207D5D}"/>
                </a:ext>
              </a:extLst>
            </p:cNvPr>
            <p:cNvSpPr/>
            <p:nvPr/>
          </p:nvSpPr>
          <p:spPr>
            <a:xfrm>
              <a:off x="98361" y="3891280"/>
              <a:ext cx="2465158" cy="3375160"/>
            </a:xfrm>
            <a:custGeom>
              <a:avLst/>
              <a:gdLst>
                <a:gd name="connsiteX0" fmla="*/ 1644187 w 2261600"/>
                <a:gd name="connsiteY0" fmla="*/ 0 h 3436120"/>
                <a:gd name="connsiteX1" fmla="*/ 2261600 w 2261600"/>
                <a:gd name="connsiteY1" fmla="*/ 0 h 3436120"/>
                <a:gd name="connsiteX2" fmla="*/ 2261600 w 2261600"/>
                <a:gd name="connsiteY2" fmla="*/ 3436120 h 3436120"/>
                <a:gd name="connsiteX3" fmla="*/ 0 w 2261600"/>
                <a:gd name="connsiteY3" fmla="*/ 3436120 h 3436120"/>
                <a:gd name="connsiteX4" fmla="*/ 0 w 2261600"/>
                <a:gd name="connsiteY4" fmla="*/ 1236355 h 3436120"/>
                <a:gd name="connsiteX5" fmla="*/ 25697 w 2261600"/>
                <a:gd name="connsiteY5" fmla="*/ 1215388 h 3436120"/>
                <a:gd name="connsiteX6" fmla="*/ 103098 w 2261600"/>
                <a:gd name="connsiteY6" fmla="*/ 1154631 h 3436120"/>
                <a:gd name="connsiteX7" fmla="*/ 169358 w 2261600"/>
                <a:gd name="connsiteY7" fmla="*/ 1108676 h 3436120"/>
                <a:gd name="connsiteX8" fmla="*/ 258962 w 2261600"/>
                <a:gd name="connsiteY8" fmla="*/ 1045519 h 3436120"/>
                <a:gd name="connsiteX9" fmla="*/ 388810 w 2261600"/>
                <a:gd name="connsiteY9" fmla="*/ 955173 h 3436120"/>
                <a:gd name="connsiteX10" fmla="*/ 406044 w 2261600"/>
                <a:gd name="connsiteY10" fmla="*/ 941181 h 3436120"/>
                <a:gd name="connsiteX11" fmla="*/ 416891 w 2261600"/>
                <a:gd name="connsiteY11" fmla="*/ 933500 h 3436120"/>
                <a:gd name="connsiteX12" fmla="*/ 687432 w 2261600"/>
                <a:gd name="connsiteY12" fmla="*/ 727963 h 3436120"/>
                <a:gd name="connsiteX13" fmla="*/ 740302 w 2261600"/>
                <a:gd name="connsiteY13" fmla="*/ 682933 h 3436120"/>
                <a:gd name="connsiteX14" fmla="*/ 797948 w 2261600"/>
                <a:gd name="connsiteY14" fmla="*/ 644235 h 3436120"/>
                <a:gd name="connsiteX15" fmla="*/ 1220217 w 2261600"/>
                <a:gd name="connsiteY15" fmla="*/ 319588 h 3436120"/>
                <a:gd name="connsiteX16" fmla="*/ 1297157 w 2261600"/>
                <a:gd name="connsiteY16" fmla="*/ 261540 h 3436120"/>
                <a:gd name="connsiteX17" fmla="*/ 1301133 w 2261600"/>
                <a:gd name="connsiteY17" fmla="*/ 258401 h 3436120"/>
                <a:gd name="connsiteX18" fmla="*/ 1302026 w 2261600"/>
                <a:gd name="connsiteY18" fmla="*/ 257806 h 3436120"/>
                <a:gd name="connsiteX19" fmla="*/ 1543532 w 2261600"/>
                <a:gd name="connsiteY19" fmla="*/ 79936 h 343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61600" h="3436120">
                  <a:moveTo>
                    <a:pt x="1644187" y="0"/>
                  </a:moveTo>
                  <a:lnTo>
                    <a:pt x="2261600" y="0"/>
                  </a:lnTo>
                  <a:lnTo>
                    <a:pt x="2261600" y="3436120"/>
                  </a:lnTo>
                  <a:lnTo>
                    <a:pt x="0" y="3436120"/>
                  </a:lnTo>
                  <a:lnTo>
                    <a:pt x="0" y="1236355"/>
                  </a:lnTo>
                  <a:lnTo>
                    <a:pt x="25697" y="1215388"/>
                  </a:lnTo>
                  <a:lnTo>
                    <a:pt x="103098" y="1154631"/>
                  </a:lnTo>
                  <a:lnTo>
                    <a:pt x="169358" y="1108676"/>
                  </a:lnTo>
                  <a:cubicBezTo>
                    <a:pt x="197588" y="1088979"/>
                    <a:pt x="227397" y="1068019"/>
                    <a:pt x="258962" y="1045519"/>
                  </a:cubicBezTo>
                  <a:cubicBezTo>
                    <a:pt x="308727" y="1014231"/>
                    <a:pt x="350729" y="984366"/>
                    <a:pt x="388810" y="955173"/>
                  </a:cubicBezTo>
                  <a:lnTo>
                    <a:pt x="406044" y="941181"/>
                  </a:lnTo>
                  <a:lnTo>
                    <a:pt x="416891" y="933500"/>
                  </a:lnTo>
                  <a:cubicBezTo>
                    <a:pt x="526391" y="855858"/>
                    <a:pt x="590893" y="808873"/>
                    <a:pt x="687432" y="727963"/>
                  </a:cubicBezTo>
                  <a:lnTo>
                    <a:pt x="740302" y="682933"/>
                  </a:lnTo>
                  <a:lnTo>
                    <a:pt x="797948" y="644235"/>
                  </a:lnTo>
                  <a:cubicBezTo>
                    <a:pt x="947264" y="540570"/>
                    <a:pt x="1029893" y="459397"/>
                    <a:pt x="1220217" y="319588"/>
                  </a:cubicBezTo>
                  <a:cubicBezTo>
                    <a:pt x="1247406" y="299615"/>
                    <a:pt x="1272892" y="280320"/>
                    <a:pt x="1297157" y="261540"/>
                  </a:cubicBezTo>
                  <a:lnTo>
                    <a:pt x="1301133" y="258401"/>
                  </a:lnTo>
                  <a:lnTo>
                    <a:pt x="1302026" y="257806"/>
                  </a:lnTo>
                  <a:cubicBezTo>
                    <a:pt x="1375570" y="212057"/>
                    <a:pt x="1458898" y="147242"/>
                    <a:pt x="1543532" y="79936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21" name="Forma libre: forma 20">
              <a:hlinkHover r:id="rId2" action="ppaction://hlinksldjump" highlightClick="1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03B8947F-9FAF-4AF3-AD32-25A022E42BC3}"/>
                </a:ext>
              </a:extLst>
            </p:cNvPr>
            <p:cNvSpPr/>
            <p:nvPr/>
          </p:nvSpPr>
          <p:spPr>
            <a:xfrm flipH="1">
              <a:off x="-85304" y="4826287"/>
              <a:ext cx="2648823" cy="2358188"/>
            </a:xfrm>
            <a:custGeom>
              <a:avLst/>
              <a:gdLst>
                <a:gd name="connsiteX0" fmla="*/ 0 w 2648823"/>
                <a:gd name="connsiteY0" fmla="*/ 2358188 h 2358188"/>
                <a:gd name="connsiteX1" fmla="*/ 0 w 2648823"/>
                <a:gd name="connsiteY1" fmla="*/ 1742267 h 2358188"/>
                <a:gd name="connsiteX2" fmla="*/ 0 w 2648823"/>
                <a:gd name="connsiteY2" fmla="*/ 1171970 h 2358188"/>
                <a:gd name="connsiteX3" fmla="*/ 0 w 2648823"/>
                <a:gd name="connsiteY3" fmla="*/ 670109 h 2358188"/>
                <a:gd name="connsiteX4" fmla="*/ 0 w 2648823"/>
                <a:gd name="connsiteY4" fmla="*/ 77000 h 2358188"/>
                <a:gd name="connsiteX5" fmla="*/ 278340 w 2648823"/>
                <a:gd name="connsiteY5" fmla="*/ 77000 h 2358188"/>
                <a:gd name="connsiteX6" fmla="*/ 278340 w 2648823"/>
                <a:gd name="connsiteY6" fmla="*/ 777591 h 2358188"/>
                <a:gd name="connsiteX7" fmla="*/ 278340 w 2648823"/>
                <a:gd name="connsiteY7" fmla="*/ 1416966 h 2358188"/>
                <a:gd name="connsiteX8" fmla="*/ 278340 w 2648823"/>
                <a:gd name="connsiteY8" fmla="*/ 2117557 h 2358188"/>
                <a:gd name="connsiteX9" fmla="*/ 954799 w 2648823"/>
                <a:gd name="connsiteY9" fmla="*/ 2117557 h 2358188"/>
                <a:gd name="connsiteX10" fmla="*/ 1652180 w 2648823"/>
                <a:gd name="connsiteY10" fmla="*/ 2117557 h 2358188"/>
                <a:gd name="connsiteX11" fmla="*/ 2370482 w 2648823"/>
                <a:gd name="connsiteY11" fmla="*/ 2117557 h 2358188"/>
                <a:gd name="connsiteX12" fmla="*/ 2370482 w 2648823"/>
                <a:gd name="connsiteY12" fmla="*/ 1651694 h 2358188"/>
                <a:gd name="connsiteX13" fmla="*/ 2370482 w 2648823"/>
                <a:gd name="connsiteY13" fmla="*/ 1101130 h 2358188"/>
                <a:gd name="connsiteX14" fmla="*/ 2370482 w 2648823"/>
                <a:gd name="connsiteY14" fmla="*/ 592916 h 2358188"/>
                <a:gd name="connsiteX15" fmla="*/ 2370482 w 2648823"/>
                <a:gd name="connsiteY15" fmla="*/ 0 h 2358188"/>
                <a:gd name="connsiteX16" fmla="*/ 2648823 w 2648823"/>
                <a:gd name="connsiteY16" fmla="*/ 0 h 2358188"/>
                <a:gd name="connsiteX17" fmla="*/ 2648823 w 2648823"/>
                <a:gd name="connsiteY17" fmla="*/ 570297 h 2358188"/>
                <a:gd name="connsiteX18" fmla="*/ 2648823 w 2648823"/>
                <a:gd name="connsiteY18" fmla="*/ 1186218 h 2358188"/>
                <a:gd name="connsiteX19" fmla="*/ 2648823 w 2648823"/>
                <a:gd name="connsiteY19" fmla="*/ 1688079 h 2358188"/>
                <a:gd name="connsiteX20" fmla="*/ 2648823 w 2648823"/>
                <a:gd name="connsiteY20" fmla="*/ 2281188 h 2358188"/>
                <a:gd name="connsiteX21" fmla="*/ 2648823 w 2648823"/>
                <a:gd name="connsiteY21" fmla="*/ 2281188 h 2358188"/>
                <a:gd name="connsiteX22" fmla="*/ 2648823 w 2648823"/>
                <a:gd name="connsiteY22" fmla="*/ 2358188 h 2358188"/>
                <a:gd name="connsiteX23" fmla="*/ 2079907 w 2648823"/>
                <a:gd name="connsiteY23" fmla="*/ 2358188 h 2358188"/>
                <a:gd name="connsiteX24" fmla="*/ 1463582 w 2648823"/>
                <a:gd name="connsiteY24" fmla="*/ 2358188 h 2358188"/>
                <a:gd name="connsiteX25" fmla="*/ 894666 w 2648823"/>
                <a:gd name="connsiteY25" fmla="*/ 2358188 h 2358188"/>
                <a:gd name="connsiteX26" fmla="*/ 278340 w 2648823"/>
                <a:gd name="connsiteY26" fmla="*/ 2358188 h 2358188"/>
                <a:gd name="connsiteX27" fmla="*/ 278340 w 2648823"/>
                <a:gd name="connsiteY27" fmla="*/ 2358188 h 2358188"/>
                <a:gd name="connsiteX28" fmla="*/ 0 w 2648823"/>
                <a:gd name="connsiteY28" fmla="*/ 2358188 h 235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648823" h="2358188" fill="none" extrusionOk="0">
                  <a:moveTo>
                    <a:pt x="0" y="2358188"/>
                  </a:moveTo>
                  <a:cubicBezTo>
                    <a:pt x="28257" y="2102956"/>
                    <a:pt x="2770" y="1884297"/>
                    <a:pt x="0" y="1742267"/>
                  </a:cubicBezTo>
                  <a:cubicBezTo>
                    <a:pt x="-2770" y="1600237"/>
                    <a:pt x="-4006" y="1374303"/>
                    <a:pt x="0" y="1171970"/>
                  </a:cubicBezTo>
                  <a:cubicBezTo>
                    <a:pt x="4006" y="969637"/>
                    <a:pt x="-22734" y="809871"/>
                    <a:pt x="0" y="670109"/>
                  </a:cubicBezTo>
                  <a:cubicBezTo>
                    <a:pt x="22734" y="530347"/>
                    <a:pt x="-4176" y="220126"/>
                    <a:pt x="0" y="77000"/>
                  </a:cubicBezTo>
                  <a:cubicBezTo>
                    <a:pt x="115148" y="83915"/>
                    <a:pt x="145174" y="71331"/>
                    <a:pt x="278340" y="77000"/>
                  </a:cubicBezTo>
                  <a:cubicBezTo>
                    <a:pt x="308417" y="237521"/>
                    <a:pt x="284369" y="494482"/>
                    <a:pt x="278340" y="777591"/>
                  </a:cubicBezTo>
                  <a:cubicBezTo>
                    <a:pt x="272311" y="1060700"/>
                    <a:pt x="289782" y="1118856"/>
                    <a:pt x="278340" y="1416966"/>
                  </a:cubicBezTo>
                  <a:cubicBezTo>
                    <a:pt x="266898" y="1715076"/>
                    <a:pt x="275466" y="1833320"/>
                    <a:pt x="278340" y="2117557"/>
                  </a:cubicBezTo>
                  <a:cubicBezTo>
                    <a:pt x="475519" y="2113690"/>
                    <a:pt x="703568" y="2114705"/>
                    <a:pt x="954799" y="2117557"/>
                  </a:cubicBezTo>
                  <a:cubicBezTo>
                    <a:pt x="1206030" y="2120409"/>
                    <a:pt x="1449315" y="2087366"/>
                    <a:pt x="1652180" y="2117557"/>
                  </a:cubicBezTo>
                  <a:cubicBezTo>
                    <a:pt x="1855045" y="2147748"/>
                    <a:pt x="2029986" y="2126108"/>
                    <a:pt x="2370482" y="2117557"/>
                  </a:cubicBezTo>
                  <a:cubicBezTo>
                    <a:pt x="2359838" y="2011810"/>
                    <a:pt x="2350763" y="1758574"/>
                    <a:pt x="2370482" y="1651694"/>
                  </a:cubicBezTo>
                  <a:cubicBezTo>
                    <a:pt x="2390201" y="1544814"/>
                    <a:pt x="2387571" y="1365212"/>
                    <a:pt x="2370482" y="1101130"/>
                  </a:cubicBezTo>
                  <a:cubicBezTo>
                    <a:pt x="2353393" y="837048"/>
                    <a:pt x="2392510" y="779213"/>
                    <a:pt x="2370482" y="592916"/>
                  </a:cubicBezTo>
                  <a:cubicBezTo>
                    <a:pt x="2348454" y="406619"/>
                    <a:pt x="2355069" y="192226"/>
                    <a:pt x="2370482" y="0"/>
                  </a:cubicBezTo>
                  <a:cubicBezTo>
                    <a:pt x="2463648" y="-11368"/>
                    <a:pt x="2515044" y="-2395"/>
                    <a:pt x="2648823" y="0"/>
                  </a:cubicBezTo>
                  <a:cubicBezTo>
                    <a:pt x="2674431" y="272268"/>
                    <a:pt x="2642034" y="390699"/>
                    <a:pt x="2648823" y="570297"/>
                  </a:cubicBezTo>
                  <a:cubicBezTo>
                    <a:pt x="2655612" y="749895"/>
                    <a:pt x="2649890" y="1012352"/>
                    <a:pt x="2648823" y="1186218"/>
                  </a:cubicBezTo>
                  <a:cubicBezTo>
                    <a:pt x="2647756" y="1360084"/>
                    <a:pt x="2659947" y="1534413"/>
                    <a:pt x="2648823" y="1688079"/>
                  </a:cubicBezTo>
                  <a:cubicBezTo>
                    <a:pt x="2637699" y="1841745"/>
                    <a:pt x="2638455" y="2103297"/>
                    <a:pt x="2648823" y="2281188"/>
                  </a:cubicBezTo>
                  <a:lnTo>
                    <a:pt x="2648823" y="2281188"/>
                  </a:lnTo>
                  <a:cubicBezTo>
                    <a:pt x="2652468" y="2302952"/>
                    <a:pt x="2646232" y="2333438"/>
                    <a:pt x="2648823" y="2358188"/>
                  </a:cubicBezTo>
                  <a:cubicBezTo>
                    <a:pt x="2441398" y="2376633"/>
                    <a:pt x="2285734" y="2362702"/>
                    <a:pt x="2079907" y="2358188"/>
                  </a:cubicBezTo>
                  <a:cubicBezTo>
                    <a:pt x="1874080" y="2353674"/>
                    <a:pt x="1669941" y="2341098"/>
                    <a:pt x="1463582" y="2358188"/>
                  </a:cubicBezTo>
                  <a:cubicBezTo>
                    <a:pt x="1257224" y="2375278"/>
                    <a:pt x="1095996" y="2360274"/>
                    <a:pt x="894666" y="2358188"/>
                  </a:cubicBezTo>
                  <a:cubicBezTo>
                    <a:pt x="693336" y="2356102"/>
                    <a:pt x="477366" y="2330157"/>
                    <a:pt x="278340" y="2358188"/>
                  </a:cubicBezTo>
                  <a:lnTo>
                    <a:pt x="278340" y="2358188"/>
                  </a:lnTo>
                  <a:cubicBezTo>
                    <a:pt x="212920" y="2362548"/>
                    <a:pt x="95597" y="2362843"/>
                    <a:pt x="0" y="2358188"/>
                  </a:cubicBezTo>
                  <a:close/>
                </a:path>
                <a:path w="2648823" h="2358188" stroke="0" extrusionOk="0">
                  <a:moveTo>
                    <a:pt x="0" y="2358188"/>
                  </a:moveTo>
                  <a:cubicBezTo>
                    <a:pt x="-4771" y="2145250"/>
                    <a:pt x="-18600" y="2049586"/>
                    <a:pt x="0" y="1856327"/>
                  </a:cubicBezTo>
                  <a:cubicBezTo>
                    <a:pt x="18600" y="1663068"/>
                    <a:pt x="-25584" y="1582547"/>
                    <a:pt x="0" y="1331653"/>
                  </a:cubicBezTo>
                  <a:cubicBezTo>
                    <a:pt x="25584" y="1080759"/>
                    <a:pt x="12515" y="996101"/>
                    <a:pt x="0" y="829792"/>
                  </a:cubicBezTo>
                  <a:cubicBezTo>
                    <a:pt x="-12515" y="663483"/>
                    <a:pt x="3574" y="450477"/>
                    <a:pt x="0" y="77000"/>
                  </a:cubicBezTo>
                  <a:cubicBezTo>
                    <a:pt x="57922" y="86220"/>
                    <a:pt x="185722" y="79847"/>
                    <a:pt x="278340" y="77000"/>
                  </a:cubicBezTo>
                  <a:cubicBezTo>
                    <a:pt x="249669" y="299648"/>
                    <a:pt x="285794" y="514939"/>
                    <a:pt x="278340" y="695969"/>
                  </a:cubicBezTo>
                  <a:cubicBezTo>
                    <a:pt x="270886" y="876999"/>
                    <a:pt x="251753" y="1061493"/>
                    <a:pt x="278340" y="1396560"/>
                  </a:cubicBezTo>
                  <a:cubicBezTo>
                    <a:pt x="304927" y="1731627"/>
                    <a:pt x="267213" y="1803816"/>
                    <a:pt x="278340" y="2117557"/>
                  </a:cubicBezTo>
                  <a:cubicBezTo>
                    <a:pt x="460943" y="2144297"/>
                    <a:pt x="748017" y="2145562"/>
                    <a:pt x="1017564" y="2117557"/>
                  </a:cubicBezTo>
                  <a:cubicBezTo>
                    <a:pt x="1287111" y="2089552"/>
                    <a:pt x="1484604" y="2136270"/>
                    <a:pt x="1714944" y="2117557"/>
                  </a:cubicBezTo>
                  <a:cubicBezTo>
                    <a:pt x="1945284" y="2098844"/>
                    <a:pt x="2055994" y="2148486"/>
                    <a:pt x="2370482" y="2117557"/>
                  </a:cubicBezTo>
                  <a:cubicBezTo>
                    <a:pt x="2384518" y="1988269"/>
                    <a:pt x="2359338" y="1832404"/>
                    <a:pt x="2370482" y="1566992"/>
                  </a:cubicBezTo>
                  <a:cubicBezTo>
                    <a:pt x="2381626" y="1301581"/>
                    <a:pt x="2359585" y="1198388"/>
                    <a:pt x="2370482" y="995252"/>
                  </a:cubicBezTo>
                  <a:cubicBezTo>
                    <a:pt x="2381379" y="792116"/>
                    <a:pt x="2382211" y="606654"/>
                    <a:pt x="2370482" y="465863"/>
                  </a:cubicBezTo>
                  <a:cubicBezTo>
                    <a:pt x="2358753" y="325072"/>
                    <a:pt x="2386101" y="147633"/>
                    <a:pt x="2370482" y="0"/>
                  </a:cubicBezTo>
                  <a:cubicBezTo>
                    <a:pt x="2496783" y="9082"/>
                    <a:pt x="2534650" y="3416"/>
                    <a:pt x="2648823" y="0"/>
                  </a:cubicBezTo>
                  <a:cubicBezTo>
                    <a:pt x="2661702" y="152475"/>
                    <a:pt x="2620287" y="363074"/>
                    <a:pt x="2648823" y="593109"/>
                  </a:cubicBezTo>
                  <a:cubicBezTo>
                    <a:pt x="2677359" y="823144"/>
                    <a:pt x="2624225" y="962655"/>
                    <a:pt x="2648823" y="1140594"/>
                  </a:cubicBezTo>
                  <a:cubicBezTo>
                    <a:pt x="2673421" y="1318534"/>
                    <a:pt x="2638755" y="1555774"/>
                    <a:pt x="2648823" y="1733703"/>
                  </a:cubicBezTo>
                  <a:cubicBezTo>
                    <a:pt x="2658891" y="1911632"/>
                    <a:pt x="2632918" y="2058006"/>
                    <a:pt x="2648823" y="2281188"/>
                  </a:cubicBezTo>
                  <a:lnTo>
                    <a:pt x="2648823" y="2281188"/>
                  </a:lnTo>
                  <a:cubicBezTo>
                    <a:pt x="2648085" y="2311312"/>
                    <a:pt x="2648767" y="2339742"/>
                    <a:pt x="2648823" y="2358188"/>
                  </a:cubicBezTo>
                  <a:cubicBezTo>
                    <a:pt x="2514994" y="2369864"/>
                    <a:pt x="2254925" y="2367140"/>
                    <a:pt x="2103612" y="2358188"/>
                  </a:cubicBezTo>
                  <a:cubicBezTo>
                    <a:pt x="1952299" y="2349236"/>
                    <a:pt x="1678637" y="2384436"/>
                    <a:pt x="1463582" y="2358188"/>
                  </a:cubicBezTo>
                  <a:cubicBezTo>
                    <a:pt x="1248527" y="2331941"/>
                    <a:pt x="1137634" y="2388960"/>
                    <a:pt x="847256" y="2358188"/>
                  </a:cubicBezTo>
                  <a:cubicBezTo>
                    <a:pt x="556878" y="2327416"/>
                    <a:pt x="500076" y="2331384"/>
                    <a:pt x="278340" y="2358188"/>
                  </a:cubicBezTo>
                  <a:lnTo>
                    <a:pt x="278340" y="2358188"/>
                  </a:lnTo>
                  <a:cubicBezTo>
                    <a:pt x="218120" y="2350871"/>
                    <a:pt x="77309" y="2355662"/>
                    <a:pt x="0" y="2358188"/>
                  </a:cubicBezTo>
                  <a:close/>
                </a:path>
              </a:pathLst>
            </a:custGeom>
            <a:solidFill>
              <a:srgbClr val="4472C4"/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768060237">
                    <a:custGeom>
                      <a:avLst/>
                      <a:gdLst>
                        <a:gd name="connsiteX0" fmla="*/ 0 w 2289962"/>
                        <a:gd name="connsiteY0" fmla="*/ 2358188 h 2358188"/>
                        <a:gd name="connsiteX1" fmla="*/ 0 w 2289962"/>
                        <a:gd name="connsiteY1" fmla="*/ 77000 h 2358188"/>
                        <a:gd name="connsiteX2" fmla="*/ 240631 w 2289962"/>
                        <a:gd name="connsiteY2" fmla="*/ 77000 h 2358188"/>
                        <a:gd name="connsiteX3" fmla="*/ 240631 w 2289962"/>
                        <a:gd name="connsiteY3" fmla="*/ 2117557 h 2358188"/>
                        <a:gd name="connsiteX4" fmla="*/ 2049331 w 2289962"/>
                        <a:gd name="connsiteY4" fmla="*/ 2117557 h 2358188"/>
                        <a:gd name="connsiteX5" fmla="*/ 2049331 w 2289962"/>
                        <a:gd name="connsiteY5" fmla="*/ 0 h 2358188"/>
                        <a:gd name="connsiteX6" fmla="*/ 2289962 w 2289962"/>
                        <a:gd name="connsiteY6" fmla="*/ 0 h 2358188"/>
                        <a:gd name="connsiteX7" fmla="*/ 2289962 w 2289962"/>
                        <a:gd name="connsiteY7" fmla="*/ 2281188 h 2358188"/>
                        <a:gd name="connsiteX8" fmla="*/ 2289962 w 2289962"/>
                        <a:gd name="connsiteY8" fmla="*/ 2281188 h 2358188"/>
                        <a:gd name="connsiteX9" fmla="*/ 2289962 w 2289962"/>
                        <a:gd name="connsiteY9" fmla="*/ 2358188 h 2358188"/>
                        <a:gd name="connsiteX10" fmla="*/ 240631 w 2289962"/>
                        <a:gd name="connsiteY10" fmla="*/ 2358188 h 2358188"/>
                        <a:gd name="connsiteX11" fmla="*/ 240631 w 2289962"/>
                        <a:gd name="connsiteY11" fmla="*/ 2358188 h 23581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2289962" h="2358188">
                          <a:moveTo>
                            <a:pt x="0" y="2358188"/>
                          </a:moveTo>
                          <a:lnTo>
                            <a:pt x="0" y="77000"/>
                          </a:lnTo>
                          <a:lnTo>
                            <a:pt x="240631" y="77000"/>
                          </a:lnTo>
                          <a:lnTo>
                            <a:pt x="240631" y="2117557"/>
                          </a:lnTo>
                          <a:lnTo>
                            <a:pt x="2049331" y="2117557"/>
                          </a:lnTo>
                          <a:lnTo>
                            <a:pt x="2049331" y="0"/>
                          </a:lnTo>
                          <a:lnTo>
                            <a:pt x="2289962" y="0"/>
                          </a:lnTo>
                          <a:lnTo>
                            <a:pt x="2289962" y="2281188"/>
                          </a:lnTo>
                          <a:lnTo>
                            <a:pt x="2289962" y="2281188"/>
                          </a:lnTo>
                          <a:lnTo>
                            <a:pt x="2289962" y="2358188"/>
                          </a:lnTo>
                          <a:lnTo>
                            <a:pt x="240631" y="2358188"/>
                          </a:lnTo>
                          <a:lnTo>
                            <a:pt x="240631" y="2358188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</p:grpSp>
      <p:sp>
        <p:nvSpPr>
          <p:cNvPr id="30" name="Rectángulo 29">
            <a:hlinkClick r:id="" action="ppaction://hlinkshowjump?jump=nextslide"/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CE5E5291-B80E-46D7-AB0A-7F582AD8787C}"/>
              </a:ext>
            </a:extLst>
          </p:cNvPr>
          <p:cNvSpPr/>
          <p:nvPr/>
        </p:nvSpPr>
        <p:spPr>
          <a:xfrm rot="5400000">
            <a:off x="1156468" y="2074843"/>
            <a:ext cx="240631" cy="1337712"/>
          </a:xfrm>
          <a:prstGeom prst="rect">
            <a:avLst/>
          </a:prstGeom>
          <a:solidFill>
            <a:schemeClr val="bg1">
              <a:lumMod val="85000"/>
            </a:schemeClr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1B539793-96C2-4823-AE02-4996F8D42FBB}"/>
              </a:ext>
            </a:extLst>
          </p:cNvPr>
          <p:cNvGrpSpPr/>
          <p:nvPr/>
        </p:nvGrpSpPr>
        <p:grpSpPr>
          <a:xfrm>
            <a:off x="4386188" y="5160547"/>
            <a:ext cx="4095612" cy="4291327"/>
            <a:chOff x="-6445428" y="-1028566"/>
            <a:chExt cx="4764000" cy="4991655"/>
          </a:xfrm>
        </p:grpSpPr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A6EF4F6D-C41A-432A-90F9-AE9815DA4465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2AB0D3AA-350D-412E-8E11-CDD9FB2F1ADE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5EFCF125-2FFF-469A-A80B-73F258132242}"/>
              </a:ext>
            </a:extLst>
          </p:cNvPr>
          <p:cNvGrpSpPr/>
          <p:nvPr/>
        </p:nvGrpSpPr>
        <p:grpSpPr>
          <a:xfrm>
            <a:off x="7089823" y="4861786"/>
            <a:ext cx="4095612" cy="4291327"/>
            <a:chOff x="-6445428" y="-1028566"/>
            <a:chExt cx="4764000" cy="4991655"/>
          </a:xfrm>
        </p:grpSpPr>
        <p:sp>
          <p:nvSpPr>
            <p:cNvPr id="36" name="Forma libre: forma 35">
              <a:hlinkHover r:id="rId2" action="ppaction://hlinksldjump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E30E4050-7155-4C81-8369-BDBE542E54C8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51EC5CC3-E573-4CC7-9A76-1FB933FE0298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C1348CF7-B588-46B1-AF99-624732E308FC}"/>
              </a:ext>
            </a:extLst>
          </p:cNvPr>
          <p:cNvGrpSpPr/>
          <p:nvPr/>
        </p:nvGrpSpPr>
        <p:grpSpPr>
          <a:xfrm>
            <a:off x="10045833" y="4810235"/>
            <a:ext cx="4095612" cy="4291327"/>
            <a:chOff x="-6445428" y="-1028566"/>
            <a:chExt cx="4764000" cy="4991655"/>
          </a:xfrm>
        </p:grpSpPr>
        <p:sp>
          <p:nvSpPr>
            <p:cNvPr id="40" name="Forma libre: forma 39">
              <a:hlinkHover r:id="rId2" action="ppaction://hlinksldjump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18525B56-6242-47A8-AE8B-7EF076FC3A19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03884F40-BDFD-46A1-BE6A-99C78ADE3CA8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2D956AE6-1A3A-4760-B5F3-CA0E57B71219}"/>
              </a:ext>
            </a:extLst>
          </p:cNvPr>
          <p:cNvGrpSpPr/>
          <p:nvPr/>
        </p:nvGrpSpPr>
        <p:grpSpPr>
          <a:xfrm>
            <a:off x="9905832" y="-2242535"/>
            <a:ext cx="4095612" cy="4291327"/>
            <a:chOff x="-6445428" y="-1028566"/>
            <a:chExt cx="4764000" cy="4991655"/>
          </a:xfrm>
        </p:grpSpPr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C4AA5156-B958-4637-865A-676912491B3D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A73A21A7-B7FD-4B8B-A637-FDC843A791C9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47" name="Forma libre: forma 46">
            <a:extLst>
              <a:ext uri="{FF2B5EF4-FFF2-40B4-BE49-F238E27FC236}">
                <a16:creationId xmlns:a16="http://schemas.microsoft.com/office/drawing/2014/main" id="{C4D69EE5-5B66-4958-B31A-6FFD12A78734}"/>
              </a:ext>
            </a:extLst>
          </p:cNvPr>
          <p:cNvSpPr/>
          <p:nvPr/>
        </p:nvSpPr>
        <p:spPr>
          <a:xfrm rot="9631244">
            <a:off x="9905832" y="-2242536"/>
            <a:ext cx="4010883" cy="4092951"/>
          </a:xfrm>
          <a:custGeom>
            <a:avLst/>
            <a:gdLst>
              <a:gd name="connsiteX0" fmla="*/ 1490123 w 4010883"/>
              <a:gd name="connsiteY0" fmla="*/ 4092951 h 4092951"/>
              <a:gd name="connsiteX1" fmla="*/ 1606393 w 4010883"/>
              <a:gd name="connsiteY1" fmla="*/ 3638036 h 4092951"/>
              <a:gd name="connsiteX2" fmla="*/ 1741829 w 4010883"/>
              <a:gd name="connsiteY2" fmla="*/ 3108136 h 4092951"/>
              <a:gd name="connsiteX3" fmla="*/ 1873432 w 4010883"/>
              <a:gd name="connsiteY3" fmla="*/ 2593232 h 4092951"/>
              <a:gd name="connsiteX4" fmla="*/ 1818081 w 4010883"/>
              <a:gd name="connsiteY4" fmla="*/ 2555059 h 4092951"/>
              <a:gd name="connsiteX5" fmla="*/ 1762932 w 4010883"/>
              <a:gd name="connsiteY5" fmla="*/ 2508358 h 4092951"/>
              <a:gd name="connsiteX6" fmla="*/ 1676570 w 4010883"/>
              <a:gd name="connsiteY6" fmla="*/ 2381348 h 4092951"/>
              <a:gd name="connsiteX7" fmla="*/ 1657757 w 4010883"/>
              <a:gd name="connsiteY7" fmla="*/ 2277391 h 4092951"/>
              <a:gd name="connsiteX8" fmla="*/ 1647994 w 4010883"/>
              <a:gd name="connsiteY8" fmla="*/ 2191328 h 4092951"/>
              <a:gd name="connsiteX9" fmla="*/ 1098663 w 4010883"/>
              <a:gd name="connsiteY9" fmla="*/ 2125335 h 4092951"/>
              <a:gd name="connsiteX10" fmla="*/ 516371 w 4010883"/>
              <a:gd name="connsiteY10" fmla="*/ 2055382 h 4092951"/>
              <a:gd name="connsiteX11" fmla="*/ 0 w 4010883"/>
              <a:gd name="connsiteY11" fmla="*/ 1993349 h 4092951"/>
              <a:gd name="connsiteX12" fmla="*/ 535971 w 4010883"/>
              <a:gd name="connsiteY12" fmla="*/ 1966457 h 4092951"/>
              <a:gd name="connsiteX13" fmla="*/ 1121672 w 4010883"/>
              <a:gd name="connsiteY13" fmla="*/ 1937069 h 4092951"/>
              <a:gd name="connsiteX14" fmla="*/ 1657643 w 4010883"/>
              <a:gd name="connsiteY14" fmla="*/ 1910177 h 4092951"/>
              <a:gd name="connsiteX15" fmla="*/ 1658626 w 4010883"/>
              <a:gd name="connsiteY15" fmla="*/ 1905787 h 4092951"/>
              <a:gd name="connsiteX16" fmla="*/ 1681268 w 4010883"/>
              <a:gd name="connsiteY16" fmla="*/ 1853390 h 4092951"/>
              <a:gd name="connsiteX17" fmla="*/ 1706648 w 4010883"/>
              <a:gd name="connsiteY17" fmla="*/ 1804684 h 4092951"/>
              <a:gd name="connsiteX18" fmla="*/ 1687628 w 4010883"/>
              <a:gd name="connsiteY18" fmla="*/ 1792063 h 4092951"/>
              <a:gd name="connsiteX19" fmla="*/ 1484137 w 4010883"/>
              <a:gd name="connsiteY19" fmla="*/ 1679514 h 4092951"/>
              <a:gd name="connsiteX20" fmla="*/ 1472884 w 4010883"/>
              <a:gd name="connsiteY20" fmla="*/ 1531733 h 4092951"/>
              <a:gd name="connsiteX21" fmla="*/ 1697924 w 4010883"/>
              <a:gd name="connsiteY21" fmla="*/ 1520366 h 4092951"/>
              <a:gd name="connsiteX22" fmla="*/ 1799190 w 4010883"/>
              <a:gd name="connsiteY22" fmla="*/ 1497630 h 4092951"/>
              <a:gd name="connsiteX23" fmla="*/ 1810443 w 4010883"/>
              <a:gd name="connsiteY23" fmla="*/ 1440792 h 4092951"/>
              <a:gd name="connsiteX24" fmla="*/ 1787939 w 4010883"/>
              <a:gd name="connsiteY24" fmla="*/ 1179333 h 4092951"/>
              <a:gd name="connsiteX25" fmla="*/ 1812511 w 4010883"/>
              <a:gd name="connsiteY25" fmla="*/ 1164951 h 4092951"/>
              <a:gd name="connsiteX26" fmla="*/ 1680121 w 4010883"/>
              <a:gd name="connsiteY26" fmla="*/ 559176 h 4092951"/>
              <a:gd name="connsiteX27" fmla="*/ 1557915 w 4010883"/>
              <a:gd name="connsiteY27" fmla="*/ 0 h 4092951"/>
              <a:gd name="connsiteX28" fmla="*/ 1803793 w 4010883"/>
              <a:gd name="connsiteY28" fmla="*/ 596835 h 4092951"/>
              <a:gd name="connsiteX29" fmla="*/ 2030758 w 4010883"/>
              <a:gd name="connsiteY29" fmla="*/ 1147759 h 4092951"/>
              <a:gd name="connsiteX30" fmla="*/ 2071087 w 4010883"/>
              <a:gd name="connsiteY30" fmla="*/ 1152174 h 4092951"/>
              <a:gd name="connsiteX31" fmla="*/ 2170505 w 4010883"/>
              <a:gd name="connsiteY31" fmla="*/ 1156598 h 4092951"/>
              <a:gd name="connsiteX32" fmla="*/ 2260599 w 4010883"/>
              <a:gd name="connsiteY32" fmla="*/ 1158064 h 4092951"/>
              <a:gd name="connsiteX33" fmla="*/ 2283763 w 4010883"/>
              <a:gd name="connsiteY33" fmla="*/ 1137111 h 4092951"/>
              <a:gd name="connsiteX34" fmla="*/ 2290319 w 4010883"/>
              <a:gd name="connsiteY34" fmla="*/ 1154952 h 4092951"/>
              <a:gd name="connsiteX35" fmla="*/ 2289882 w 4010883"/>
              <a:gd name="connsiteY35" fmla="*/ 1158540 h 4092951"/>
              <a:gd name="connsiteX36" fmla="*/ 2313087 w 4010883"/>
              <a:gd name="connsiteY36" fmla="*/ 1158918 h 4092951"/>
              <a:gd name="connsiteX37" fmla="*/ 2710598 w 4010883"/>
              <a:gd name="connsiteY37" fmla="*/ 1224805 h 4092951"/>
              <a:gd name="connsiteX38" fmla="*/ 2834370 w 4010883"/>
              <a:gd name="connsiteY38" fmla="*/ 1315747 h 4092951"/>
              <a:gd name="connsiteX39" fmla="*/ 2914180 w 4010883"/>
              <a:gd name="connsiteY39" fmla="*/ 1466857 h 4092951"/>
              <a:gd name="connsiteX40" fmla="*/ 3440597 w 4010883"/>
              <a:gd name="connsiteY40" fmla="*/ 1179234 h 4092951"/>
              <a:gd name="connsiteX41" fmla="*/ 4010883 w 4010883"/>
              <a:gd name="connsiteY41" fmla="*/ 867642 h 4092951"/>
              <a:gd name="connsiteX42" fmla="*/ 3534154 w 4010883"/>
              <a:gd name="connsiteY42" fmla="*/ 1249759 h 4092951"/>
              <a:gd name="connsiteX43" fmla="*/ 2996566 w 4010883"/>
              <a:gd name="connsiteY43" fmla="*/ 1680657 h 4092951"/>
              <a:gd name="connsiteX44" fmla="*/ 3003150 w 4010883"/>
              <a:gd name="connsiteY44" fmla="*/ 1702250 h 4092951"/>
              <a:gd name="connsiteX45" fmla="*/ 2991897 w 4010883"/>
              <a:gd name="connsiteY45" fmla="*/ 1929604 h 4092951"/>
              <a:gd name="connsiteX46" fmla="*/ 2915910 w 4010883"/>
              <a:gd name="connsiteY46" fmla="*/ 2171429 h 4092951"/>
              <a:gd name="connsiteX47" fmla="*/ 2881506 w 4010883"/>
              <a:gd name="connsiteY47" fmla="*/ 2268670 h 4092951"/>
              <a:gd name="connsiteX48" fmla="*/ 2907659 w 4010883"/>
              <a:gd name="connsiteY48" fmla="*/ 2303699 h 4092951"/>
              <a:gd name="connsiteX49" fmla="*/ 3070824 w 4010883"/>
              <a:gd name="connsiteY49" fmla="*/ 2488659 h 4092951"/>
              <a:gd name="connsiteX50" fmla="*/ 3049427 w 4010883"/>
              <a:gd name="connsiteY50" fmla="*/ 2549219 h 4092951"/>
              <a:gd name="connsiteX51" fmla="*/ 3044788 w 4010883"/>
              <a:gd name="connsiteY51" fmla="*/ 2569999 h 4092951"/>
              <a:gd name="connsiteX52" fmla="*/ 3488403 w 4010883"/>
              <a:gd name="connsiteY52" fmla="*/ 2967067 h 4092951"/>
              <a:gd name="connsiteX53" fmla="*/ 3968986 w 4010883"/>
              <a:gd name="connsiteY53" fmla="*/ 3397225 h 4092951"/>
              <a:gd name="connsiteX54" fmla="*/ 3577446 w 4010883"/>
              <a:gd name="connsiteY54" fmla="*/ 3151534 h 4092951"/>
              <a:gd name="connsiteX55" fmla="*/ 3173409 w 4010883"/>
              <a:gd name="connsiteY55" fmla="*/ 2898002 h 4092951"/>
              <a:gd name="connsiteX56" fmla="*/ 2719389 w 4010883"/>
              <a:gd name="connsiteY56" fmla="*/ 2613105 h 4092951"/>
              <a:gd name="connsiteX57" fmla="*/ 2712206 w 4010883"/>
              <a:gd name="connsiteY57" fmla="*/ 2626568 h 4092951"/>
              <a:gd name="connsiteX58" fmla="*/ 2676843 w 4010883"/>
              <a:gd name="connsiteY58" fmla="*/ 2691244 h 4092951"/>
              <a:gd name="connsiteX59" fmla="*/ 2673357 w 4010883"/>
              <a:gd name="connsiteY59" fmla="*/ 2694694 h 4092951"/>
              <a:gd name="connsiteX60" fmla="*/ 2673255 w 4010883"/>
              <a:gd name="connsiteY60" fmla="*/ 2694624 h 4092951"/>
              <a:gd name="connsiteX61" fmla="*/ 2671622 w 4010883"/>
              <a:gd name="connsiteY61" fmla="*/ 2752691 h 4092951"/>
              <a:gd name="connsiteX62" fmla="*/ 2617617 w 4010883"/>
              <a:gd name="connsiteY62" fmla="*/ 2858902 h 4092951"/>
              <a:gd name="connsiteX63" fmla="*/ 2249367 w 4010883"/>
              <a:gd name="connsiteY63" fmla="*/ 2752764 h 4092951"/>
              <a:gd name="connsiteX64" fmla="*/ 2125447 w 4010883"/>
              <a:gd name="connsiteY64" fmla="*/ 2706650 h 4092951"/>
              <a:gd name="connsiteX65" fmla="*/ 1900966 w 4010883"/>
              <a:gd name="connsiteY65" fmla="*/ 3196476 h 4092951"/>
              <a:gd name="connsiteX66" fmla="*/ 1682838 w 4010883"/>
              <a:gd name="connsiteY66" fmla="*/ 3672440 h 4092951"/>
              <a:gd name="connsiteX67" fmla="*/ 1490123 w 4010883"/>
              <a:gd name="connsiteY67" fmla="*/ 4092951 h 409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010883" h="4092951" fill="none" extrusionOk="0">
                <a:moveTo>
                  <a:pt x="1490123" y="4092951"/>
                </a:moveTo>
                <a:cubicBezTo>
                  <a:pt x="1546062" y="3966245"/>
                  <a:pt x="1585154" y="3731723"/>
                  <a:pt x="1606393" y="3638036"/>
                </a:cubicBezTo>
                <a:cubicBezTo>
                  <a:pt x="1627632" y="3544349"/>
                  <a:pt x="1672194" y="3276720"/>
                  <a:pt x="1741829" y="3108136"/>
                </a:cubicBezTo>
                <a:cubicBezTo>
                  <a:pt x="1811464" y="2939552"/>
                  <a:pt x="1843730" y="2722241"/>
                  <a:pt x="1873432" y="2593232"/>
                </a:cubicBezTo>
                <a:cubicBezTo>
                  <a:pt x="1861129" y="2584560"/>
                  <a:pt x="1846644" y="2570980"/>
                  <a:pt x="1818081" y="2555059"/>
                </a:cubicBezTo>
                <a:cubicBezTo>
                  <a:pt x="1795241" y="2543478"/>
                  <a:pt x="1780646" y="2526575"/>
                  <a:pt x="1762932" y="2508358"/>
                </a:cubicBezTo>
                <a:cubicBezTo>
                  <a:pt x="1719016" y="2465439"/>
                  <a:pt x="1698649" y="2434099"/>
                  <a:pt x="1676570" y="2381348"/>
                </a:cubicBezTo>
                <a:cubicBezTo>
                  <a:pt x="1676149" y="2342708"/>
                  <a:pt x="1658467" y="2306487"/>
                  <a:pt x="1657757" y="2277391"/>
                </a:cubicBezTo>
                <a:cubicBezTo>
                  <a:pt x="1656023" y="2258320"/>
                  <a:pt x="1648570" y="2216875"/>
                  <a:pt x="1647994" y="2191328"/>
                </a:cubicBezTo>
                <a:cubicBezTo>
                  <a:pt x="1420126" y="2153741"/>
                  <a:pt x="1208054" y="2158817"/>
                  <a:pt x="1098663" y="2125335"/>
                </a:cubicBezTo>
                <a:cubicBezTo>
                  <a:pt x="989272" y="2091853"/>
                  <a:pt x="777923" y="2078993"/>
                  <a:pt x="516371" y="2055382"/>
                </a:cubicBezTo>
                <a:cubicBezTo>
                  <a:pt x="254819" y="2031771"/>
                  <a:pt x="253156" y="2033638"/>
                  <a:pt x="0" y="1993349"/>
                </a:cubicBezTo>
                <a:cubicBezTo>
                  <a:pt x="131086" y="2000060"/>
                  <a:pt x="379146" y="1994928"/>
                  <a:pt x="535971" y="1966457"/>
                </a:cubicBezTo>
                <a:cubicBezTo>
                  <a:pt x="692796" y="1937986"/>
                  <a:pt x="963589" y="1929286"/>
                  <a:pt x="1121672" y="1937069"/>
                </a:cubicBezTo>
                <a:cubicBezTo>
                  <a:pt x="1279755" y="1944853"/>
                  <a:pt x="1535800" y="1912413"/>
                  <a:pt x="1657643" y="1910177"/>
                </a:cubicBezTo>
                <a:cubicBezTo>
                  <a:pt x="1657810" y="1909267"/>
                  <a:pt x="1658237" y="1907773"/>
                  <a:pt x="1658626" y="1905787"/>
                </a:cubicBezTo>
                <a:cubicBezTo>
                  <a:pt x="1663642" y="1887986"/>
                  <a:pt x="1674551" y="1868624"/>
                  <a:pt x="1681268" y="1853390"/>
                </a:cubicBezTo>
                <a:cubicBezTo>
                  <a:pt x="1690589" y="1837933"/>
                  <a:pt x="1695947" y="1820375"/>
                  <a:pt x="1706648" y="1804684"/>
                </a:cubicBezTo>
                <a:cubicBezTo>
                  <a:pt x="1696961" y="1799173"/>
                  <a:pt x="1692467" y="1796208"/>
                  <a:pt x="1687628" y="1792063"/>
                </a:cubicBezTo>
                <a:cubicBezTo>
                  <a:pt x="1633721" y="1774951"/>
                  <a:pt x="1588384" y="1725878"/>
                  <a:pt x="1484137" y="1679514"/>
                </a:cubicBezTo>
                <a:cubicBezTo>
                  <a:pt x="1483129" y="1657139"/>
                  <a:pt x="1495918" y="1681928"/>
                  <a:pt x="1472884" y="1531733"/>
                </a:cubicBezTo>
                <a:cubicBezTo>
                  <a:pt x="1545635" y="1528263"/>
                  <a:pt x="1613048" y="1525065"/>
                  <a:pt x="1697924" y="1520366"/>
                </a:cubicBezTo>
                <a:cubicBezTo>
                  <a:pt x="1731585" y="1508680"/>
                  <a:pt x="1770231" y="1524705"/>
                  <a:pt x="1799190" y="1497630"/>
                </a:cubicBezTo>
                <a:cubicBezTo>
                  <a:pt x="1813583" y="1488155"/>
                  <a:pt x="1812024" y="1461702"/>
                  <a:pt x="1810443" y="1440792"/>
                </a:cubicBezTo>
                <a:cubicBezTo>
                  <a:pt x="1797792" y="1352069"/>
                  <a:pt x="1715324" y="1236771"/>
                  <a:pt x="1787939" y="1179333"/>
                </a:cubicBezTo>
                <a:cubicBezTo>
                  <a:pt x="1797084" y="1175468"/>
                  <a:pt x="1801503" y="1170987"/>
                  <a:pt x="1812511" y="1164951"/>
                </a:cubicBezTo>
                <a:cubicBezTo>
                  <a:pt x="1771865" y="866952"/>
                  <a:pt x="1709859" y="727491"/>
                  <a:pt x="1680121" y="559176"/>
                </a:cubicBezTo>
                <a:cubicBezTo>
                  <a:pt x="1650383" y="390861"/>
                  <a:pt x="1583323" y="136183"/>
                  <a:pt x="1557915" y="0"/>
                </a:cubicBezTo>
                <a:cubicBezTo>
                  <a:pt x="1665448" y="250801"/>
                  <a:pt x="1731342" y="461990"/>
                  <a:pt x="1803793" y="596835"/>
                </a:cubicBezTo>
                <a:cubicBezTo>
                  <a:pt x="1876245" y="731680"/>
                  <a:pt x="1981958" y="1022682"/>
                  <a:pt x="2030758" y="1147759"/>
                </a:cubicBezTo>
                <a:cubicBezTo>
                  <a:pt x="2050989" y="1148353"/>
                  <a:pt x="2053303" y="1149719"/>
                  <a:pt x="2071087" y="1152174"/>
                </a:cubicBezTo>
                <a:cubicBezTo>
                  <a:pt x="2104145" y="1156332"/>
                  <a:pt x="2140805" y="1160612"/>
                  <a:pt x="2170505" y="1156598"/>
                </a:cubicBezTo>
                <a:cubicBezTo>
                  <a:pt x="2210556" y="1158184"/>
                  <a:pt x="2218135" y="1157494"/>
                  <a:pt x="2260599" y="1158064"/>
                </a:cubicBezTo>
                <a:cubicBezTo>
                  <a:pt x="2271276" y="1147578"/>
                  <a:pt x="2272749" y="1145548"/>
                  <a:pt x="2283763" y="1137111"/>
                </a:cubicBezTo>
                <a:cubicBezTo>
                  <a:pt x="2292797" y="1132172"/>
                  <a:pt x="2290292" y="1140182"/>
                  <a:pt x="2290319" y="1154952"/>
                </a:cubicBezTo>
                <a:cubicBezTo>
                  <a:pt x="2290255" y="1156076"/>
                  <a:pt x="2289775" y="1157247"/>
                  <a:pt x="2289882" y="1158540"/>
                </a:cubicBezTo>
                <a:cubicBezTo>
                  <a:pt x="2295457" y="1158073"/>
                  <a:pt x="2301856" y="1159521"/>
                  <a:pt x="2313087" y="1158918"/>
                </a:cubicBezTo>
                <a:cubicBezTo>
                  <a:pt x="2440347" y="1152986"/>
                  <a:pt x="2572942" y="1191015"/>
                  <a:pt x="2710598" y="1224805"/>
                </a:cubicBezTo>
                <a:cubicBezTo>
                  <a:pt x="2761934" y="1234023"/>
                  <a:pt x="2814890" y="1263867"/>
                  <a:pt x="2834370" y="1315747"/>
                </a:cubicBezTo>
                <a:cubicBezTo>
                  <a:pt x="2874852" y="1382793"/>
                  <a:pt x="2898546" y="1425183"/>
                  <a:pt x="2914180" y="1466857"/>
                </a:cubicBezTo>
                <a:cubicBezTo>
                  <a:pt x="3179320" y="1350015"/>
                  <a:pt x="3292661" y="1243190"/>
                  <a:pt x="3440597" y="1179234"/>
                </a:cubicBezTo>
                <a:cubicBezTo>
                  <a:pt x="3588533" y="1115278"/>
                  <a:pt x="3755503" y="987521"/>
                  <a:pt x="4010883" y="867642"/>
                </a:cubicBezTo>
                <a:cubicBezTo>
                  <a:pt x="3816688" y="1034964"/>
                  <a:pt x="3739169" y="1094799"/>
                  <a:pt x="3534154" y="1249759"/>
                </a:cubicBezTo>
                <a:cubicBezTo>
                  <a:pt x="3329139" y="1404719"/>
                  <a:pt x="3218458" y="1482924"/>
                  <a:pt x="2996566" y="1680657"/>
                </a:cubicBezTo>
                <a:cubicBezTo>
                  <a:pt x="2997333" y="1685656"/>
                  <a:pt x="3002764" y="1697525"/>
                  <a:pt x="3003150" y="1702250"/>
                </a:cubicBezTo>
                <a:cubicBezTo>
                  <a:pt x="3027099" y="1762260"/>
                  <a:pt x="3000136" y="1859703"/>
                  <a:pt x="2991897" y="1929604"/>
                </a:cubicBezTo>
                <a:cubicBezTo>
                  <a:pt x="2969254" y="2017987"/>
                  <a:pt x="2949002" y="2107352"/>
                  <a:pt x="2915910" y="2171429"/>
                </a:cubicBezTo>
                <a:cubicBezTo>
                  <a:pt x="2901300" y="2200978"/>
                  <a:pt x="2902051" y="2224380"/>
                  <a:pt x="2881506" y="2268670"/>
                </a:cubicBezTo>
                <a:cubicBezTo>
                  <a:pt x="2893278" y="2285890"/>
                  <a:pt x="2898243" y="2288735"/>
                  <a:pt x="2907659" y="2303699"/>
                </a:cubicBezTo>
                <a:cubicBezTo>
                  <a:pt x="2931366" y="2347674"/>
                  <a:pt x="2982216" y="2389261"/>
                  <a:pt x="3070824" y="2488659"/>
                </a:cubicBezTo>
                <a:cubicBezTo>
                  <a:pt x="3065705" y="2504185"/>
                  <a:pt x="3065439" y="2491790"/>
                  <a:pt x="3049427" y="2549219"/>
                </a:cubicBezTo>
                <a:cubicBezTo>
                  <a:pt x="3047182" y="2557728"/>
                  <a:pt x="3046487" y="2565778"/>
                  <a:pt x="3044788" y="2569999"/>
                </a:cubicBezTo>
                <a:cubicBezTo>
                  <a:pt x="3153138" y="2669119"/>
                  <a:pt x="3383913" y="2847116"/>
                  <a:pt x="3488403" y="2967067"/>
                </a:cubicBezTo>
                <a:cubicBezTo>
                  <a:pt x="3592893" y="3087018"/>
                  <a:pt x="3769211" y="3211642"/>
                  <a:pt x="3968986" y="3397225"/>
                </a:cubicBezTo>
                <a:cubicBezTo>
                  <a:pt x="3800724" y="3292876"/>
                  <a:pt x="3675636" y="3230182"/>
                  <a:pt x="3577446" y="3151534"/>
                </a:cubicBezTo>
                <a:cubicBezTo>
                  <a:pt x="3479256" y="3072887"/>
                  <a:pt x="3286279" y="2945679"/>
                  <a:pt x="3173409" y="2898002"/>
                </a:cubicBezTo>
                <a:cubicBezTo>
                  <a:pt x="3060539" y="2850325"/>
                  <a:pt x="2925699" y="2752217"/>
                  <a:pt x="2719389" y="2613105"/>
                </a:cubicBezTo>
                <a:cubicBezTo>
                  <a:pt x="2715211" y="2619410"/>
                  <a:pt x="2714679" y="2621264"/>
                  <a:pt x="2712206" y="2626568"/>
                </a:cubicBezTo>
                <a:cubicBezTo>
                  <a:pt x="2698597" y="2645556"/>
                  <a:pt x="2686580" y="2664089"/>
                  <a:pt x="2676843" y="2691244"/>
                </a:cubicBezTo>
                <a:cubicBezTo>
                  <a:pt x="2675476" y="2693468"/>
                  <a:pt x="2674366" y="2694720"/>
                  <a:pt x="2673357" y="2694694"/>
                </a:cubicBezTo>
                <a:cubicBezTo>
                  <a:pt x="2673322" y="2694677"/>
                  <a:pt x="2673299" y="2694661"/>
                  <a:pt x="2673255" y="2694624"/>
                </a:cubicBezTo>
                <a:cubicBezTo>
                  <a:pt x="2672512" y="2709705"/>
                  <a:pt x="2669093" y="2731802"/>
                  <a:pt x="2671622" y="2752691"/>
                </a:cubicBezTo>
                <a:cubicBezTo>
                  <a:pt x="2664848" y="2799290"/>
                  <a:pt x="2662883" y="2847044"/>
                  <a:pt x="2617617" y="2858902"/>
                </a:cubicBezTo>
                <a:cubicBezTo>
                  <a:pt x="2488139" y="2899756"/>
                  <a:pt x="2369986" y="2790544"/>
                  <a:pt x="2249367" y="2752764"/>
                </a:cubicBezTo>
                <a:cubicBezTo>
                  <a:pt x="2198768" y="2736320"/>
                  <a:pt x="2154897" y="2719858"/>
                  <a:pt x="2125447" y="2706650"/>
                </a:cubicBezTo>
                <a:cubicBezTo>
                  <a:pt x="2062539" y="2836395"/>
                  <a:pt x="1981038" y="2986997"/>
                  <a:pt x="1900966" y="3196476"/>
                </a:cubicBezTo>
                <a:cubicBezTo>
                  <a:pt x="1820894" y="3405955"/>
                  <a:pt x="1763167" y="3484841"/>
                  <a:pt x="1682838" y="3672440"/>
                </a:cubicBezTo>
                <a:cubicBezTo>
                  <a:pt x="1602509" y="3860038"/>
                  <a:pt x="1583488" y="3927757"/>
                  <a:pt x="1490123" y="4092951"/>
                </a:cubicBezTo>
                <a:close/>
              </a:path>
              <a:path w="4010883" h="4092951" stroke="0" extrusionOk="0">
                <a:moveTo>
                  <a:pt x="1490123" y="4092951"/>
                </a:moveTo>
                <a:cubicBezTo>
                  <a:pt x="1541258" y="3914482"/>
                  <a:pt x="1590902" y="3734126"/>
                  <a:pt x="1621726" y="3578047"/>
                </a:cubicBezTo>
                <a:cubicBezTo>
                  <a:pt x="1652550" y="3421968"/>
                  <a:pt x="1701733" y="3337622"/>
                  <a:pt x="1741829" y="3108136"/>
                </a:cubicBezTo>
                <a:cubicBezTo>
                  <a:pt x="1781925" y="2878650"/>
                  <a:pt x="1828655" y="2726693"/>
                  <a:pt x="1873432" y="2593232"/>
                </a:cubicBezTo>
                <a:cubicBezTo>
                  <a:pt x="1856281" y="2582702"/>
                  <a:pt x="1834458" y="2567100"/>
                  <a:pt x="1818081" y="2555059"/>
                </a:cubicBezTo>
                <a:cubicBezTo>
                  <a:pt x="1800656" y="2543326"/>
                  <a:pt x="1781033" y="2521658"/>
                  <a:pt x="1762932" y="2508358"/>
                </a:cubicBezTo>
                <a:cubicBezTo>
                  <a:pt x="1724099" y="2484227"/>
                  <a:pt x="1686701" y="2423213"/>
                  <a:pt x="1676570" y="2381348"/>
                </a:cubicBezTo>
                <a:cubicBezTo>
                  <a:pt x="1677375" y="2346738"/>
                  <a:pt x="1655367" y="2307837"/>
                  <a:pt x="1657757" y="2277391"/>
                </a:cubicBezTo>
                <a:cubicBezTo>
                  <a:pt x="1659213" y="2253595"/>
                  <a:pt x="1654463" y="2223796"/>
                  <a:pt x="1647994" y="2191328"/>
                </a:cubicBezTo>
                <a:cubicBezTo>
                  <a:pt x="1457971" y="2142105"/>
                  <a:pt x="1230111" y="2132466"/>
                  <a:pt x="1082183" y="2123355"/>
                </a:cubicBezTo>
                <a:cubicBezTo>
                  <a:pt x="934255" y="2114244"/>
                  <a:pt x="767904" y="2082538"/>
                  <a:pt x="582291" y="2063302"/>
                </a:cubicBezTo>
                <a:cubicBezTo>
                  <a:pt x="396679" y="2044065"/>
                  <a:pt x="254341" y="2004216"/>
                  <a:pt x="0" y="1993349"/>
                </a:cubicBezTo>
                <a:cubicBezTo>
                  <a:pt x="175401" y="2003810"/>
                  <a:pt x="287808" y="1970837"/>
                  <a:pt x="519395" y="1967288"/>
                </a:cubicBezTo>
                <a:cubicBezTo>
                  <a:pt x="750983" y="1963739"/>
                  <a:pt x="856043" y="1924677"/>
                  <a:pt x="1055366" y="1940396"/>
                </a:cubicBezTo>
                <a:cubicBezTo>
                  <a:pt x="1254689" y="1956115"/>
                  <a:pt x="1449008" y="1928264"/>
                  <a:pt x="1657643" y="1910177"/>
                </a:cubicBezTo>
                <a:cubicBezTo>
                  <a:pt x="1657948" y="1908187"/>
                  <a:pt x="1658424" y="1906718"/>
                  <a:pt x="1658626" y="1905787"/>
                </a:cubicBezTo>
                <a:cubicBezTo>
                  <a:pt x="1664540" y="1887566"/>
                  <a:pt x="1669429" y="1873389"/>
                  <a:pt x="1681268" y="1853390"/>
                </a:cubicBezTo>
                <a:cubicBezTo>
                  <a:pt x="1693987" y="1832478"/>
                  <a:pt x="1699863" y="1817487"/>
                  <a:pt x="1706648" y="1804684"/>
                </a:cubicBezTo>
                <a:cubicBezTo>
                  <a:pt x="1700449" y="1801635"/>
                  <a:pt x="1692803" y="1796496"/>
                  <a:pt x="1687628" y="1792063"/>
                </a:cubicBezTo>
                <a:cubicBezTo>
                  <a:pt x="1647670" y="1756137"/>
                  <a:pt x="1585953" y="1738838"/>
                  <a:pt x="1484137" y="1679514"/>
                </a:cubicBezTo>
                <a:cubicBezTo>
                  <a:pt x="1486838" y="1651597"/>
                  <a:pt x="1498782" y="1682470"/>
                  <a:pt x="1472884" y="1531733"/>
                </a:cubicBezTo>
                <a:cubicBezTo>
                  <a:pt x="1547244" y="1526129"/>
                  <a:pt x="1625877" y="1523373"/>
                  <a:pt x="1697924" y="1520366"/>
                </a:cubicBezTo>
                <a:cubicBezTo>
                  <a:pt x="1730992" y="1524003"/>
                  <a:pt x="1771154" y="1516244"/>
                  <a:pt x="1799190" y="1497630"/>
                </a:cubicBezTo>
                <a:cubicBezTo>
                  <a:pt x="1811209" y="1487538"/>
                  <a:pt x="1812847" y="1459232"/>
                  <a:pt x="1810443" y="1440792"/>
                </a:cubicBezTo>
                <a:cubicBezTo>
                  <a:pt x="1810234" y="1367311"/>
                  <a:pt x="1729170" y="1231687"/>
                  <a:pt x="1787939" y="1179333"/>
                </a:cubicBezTo>
                <a:cubicBezTo>
                  <a:pt x="1794798" y="1176236"/>
                  <a:pt x="1803956" y="1169619"/>
                  <a:pt x="1812511" y="1164951"/>
                </a:cubicBezTo>
                <a:cubicBezTo>
                  <a:pt x="1779097" y="879212"/>
                  <a:pt x="1741980" y="757223"/>
                  <a:pt x="1687759" y="594125"/>
                </a:cubicBezTo>
                <a:cubicBezTo>
                  <a:pt x="1633538" y="431027"/>
                  <a:pt x="1649429" y="284390"/>
                  <a:pt x="1557915" y="0"/>
                </a:cubicBezTo>
                <a:cubicBezTo>
                  <a:pt x="1657489" y="192371"/>
                  <a:pt x="1743531" y="435956"/>
                  <a:pt x="1794337" y="573880"/>
                </a:cubicBezTo>
                <a:cubicBezTo>
                  <a:pt x="1845143" y="711804"/>
                  <a:pt x="1955295" y="958893"/>
                  <a:pt x="2030758" y="1147759"/>
                </a:cubicBezTo>
                <a:cubicBezTo>
                  <a:pt x="2043237" y="1149006"/>
                  <a:pt x="2051954" y="1150773"/>
                  <a:pt x="2071087" y="1152174"/>
                </a:cubicBezTo>
                <a:cubicBezTo>
                  <a:pt x="2107631" y="1158894"/>
                  <a:pt x="2138713" y="1155031"/>
                  <a:pt x="2170505" y="1156598"/>
                </a:cubicBezTo>
                <a:cubicBezTo>
                  <a:pt x="2213093" y="1158254"/>
                  <a:pt x="2224427" y="1155010"/>
                  <a:pt x="2260599" y="1158064"/>
                </a:cubicBezTo>
                <a:cubicBezTo>
                  <a:pt x="2265704" y="1152301"/>
                  <a:pt x="2277573" y="1142009"/>
                  <a:pt x="2283763" y="1137111"/>
                </a:cubicBezTo>
                <a:cubicBezTo>
                  <a:pt x="2291387" y="1129237"/>
                  <a:pt x="2292286" y="1142089"/>
                  <a:pt x="2290319" y="1154952"/>
                </a:cubicBezTo>
                <a:cubicBezTo>
                  <a:pt x="2290125" y="1156021"/>
                  <a:pt x="2290108" y="1157229"/>
                  <a:pt x="2289882" y="1158540"/>
                </a:cubicBezTo>
                <a:cubicBezTo>
                  <a:pt x="2299706" y="1157729"/>
                  <a:pt x="2303099" y="1159642"/>
                  <a:pt x="2313087" y="1158918"/>
                </a:cubicBezTo>
                <a:cubicBezTo>
                  <a:pt x="2424316" y="1149094"/>
                  <a:pt x="2573339" y="1183917"/>
                  <a:pt x="2710598" y="1224805"/>
                </a:cubicBezTo>
                <a:cubicBezTo>
                  <a:pt x="2759628" y="1242780"/>
                  <a:pt x="2812641" y="1261179"/>
                  <a:pt x="2834370" y="1315747"/>
                </a:cubicBezTo>
                <a:cubicBezTo>
                  <a:pt x="2857734" y="1365907"/>
                  <a:pt x="2896369" y="1416900"/>
                  <a:pt x="2914180" y="1466857"/>
                </a:cubicBezTo>
                <a:cubicBezTo>
                  <a:pt x="3071902" y="1403804"/>
                  <a:pt x="3185876" y="1346725"/>
                  <a:pt x="3429630" y="1185226"/>
                </a:cubicBezTo>
                <a:cubicBezTo>
                  <a:pt x="3673384" y="1023727"/>
                  <a:pt x="3724622" y="1022164"/>
                  <a:pt x="4010883" y="867642"/>
                </a:cubicBezTo>
                <a:cubicBezTo>
                  <a:pt x="3803809" y="1061586"/>
                  <a:pt x="3629185" y="1139425"/>
                  <a:pt x="3503725" y="1274150"/>
                </a:cubicBezTo>
                <a:cubicBezTo>
                  <a:pt x="3378265" y="1408875"/>
                  <a:pt x="3174343" y="1550962"/>
                  <a:pt x="2996566" y="1680657"/>
                </a:cubicBezTo>
                <a:cubicBezTo>
                  <a:pt x="2999434" y="1690084"/>
                  <a:pt x="3001021" y="1692971"/>
                  <a:pt x="3003150" y="1702250"/>
                </a:cubicBezTo>
                <a:cubicBezTo>
                  <a:pt x="3011035" y="1781514"/>
                  <a:pt x="2983622" y="1860149"/>
                  <a:pt x="2991897" y="1929604"/>
                </a:cubicBezTo>
                <a:cubicBezTo>
                  <a:pt x="2959281" y="2026938"/>
                  <a:pt x="2940971" y="2102613"/>
                  <a:pt x="2915910" y="2171429"/>
                </a:cubicBezTo>
                <a:cubicBezTo>
                  <a:pt x="2905806" y="2209335"/>
                  <a:pt x="2894267" y="2231840"/>
                  <a:pt x="2881506" y="2268670"/>
                </a:cubicBezTo>
                <a:cubicBezTo>
                  <a:pt x="2894034" y="2286520"/>
                  <a:pt x="2898786" y="2294247"/>
                  <a:pt x="2907659" y="2303699"/>
                </a:cubicBezTo>
                <a:cubicBezTo>
                  <a:pt x="2940921" y="2346044"/>
                  <a:pt x="2982361" y="2399286"/>
                  <a:pt x="3070824" y="2488659"/>
                </a:cubicBezTo>
                <a:cubicBezTo>
                  <a:pt x="3068878" y="2507877"/>
                  <a:pt x="3063501" y="2493982"/>
                  <a:pt x="3049427" y="2549219"/>
                </a:cubicBezTo>
                <a:cubicBezTo>
                  <a:pt x="3047829" y="2558372"/>
                  <a:pt x="3046240" y="2561287"/>
                  <a:pt x="3044788" y="2569999"/>
                </a:cubicBezTo>
                <a:cubicBezTo>
                  <a:pt x="3209255" y="2723196"/>
                  <a:pt x="3300418" y="2775049"/>
                  <a:pt x="3488403" y="2967067"/>
                </a:cubicBezTo>
                <a:cubicBezTo>
                  <a:pt x="3676387" y="3159085"/>
                  <a:pt x="3804822" y="3277244"/>
                  <a:pt x="3968986" y="3397225"/>
                </a:cubicBezTo>
                <a:cubicBezTo>
                  <a:pt x="3857144" y="3343114"/>
                  <a:pt x="3726559" y="3221639"/>
                  <a:pt x="3589942" y="3159375"/>
                </a:cubicBezTo>
                <a:cubicBezTo>
                  <a:pt x="3453325" y="3097111"/>
                  <a:pt x="3362358" y="3018545"/>
                  <a:pt x="3210897" y="2921526"/>
                </a:cubicBezTo>
                <a:cubicBezTo>
                  <a:pt x="3059436" y="2824506"/>
                  <a:pt x="2962397" y="2759469"/>
                  <a:pt x="2719389" y="2613105"/>
                </a:cubicBezTo>
                <a:cubicBezTo>
                  <a:pt x="2718074" y="2616885"/>
                  <a:pt x="2714447" y="2622119"/>
                  <a:pt x="2712206" y="2626568"/>
                </a:cubicBezTo>
                <a:cubicBezTo>
                  <a:pt x="2703472" y="2647002"/>
                  <a:pt x="2688483" y="2674272"/>
                  <a:pt x="2676843" y="2691244"/>
                </a:cubicBezTo>
                <a:cubicBezTo>
                  <a:pt x="2675596" y="2693412"/>
                  <a:pt x="2674487" y="2694483"/>
                  <a:pt x="2673357" y="2694694"/>
                </a:cubicBezTo>
                <a:cubicBezTo>
                  <a:pt x="2673315" y="2694665"/>
                  <a:pt x="2673282" y="2694648"/>
                  <a:pt x="2673255" y="2694624"/>
                </a:cubicBezTo>
                <a:cubicBezTo>
                  <a:pt x="2669474" y="2712001"/>
                  <a:pt x="2669772" y="2734763"/>
                  <a:pt x="2671622" y="2752691"/>
                </a:cubicBezTo>
                <a:cubicBezTo>
                  <a:pt x="2675787" y="2795253"/>
                  <a:pt x="2657507" y="2846373"/>
                  <a:pt x="2617617" y="2858902"/>
                </a:cubicBezTo>
                <a:cubicBezTo>
                  <a:pt x="2507356" y="2887715"/>
                  <a:pt x="2353970" y="2792678"/>
                  <a:pt x="2249367" y="2752764"/>
                </a:cubicBezTo>
                <a:cubicBezTo>
                  <a:pt x="2221375" y="2739278"/>
                  <a:pt x="2149612" y="2722521"/>
                  <a:pt x="2125447" y="2706650"/>
                </a:cubicBezTo>
                <a:cubicBezTo>
                  <a:pt x="2030221" y="2909727"/>
                  <a:pt x="1956201" y="3027947"/>
                  <a:pt x="1926379" y="3141024"/>
                </a:cubicBezTo>
                <a:cubicBezTo>
                  <a:pt x="1896557" y="3254101"/>
                  <a:pt x="1824284" y="3375194"/>
                  <a:pt x="1733664" y="3561536"/>
                </a:cubicBezTo>
                <a:cubicBezTo>
                  <a:pt x="1643044" y="3747878"/>
                  <a:pt x="1556940" y="3958900"/>
                  <a:pt x="1490123" y="4092951"/>
                </a:cubicBezTo>
                <a:close/>
              </a:path>
            </a:pathLst>
          </a:custGeom>
          <a:solidFill>
            <a:srgbClr val="C9C9C9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977324640">
                  <a:custGeom>
                    <a:avLst/>
                    <a:gdLst>
                      <a:gd name="connsiteX0" fmla="*/ 1733306 w 4665444"/>
                      <a:gd name="connsiteY0" fmla="*/ 4760905 h 4760905"/>
                      <a:gd name="connsiteX1" fmla="*/ 2179170 w 4665444"/>
                      <a:gd name="connsiteY1" fmla="*/ 3016438 h 4760905"/>
                      <a:gd name="connsiteX2" fmla="*/ 2114785 w 4665444"/>
                      <a:gd name="connsiteY2" fmla="*/ 2972036 h 4760905"/>
                      <a:gd name="connsiteX3" fmla="*/ 2050636 w 4665444"/>
                      <a:gd name="connsiteY3" fmla="*/ 2917713 h 4760905"/>
                      <a:gd name="connsiteX4" fmla="*/ 1950181 w 4665444"/>
                      <a:gd name="connsiteY4" fmla="*/ 2769976 h 4760905"/>
                      <a:gd name="connsiteX5" fmla="*/ 1928297 w 4665444"/>
                      <a:gd name="connsiteY5" fmla="*/ 2649053 h 4760905"/>
                      <a:gd name="connsiteX6" fmla="*/ 1916941 w 4665444"/>
                      <a:gd name="connsiteY6" fmla="*/ 2548945 h 4760905"/>
                      <a:gd name="connsiteX7" fmla="*/ 0 w 4665444"/>
                      <a:gd name="connsiteY7" fmla="*/ 2318657 h 4760905"/>
                      <a:gd name="connsiteX8" fmla="*/ 1928165 w 4665444"/>
                      <a:gd name="connsiteY8" fmla="*/ 2221911 h 4760905"/>
                      <a:gd name="connsiteX9" fmla="*/ 1929308 w 4665444"/>
                      <a:gd name="connsiteY9" fmla="*/ 2216805 h 4760905"/>
                      <a:gd name="connsiteX10" fmla="*/ 1955645 w 4665444"/>
                      <a:gd name="connsiteY10" fmla="*/ 2155857 h 4760905"/>
                      <a:gd name="connsiteX11" fmla="*/ 1985167 w 4665444"/>
                      <a:gd name="connsiteY11" fmla="*/ 2099202 h 4760905"/>
                      <a:gd name="connsiteX12" fmla="*/ 1963043 w 4665444"/>
                      <a:gd name="connsiteY12" fmla="*/ 2084522 h 4760905"/>
                      <a:gd name="connsiteX13" fmla="*/ 1726343 w 4665444"/>
                      <a:gd name="connsiteY13" fmla="*/ 1953605 h 4760905"/>
                      <a:gd name="connsiteX14" fmla="*/ 1713254 w 4665444"/>
                      <a:gd name="connsiteY14" fmla="*/ 1781707 h 4760905"/>
                      <a:gd name="connsiteX15" fmla="*/ 1975019 w 4665444"/>
                      <a:gd name="connsiteY15" fmla="*/ 1768484 h 4760905"/>
                      <a:gd name="connsiteX16" fmla="*/ 2092812 w 4665444"/>
                      <a:gd name="connsiteY16" fmla="*/ 1742038 h 4760905"/>
                      <a:gd name="connsiteX17" fmla="*/ 2105901 w 4665444"/>
                      <a:gd name="connsiteY17" fmla="*/ 1675924 h 4760905"/>
                      <a:gd name="connsiteX18" fmla="*/ 2079724 w 4665444"/>
                      <a:gd name="connsiteY18" fmla="*/ 1371796 h 4760905"/>
                      <a:gd name="connsiteX19" fmla="*/ 2108306 w 4665444"/>
                      <a:gd name="connsiteY19" fmla="*/ 1355067 h 4760905"/>
                      <a:gd name="connsiteX20" fmla="*/ 1812161 w 4665444"/>
                      <a:gd name="connsiteY20" fmla="*/ 0 h 4760905"/>
                      <a:gd name="connsiteX21" fmla="*/ 2362171 w 4665444"/>
                      <a:gd name="connsiteY21" fmla="*/ 1335069 h 4760905"/>
                      <a:gd name="connsiteX22" fmla="*/ 2409081 w 4665444"/>
                      <a:gd name="connsiteY22" fmla="*/ 1340205 h 4760905"/>
                      <a:gd name="connsiteX23" fmla="*/ 2524724 w 4665444"/>
                      <a:gd name="connsiteY23" fmla="*/ 1345351 h 4760905"/>
                      <a:gd name="connsiteX24" fmla="*/ 2629521 w 4665444"/>
                      <a:gd name="connsiteY24" fmla="*/ 1347056 h 4760905"/>
                      <a:gd name="connsiteX25" fmla="*/ 2656465 w 4665444"/>
                      <a:gd name="connsiteY25" fmla="*/ 1322684 h 4760905"/>
                      <a:gd name="connsiteX26" fmla="*/ 2664091 w 4665444"/>
                      <a:gd name="connsiteY26" fmla="*/ 1343436 h 4760905"/>
                      <a:gd name="connsiteX27" fmla="*/ 2663583 w 4665444"/>
                      <a:gd name="connsiteY27" fmla="*/ 1347610 h 4760905"/>
                      <a:gd name="connsiteX28" fmla="*/ 2690575 w 4665444"/>
                      <a:gd name="connsiteY28" fmla="*/ 1348049 h 4760905"/>
                      <a:gd name="connsiteX29" fmla="*/ 3152958 w 4665444"/>
                      <a:gd name="connsiteY29" fmla="*/ 1424689 h 4760905"/>
                      <a:gd name="connsiteX30" fmla="*/ 3296929 w 4665444"/>
                      <a:gd name="connsiteY30" fmla="*/ 1530472 h 4760905"/>
                      <a:gd name="connsiteX31" fmla="*/ 3389764 w 4665444"/>
                      <a:gd name="connsiteY31" fmla="*/ 1706243 h 4760905"/>
                      <a:gd name="connsiteX32" fmla="*/ 4665444 w 4665444"/>
                      <a:gd name="connsiteY32" fmla="*/ 1009239 h 4760905"/>
                      <a:gd name="connsiteX33" fmla="*/ 3485595 w 4665444"/>
                      <a:gd name="connsiteY33" fmla="*/ 1954934 h 4760905"/>
                      <a:gd name="connsiteX34" fmla="*/ 3493253 w 4665444"/>
                      <a:gd name="connsiteY34" fmla="*/ 1980051 h 4760905"/>
                      <a:gd name="connsiteX35" fmla="*/ 3480164 w 4665444"/>
                      <a:gd name="connsiteY35" fmla="*/ 2244509 h 4760905"/>
                      <a:gd name="connsiteX36" fmla="*/ 3391776 w 4665444"/>
                      <a:gd name="connsiteY36" fmla="*/ 2525799 h 4760905"/>
                      <a:gd name="connsiteX37" fmla="*/ 3351757 w 4665444"/>
                      <a:gd name="connsiteY37" fmla="*/ 2638909 h 4760905"/>
                      <a:gd name="connsiteX38" fmla="*/ 3382178 w 4665444"/>
                      <a:gd name="connsiteY38" fmla="*/ 2679654 h 4760905"/>
                      <a:gd name="connsiteX39" fmla="*/ 3571971 w 4665444"/>
                      <a:gd name="connsiteY39" fmla="*/ 2894799 h 4760905"/>
                      <a:gd name="connsiteX40" fmla="*/ 3547083 w 4665444"/>
                      <a:gd name="connsiteY40" fmla="*/ 2965242 h 4760905"/>
                      <a:gd name="connsiteX41" fmla="*/ 3541687 w 4665444"/>
                      <a:gd name="connsiteY41" fmla="*/ 2989414 h 4760905"/>
                      <a:gd name="connsiteX42" fmla="*/ 4616710 w 4665444"/>
                      <a:gd name="connsiteY42" fmla="*/ 3951640 h 4760905"/>
                      <a:gd name="connsiteX43" fmla="*/ 3163184 w 4665444"/>
                      <a:gd name="connsiteY43" fmla="*/ 3039554 h 4760905"/>
                      <a:gd name="connsiteX44" fmla="*/ 3154828 w 4665444"/>
                      <a:gd name="connsiteY44" fmla="*/ 3055215 h 4760905"/>
                      <a:gd name="connsiteX45" fmla="*/ 3113694 w 4665444"/>
                      <a:gd name="connsiteY45" fmla="*/ 3130445 h 4760905"/>
                      <a:gd name="connsiteX46" fmla="*/ 3109639 w 4665444"/>
                      <a:gd name="connsiteY46" fmla="*/ 3134458 h 4760905"/>
                      <a:gd name="connsiteX47" fmla="*/ 3109521 w 4665444"/>
                      <a:gd name="connsiteY47" fmla="*/ 3134377 h 4760905"/>
                      <a:gd name="connsiteX48" fmla="*/ 3107621 w 4665444"/>
                      <a:gd name="connsiteY48" fmla="*/ 3201920 h 4760905"/>
                      <a:gd name="connsiteX49" fmla="*/ 3044803 w 4665444"/>
                      <a:gd name="connsiteY49" fmla="*/ 3325465 h 4760905"/>
                      <a:gd name="connsiteX50" fmla="*/ 2616456 w 4665444"/>
                      <a:gd name="connsiteY50" fmla="*/ 3202005 h 4760905"/>
                      <a:gd name="connsiteX51" fmla="*/ 2472312 w 4665444"/>
                      <a:gd name="connsiteY51" fmla="*/ 3148366 h 4760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</a:cxnLst>
                    <a:rect l="l" t="t" r="r" b="b"/>
                    <a:pathLst>
                      <a:path w="4665444" h="4760905">
                        <a:moveTo>
                          <a:pt x="1733306" y="4760905"/>
                        </a:moveTo>
                        <a:lnTo>
                          <a:pt x="2179170" y="3016438"/>
                        </a:lnTo>
                        <a:lnTo>
                          <a:pt x="2114785" y="2972036"/>
                        </a:lnTo>
                        <a:cubicBezTo>
                          <a:pt x="2093195" y="2955562"/>
                          <a:pt x="2071827" y="2937559"/>
                          <a:pt x="2050636" y="2917713"/>
                        </a:cubicBezTo>
                        <a:cubicBezTo>
                          <a:pt x="2007254" y="2877085"/>
                          <a:pt x="1962629" y="2828447"/>
                          <a:pt x="1950181" y="2769976"/>
                        </a:cubicBezTo>
                        <a:cubicBezTo>
                          <a:pt x="1941678" y="2730037"/>
                          <a:pt x="1934322" y="2689676"/>
                          <a:pt x="1928297" y="2649053"/>
                        </a:cubicBezTo>
                        <a:lnTo>
                          <a:pt x="1916941" y="2548945"/>
                        </a:lnTo>
                        <a:lnTo>
                          <a:pt x="0" y="2318657"/>
                        </a:lnTo>
                        <a:lnTo>
                          <a:pt x="1928165" y="2221911"/>
                        </a:lnTo>
                        <a:lnTo>
                          <a:pt x="1929308" y="2216805"/>
                        </a:lnTo>
                        <a:cubicBezTo>
                          <a:pt x="1936482" y="2196101"/>
                          <a:pt x="1945662" y="2175882"/>
                          <a:pt x="1955645" y="2155857"/>
                        </a:cubicBezTo>
                        <a:lnTo>
                          <a:pt x="1985167" y="2099202"/>
                        </a:lnTo>
                        <a:lnTo>
                          <a:pt x="1963043" y="2084522"/>
                        </a:lnTo>
                        <a:cubicBezTo>
                          <a:pt x="1910944" y="2052855"/>
                          <a:pt x="1847889" y="2019727"/>
                          <a:pt x="1726343" y="1953605"/>
                        </a:cubicBezTo>
                        <a:cubicBezTo>
                          <a:pt x="1724161" y="1924955"/>
                          <a:pt x="1740094" y="1957961"/>
                          <a:pt x="1713254" y="1781707"/>
                        </a:cubicBezTo>
                        <a:cubicBezTo>
                          <a:pt x="1800509" y="1777299"/>
                          <a:pt x="1888119" y="1777566"/>
                          <a:pt x="1975019" y="1768484"/>
                        </a:cubicBezTo>
                        <a:cubicBezTo>
                          <a:pt x="2015028" y="1764303"/>
                          <a:pt x="2059861" y="1765342"/>
                          <a:pt x="2092812" y="1742038"/>
                        </a:cubicBezTo>
                        <a:cubicBezTo>
                          <a:pt x="2111037" y="1729150"/>
                          <a:pt x="2106695" y="1698384"/>
                          <a:pt x="2105901" y="1675924"/>
                        </a:cubicBezTo>
                        <a:cubicBezTo>
                          <a:pt x="2102306" y="1574230"/>
                          <a:pt x="2000353" y="1434444"/>
                          <a:pt x="2079724" y="1371796"/>
                        </a:cubicBezTo>
                        <a:lnTo>
                          <a:pt x="2108306" y="1355067"/>
                        </a:lnTo>
                        <a:lnTo>
                          <a:pt x="1812161" y="0"/>
                        </a:lnTo>
                        <a:lnTo>
                          <a:pt x="2362171" y="1335069"/>
                        </a:lnTo>
                        <a:lnTo>
                          <a:pt x="2409081" y="1340205"/>
                        </a:lnTo>
                        <a:cubicBezTo>
                          <a:pt x="2448605" y="1344533"/>
                          <a:pt x="2487641" y="1347555"/>
                          <a:pt x="2524724" y="1345351"/>
                        </a:cubicBezTo>
                        <a:lnTo>
                          <a:pt x="2629521" y="1347056"/>
                        </a:lnTo>
                        <a:lnTo>
                          <a:pt x="2656465" y="1322684"/>
                        </a:lnTo>
                        <a:cubicBezTo>
                          <a:pt x="2665318" y="1314823"/>
                          <a:pt x="2665756" y="1326667"/>
                          <a:pt x="2664091" y="1343436"/>
                        </a:cubicBezTo>
                        <a:lnTo>
                          <a:pt x="2663583" y="1347610"/>
                        </a:lnTo>
                        <a:lnTo>
                          <a:pt x="2690575" y="1348049"/>
                        </a:lnTo>
                        <a:cubicBezTo>
                          <a:pt x="2849935" y="1349664"/>
                          <a:pt x="2993382" y="1354827"/>
                          <a:pt x="3152958" y="1424689"/>
                        </a:cubicBezTo>
                        <a:cubicBezTo>
                          <a:pt x="3207406" y="1448525"/>
                          <a:pt x="3265696" y="1479498"/>
                          <a:pt x="3296929" y="1530472"/>
                        </a:cubicBezTo>
                        <a:lnTo>
                          <a:pt x="3389764" y="1706243"/>
                        </a:lnTo>
                        <a:lnTo>
                          <a:pt x="4665444" y="1009239"/>
                        </a:lnTo>
                        <a:lnTo>
                          <a:pt x="3485595" y="1954934"/>
                        </a:lnTo>
                        <a:lnTo>
                          <a:pt x="3493253" y="1980051"/>
                        </a:lnTo>
                        <a:cubicBezTo>
                          <a:pt x="3515178" y="2065489"/>
                          <a:pt x="3484527" y="2156356"/>
                          <a:pt x="3480164" y="2244509"/>
                        </a:cubicBezTo>
                        <a:cubicBezTo>
                          <a:pt x="3444792" y="2357672"/>
                          <a:pt x="3418414" y="2445583"/>
                          <a:pt x="3391776" y="2525799"/>
                        </a:cubicBezTo>
                        <a:lnTo>
                          <a:pt x="3351757" y="2638909"/>
                        </a:lnTo>
                        <a:lnTo>
                          <a:pt x="3382178" y="2679654"/>
                        </a:lnTo>
                        <a:cubicBezTo>
                          <a:pt x="3422597" y="2730588"/>
                          <a:pt x="3471019" y="2782578"/>
                          <a:pt x="3571971" y="2894799"/>
                        </a:cubicBezTo>
                        <a:cubicBezTo>
                          <a:pt x="3566348" y="2915602"/>
                          <a:pt x="3562685" y="2900311"/>
                          <a:pt x="3547083" y="2965242"/>
                        </a:cubicBezTo>
                        <a:lnTo>
                          <a:pt x="3541687" y="2989414"/>
                        </a:lnTo>
                        <a:lnTo>
                          <a:pt x="4616710" y="3951640"/>
                        </a:lnTo>
                        <a:lnTo>
                          <a:pt x="3163184" y="3039554"/>
                        </a:lnTo>
                        <a:lnTo>
                          <a:pt x="3154828" y="3055215"/>
                        </a:lnTo>
                        <a:cubicBezTo>
                          <a:pt x="3141892" y="3079148"/>
                          <a:pt x="3128205" y="3104178"/>
                          <a:pt x="3113694" y="3130445"/>
                        </a:cubicBezTo>
                        <a:cubicBezTo>
                          <a:pt x="3112262" y="3133035"/>
                          <a:pt x="3110917" y="3134290"/>
                          <a:pt x="3109639" y="3134458"/>
                        </a:cubicBezTo>
                        <a:lnTo>
                          <a:pt x="3109521" y="3134377"/>
                        </a:lnTo>
                        <a:lnTo>
                          <a:pt x="3107621" y="3201920"/>
                        </a:lnTo>
                        <a:cubicBezTo>
                          <a:pt x="3104216" y="3259574"/>
                          <a:pt x="3092662" y="3309168"/>
                          <a:pt x="3044803" y="3325465"/>
                        </a:cubicBezTo>
                        <a:cubicBezTo>
                          <a:pt x="2903594" y="3373548"/>
                          <a:pt x="2759238" y="3243158"/>
                          <a:pt x="2616456" y="3202005"/>
                        </a:cubicBezTo>
                        <a:lnTo>
                          <a:pt x="2472312" y="3148366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52" name="Rectángulo 51">
            <a:hlinkClick r:id="rId4" action="ppaction://hlinksldjump">
              <a:snd r:embed="rId5" name="coin.wav"/>
            </a:hlinkClick>
            <a:hlinkHover r:id="rId4" action="ppaction://hlinksldjump">
              <a:snd r:embed="rId5" name="coin.wav"/>
            </a:hlinkHover>
            <a:extLst>
              <a:ext uri="{FF2B5EF4-FFF2-40B4-BE49-F238E27FC236}">
                <a16:creationId xmlns:a16="http://schemas.microsoft.com/office/drawing/2014/main" id="{9D66C2E4-F187-488C-8CFE-83E094197D89}"/>
              </a:ext>
            </a:extLst>
          </p:cNvPr>
          <p:cNvSpPr/>
          <p:nvPr/>
        </p:nvSpPr>
        <p:spPr>
          <a:xfrm rot="5400000">
            <a:off x="-531195" y="5398111"/>
            <a:ext cx="1418169" cy="889181"/>
          </a:xfrm>
          <a:custGeom>
            <a:avLst/>
            <a:gdLst>
              <a:gd name="connsiteX0" fmla="*/ 0 w 1418169"/>
              <a:gd name="connsiteY0" fmla="*/ 0 h 889181"/>
              <a:gd name="connsiteX1" fmla="*/ 458541 w 1418169"/>
              <a:gd name="connsiteY1" fmla="*/ 0 h 889181"/>
              <a:gd name="connsiteX2" fmla="*/ 931264 w 1418169"/>
              <a:gd name="connsiteY2" fmla="*/ 0 h 889181"/>
              <a:gd name="connsiteX3" fmla="*/ 1418169 w 1418169"/>
              <a:gd name="connsiteY3" fmla="*/ 0 h 889181"/>
              <a:gd name="connsiteX4" fmla="*/ 1418169 w 1418169"/>
              <a:gd name="connsiteY4" fmla="*/ 426807 h 889181"/>
              <a:gd name="connsiteX5" fmla="*/ 1418169 w 1418169"/>
              <a:gd name="connsiteY5" fmla="*/ 889181 h 889181"/>
              <a:gd name="connsiteX6" fmla="*/ 931264 w 1418169"/>
              <a:gd name="connsiteY6" fmla="*/ 889181 h 889181"/>
              <a:gd name="connsiteX7" fmla="*/ 501086 w 1418169"/>
              <a:gd name="connsiteY7" fmla="*/ 889181 h 889181"/>
              <a:gd name="connsiteX8" fmla="*/ 0 w 1418169"/>
              <a:gd name="connsiteY8" fmla="*/ 889181 h 889181"/>
              <a:gd name="connsiteX9" fmla="*/ 0 w 1418169"/>
              <a:gd name="connsiteY9" fmla="*/ 444591 h 889181"/>
              <a:gd name="connsiteX10" fmla="*/ 0 w 1418169"/>
              <a:gd name="connsiteY10" fmla="*/ 0 h 889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18169" h="889181" fill="none" extrusionOk="0">
                <a:moveTo>
                  <a:pt x="0" y="0"/>
                </a:moveTo>
                <a:cubicBezTo>
                  <a:pt x="199631" y="-9387"/>
                  <a:pt x="331832" y="7226"/>
                  <a:pt x="458541" y="0"/>
                </a:cubicBezTo>
                <a:cubicBezTo>
                  <a:pt x="585250" y="-7226"/>
                  <a:pt x="694959" y="15040"/>
                  <a:pt x="931264" y="0"/>
                </a:cubicBezTo>
                <a:cubicBezTo>
                  <a:pt x="1167569" y="-15040"/>
                  <a:pt x="1253121" y="6834"/>
                  <a:pt x="1418169" y="0"/>
                </a:cubicBezTo>
                <a:cubicBezTo>
                  <a:pt x="1428971" y="188568"/>
                  <a:pt x="1406677" y="232839"/>
                  <a:pt x="1418169" y="426807"/>
                </a:cubicBezTo>
                <a:cubicBezTo>
                  <a:pt x="1429661" y="620775"/>
                  <a:pt x="1435121" y="707082"/>
                  <a:pt x="1418169" y="889181"/>
                </a:cubicBezTo>
                <a:cubicBezTo>
                  <a:pt x="1319330" y="869747"/>
                  <a:pt x="1077130" y="905062"/>
                  <a:pt x="931264" y="889181"/>
                </a:cubicBezTo>
                <a:cubicBezTo>
                  <a:pt x="785398" y="873300"/>
                  <a:pt x="656193" y="908737"/>
                  <a:pt x="501086" y="889181"/>
                </a:cubicBezTo>
                <a:cubicBezTo>
                  <a:pt x="345979" y="869625"/>
                  <a:pt x="139682" y="907546"/>
                  <a:pt x="0" y="889181"/>
                </a:cubicBezTo>
                <a:cubicBezTo>
                  <a:pt x="3084" y="738967"/>
                  <a:pt x="15973" y="579265"/>
                  <a:pt x="0" y="444591"/>
                </a:cubicBezTo>
                <a:cubicBezTo>
                  <a:pt x="-15973" y="309917"/>
                  <a:pt x="-18547" y="187921"/>
                  <a:pt x="0" y="0"/>
                </a:cubicBezTo>
                <a:close/>
              </a:path>
              <a:path w="1418169" h="889181" stroke="0" extrusionOk="0">
                <a:moveTo>
                  <a:pt x="0" y="0"/>
                </a:moveTo>
                <a:cubicBezTo>
                  <a:pt x="144146" y="-5799"/>
                  <a:pt x="377319" y="14729"/>
                  <a:pt x="486905" y="0"/>
                </a:cubicBezTo>
                <a:cubicBezTo>
                  <a:pt x="596492" y="-14729"/>
                  <a:pt x="824473" y="11267"/>
                  <a:pt x="945446" y="0"/>
                </a:cubicBezTo>
                <a:cubicBezTo>
                  <a:pt x="1066419" y="-11267"/>
                  <a:pt x="1234919" y="-21484"/>
                  <a:pt x="1418169" y="0"/>
                </a:cubicBezTo>
                <a:cubicBezTo>
                  <a:pt x="1429553" y="148533"/>
                  <a:pt x="1418479" y="322152"/>
                  <a:pt x="1418169" y="453482"/>
                </a:cubicBezTo>
                <a:cubicBezTo>
                  <a:pt x="1417859" y="584812"/>
                  <a:pt x="1429964" y="792664"/>
                  <a:pt x="1418169" y="889181"/>
                </a:cubicBezTo>
                <a:cubicBezTo>
                  <a:pt x="1225459" y="885201"/>
                  <a:pt x="1058459" y="904926"/>
                  <a:pt x="931264" y="889181"/>
                </a:cubicBezTo>
                <a:cubicBezTo>
                  <a:pt x="804069" y="873436"/>
                  <a:pt x="558355" y="879155"/>
                  <a:pt x="430178" y="889181"/>
                </a:cubicBezTo>
                <a:cubicBezTo>
                  <a:pt x="302001" y="899207"/>
                  <a:pt x="208528" y="890759"/>
                  <a:pt x="0" y="889181"/>
                </a:cubicBezTo>
                <a:cubicBezTo>
                  <a:pt x="-479" y="684251"/>
                  <a:pt x="-15445" y="550497"/>
                  <a:pt x="0" y="444591"/>
                </a:cubicBezTo>
                <a:cubicBezTo>
                  <a:pt x="15445" y="338685"/>
                  <a:pt x="4013" y="210373"/>
                  <a:pt x="0" y="0"/>
                </a:cubicBezTo>
                <a:close/>
              </a:path>
            </a:pathLst>
          </a:custGeom>
          <a:solidFill>
            <a:srgbClr val="FF0000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55068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51" name="Forma libre: forma 50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9E1F0A09-CA98-444D-8591-AED6194533FE}"/>
              </a:ext>
            </a:extLst>
          </p:cNvPr>
          <p:cNvSpPr/>
          <p:nvPr/>
        </p:nvSpPr>
        <p:spPr>
          <a:xfrm>
            <a:off x="-553867" y="-1579121"/>
            <a:ext cx="15731938" cy="9576980"/>
          </a:xfrm>
          <a:custGeom>
            <a:avLst/>
            <a:gdLst>
              <a:gd name="connsiteX0" fmla="*/ 6705245 w 15731938"/>
              <a:gd name="connsiteY0" fmla="*/ 1623998 h 9576980"/>
              <a:gd name="connsiteX1" fmla="*/ 6557656 w 15731938"/>
              <a:gd name="connsiteY1" fmla="*/ 1634319 h 9576980"/>
              <a:gd name="connsiteX2" fmla="*/ 6466281 w 15731938"/>
              <a:gd name="connsiteY2" fmla="*/ 1643170 h 9576980"/>
              <a:gd name="connsiteX3" fmla="*/ 6378658 w 15731938"/>
              <a:gd name="connsiteY3" fmla="*/ 1653187 h 9576980"/>
              <a:gd name="connsiteX4" fmla="*/ 6283500 w 15731938"/>
              <a:gd name="connsiteY4" fmla="*/ 1654586 h 9576980"/>
              <a:gd name="connsiteX5" fmla="*/ 6184562 w 15731938"/>
              <a:gd name="connsiteY5" fmla="*/ 1658496 h 9576980"/>
              <a:gd name="connsiteX6" fmla="*/ 5622468 w 15731938"/>
              <a:gd name="connsiteY6" fmla="*/ 1634319 h 9576980"/>
              <a:gd name="connsiteX7" fmla="*/ 5532120 w 15731938"/>
              <a:gd name="connsiteY7" fmla="*/ 1627185 h 9576980"/>
              <a:gd name="connsiteX8" fmla="*/ 5479916 w 15731938"/>
              <a:gd name="connsiteY8" fmla="*/ 1628537 h 9576980"/>
              <a:gd name="connsiteX9" fmla="*/ 5385182 w 15731938"/>
              <a:gd name="connsiteY9" fmla="*/ 1634319 h 9576980"/>
              <a:gd name="connsiteX10" fmla="*/ 5217579 w 15731938"/>
              <a:gd name="connsiteY10" fmla="*/ 1629407 h 9576980"/>
              <a:gd name="connsiteX11" fmla="*/ 5161854 w 15731938"/>
              <a:gd name="connsiteY11" fmla="*/ 1634319 h 9576980"/>
              <a:gd name="connsiteX12" fmla="*/ 5030572 w 15731938"/>
              <a:gd name="connsiteY12" fmla="*/ 1635069 h 9576980"/>
              <a:gd name="connsiteX13" fmla="*/ 4905078 w 15731938"/>
              <a:gd name="connsiteY13" fmla="*/ 1642510 h 9576980"/>
              <a:gd name="connsiteX14" fmla="*/ 4433651 w 15731938"/>
              <a:gd name="connsiteY14" fmla="*/ 1649107 h 9576980"/>
              <a:gd name="connsiteX15" fmla="*/ 4366197 w 15731938"/>
              <a:gd name="connsiteY15" fmla="*/ 1644288 h 9576980"/>
              <a:gd name="connsiteX16" fmla="*/ 4294210 w 15731938"/>
              <a:gd name="connsiteY16" fmla="*/ 1645360 h 9576980"/>
              <a:gd name="connsiteX17" fmla="*/ 4003339 w 15731938"/>
              <a:gd name="connsiteY17" fmla="*/ 1634319 h 9576980"/>
              <a:gd name="connsiteX18" fmla="*/ 3954362 w 15731938"/>
              <a:gd name="connsiteY18" fmla="*/ 1633155 h 9576980"/>
              <a:gd name="connsiteX19" fmla="*/ 3884696 w 15731938"/>
              <a:gd name="connsiteY19" fmla="*/ 1634319 h 9576980"/>
              <a:gd name="connsiteX20" fmla="*/ 3365888 w 15731938"/>
              <a:gd name="connsiteY20" fmla="*/ 1640250 h 9576980"/>
              <a:gd name="connsiteX21" fmla="*/ 3275102 w 15731938"/>
              <a:gd name="connsiteY21" fmla="*/ 1637244 h 9576980"/>
              <a:gd name="connsiteX22" fmla="*/ 3248201 w 15731938"/>
              <a:gd name="connsiteY22" fmla="*/ 1638546 h 9576980"/>
              <a:gd name="connsiteX23" fmla="*/ 3082111 w 15731938"/>
              <a:gd name="connsiteY23" fmla="*/ 1634319 h 9576980"/>
              <a:gd name="connsiteX24" fmla="*/ 2981065 w 15731938"/>
              <a:gd name="connsiteY24" fmla="*/ 1630934 h 9576980"/>
              <a:gd name="connsiteX25" fmla="*/ 2772036 w 15731938"/>
              <a:gd name="connsiteY25" fmla="*/ 1636635 h 9576980"/>
              <a:gd name="connsiteX26" fmla="*/ 2370251 w 15731938"/>
              <a:gd name="connsiteY26" fmla="*/ 1634319 h 9576980"/>
              <a:gd name="connsiteX27" fmla="*/ 2325404 w 15731938"/>
              <a:gd name="connsiteY27" fmla="*/ 1630817 h 9576980"/>
              <a:gd name="connsiteX28" fmla="*/ 2265566 w 15731938"/>
              <a:gd name="connsiteY28" fmla="*/ 1634319 h 9576980"/>
              <a:gd name="connsiteX29" fmla="*/ 2067873 w 15731938"/>
              <a:gd name="connsiteY29" fmla="*/ 1642418 h 9576980"/>
              <a:gd name="connsiteX30" fmla="*/ 1941696 w 15731938"/>
              <a:gd name="connsiteY30" fmla="*/ 1635335 h 9576980"/>
              <a:gd name="connsiteX31" fmla="*/ 1823922 w 15731938"/>
              <a:gd name="connsiteY31" fmla="*/ 1636717 h 9576980"/>
              <a:gd name="connsiteX32" fmla="*/ 865381 w 15731938"/>
              <a:gd name="connsiteY32" fmla="*/ 1636639 h 9576980"/>
              <a:gd name="connsiteX33" fmla="*/ 835832 w 15731938"/>
              <a:gd name="connsiteY33" fmla="*/ 1636434 h 9576980"/>
              <a:gd name="connsiteX34" fmla="*/ 839826 w 15731938"/>
              <a:gd name="connsiteY34" fmla="*/ 1700352 h 9576980"/>
              <a:gd name="connsiteX35" fmla="*/ 841074 w 15731938"/>
              <a:gd name="connsiteY35" fmla="*/ 1789301 h 9576980"/>
              <a:gd name="connsiteX36" fmla="*/ 839704 w 15731938"/>
              <a:gd name="connsiteY36" fmla="*/ 1828944 h 9576980"/>
              <a:gd name="connsiteX37" fmla="*/ 839066 w 15731938"/>
              <a:gd name="connsiteY37" fmla="*/ 2000679 h 9576980"/>
              <a:gd name="connsiteX38" fmla="*/ 834281 w 15731938"/>
              <a:gd name="connsiteY38" fmla="*/ 2310926 h 9576980"/>
              <a:gd name="connsiteX39" fmla="*/ 834069 w 15731938"/>
              <a:gd name="connsiteY39" fmla="*/ 2357193 h 9576980"/>
              <a:gd name="connsiteX40" fmla="*/ 836995 w 15731938"/>
              <a:gd name="connsiteY40" fmla="*/ 2409040 h 9576980"/>
              <a:gd name="connsiteX41" fmla="*/ 839808 w 15731938"/>
              <a:gd name="connsiteY41" fmla="*/ 2650773 h 9576980"/>
              <a:gd name="connsiteX42" fmla="*/ 839418 w 15731938"/>
              <a:gd name="connsiteY42" fmla="*/ 2657914 h 9576980"/>
              <a:gd name="connsiteX43" fmla="*/ 840944 w 15731938"/>
              <a:gd name="connsiteY43" fmla="*/ 2691520 h 9576980"/>
              <a:gd name="connsiteX44" fmla="*/ 833754 w 15731938"/>
              <a:gd name="connsiteY44" fmla="*/ 3100075 h 9576980"/>
              <a:gd name="connsiteX45" fmla="*/ 829621 w 15731938"/>
              <a:gd name="connsiteY45" fmla="*/ 3154867 h 9576980"/>
              <a:gd name="connsiteX46" fmla="*/ 829087 w 15731938"/>
              <a:gd name="connsiteY46" fmla="*/ 3173131 h 9576980"/>
              <a:gd name="connsiteX47" fmla="*/ 833754 w 15731938"/>
              <a:gd name="connsiteY47" fmla="*/ 3403503 h 9576980"/>
              <a:gd name="connsiteX48" fmla="*/ 833204 w 15731938"/>
              <a:gd name="connsiteY48" fmla="*/ 3656862 h 9576980"/>
              <a:gd name="connsiteX49" fmla="*/ 831923 w 15731938"/>
              <a:gd name="connsiteY49" fmla="*/ 3689200 h 9576980"/>
              <a:gd name="connsiteX50" fmla="*/ 831859 w 15731938"/>
              <a:gd name="connsiteY50" fmla="*/ 3694011 h 9576980"/>
              <a:gd name="connsiteX51" fmla="*/ 837970 w 15731938"/>
              <a:gd name="connsiteY51" fmla="*/ 4117206 h 9576980"/>
              <a:gd name="connsiteX52" fmla="*/ 835852 w 15731938"/>
              <a:gd name="connsiteY52" fmla="*/ 4171946 h 9576980"/>
              <a:gd name="connsiteX53" fmla="*/ 847291 w 15731938"/>
              <a:gd name="connsiteY53" fmla="*/ 4280969 h 9576980"/>
              <a:gd name="connsiteX54" fmla="*/ 833754 w 15731938"/>
              <a:gd name="connsiteY54" fmla="*/ 4677899 h 9576980"/>
              <a:gd name="connsiteX55" fmla="*/ 837477 w 15731938"/>
              <a:gd name="connsiteY55" fmla="*/ 5022324 h 9576980"/>
              <a:gd name="connsiteX56" fmla="*/ 837452 w 15731938"/>
              <a:gd name="connsiteY56" fmla="*/ 5023034 h 9576980"/>
              <a:gd name="connsiteX57" fmla="*/ 840141 w 15731938"/>
              <a:gd name="connsiteY57" fmla="*/ 5058264 h 9576980"/>
              <a:gd name="connsiteX58" fmla="*/ 835930 w 15731938"/>
              <a:gd name="connsiteY58" fmla="*/ 5263667 h 9576980"/>
              <a:gd name="connsiteX59" fmla="*/ 830931 w 15731938"/>
              <a:gd name="connsiteY59" fmla="*/ 5350627 h 9576980"/>
              <a:gd name="connsiteX60" fmla="*/ 831783 w 15731938"/>
              <a:gd name="connsiteY60" fmla="*/ 5412921 h 9576980"/>
              <a:gd name="connsiteX61" fmla="*/ 833158 w 15731938"/>
              <a:gd name="connsiteY61" fmla="*/ 5484993 h 9576980"/>
              <a:gd name="connsiteX62" fmla="*/ 833754 w 15731938"/>
              <a:gd name="connsiteY62" fmla="*/ 5500525 h 9576980"/>
              <a:gd name="connsiteX63" fmla="*/ 833754 w 15731938"/>
              <a:gd name="connsiteY63" fmla="*/ 6100638 h 9576980"/>
              <a:gd name="connsiteX64" fmla="*/ 833373 w 15731938"/>
              <a:gd name="connsiteY64" fmla="*/ 6184286 h 9576980"/>
              <a:gd name="connsiteX65" fmla="*/ 879909 w 15731938"/>
              <a:gd name="connsiteY65" fmla="*/ 6185714 h 9576980"/>
              <a:gd name="connsiteX66" fmla="*/ 986959 w 15731938"/>
              <a:gd name="connsiteY66" fmla="*/ 6189874 h 9576980"/>
              <a:gd name="connsiteX67" fmla="*/ 1019991 w 15731938"/>
              <a:gd name="connsiteY67" fmla="*/ 6191203 h 9576980"/>
              <a:gd name="connsiteX68" fmla="*/ 1044490 w 15731938"/>
              <a:gd name="connsiteY68" fmla="*/ 6190679 h 9576980"/>
              <a:gd name="connsiteX69" fmla="*/ 1415143 w 15731938"/>
              <a:gd name="connsiteY69" fmla="*/ 6182021 h 9576980"/>
              <a:gd name="connsiteX70" fmla="*/ 1465236 w 15731938"/>
              <a:gd name="connsiteY70" fmla="*/ 6183199 h 9576980"/>
              <a:gd name="connsiteX71" fmla="*/ 1477907 w 15731938"/>
              <a:gd name="connsiteY71" fmla="*/ 6182021 h 9576980"/>
              <a:gd name="connsiteX72" fmla="*/ 1808460 w 15731938"/>
              <a:gd name="connsiteY72" fmla="*/ 6171769 h 9576980"/>
              <a:gd name="connsiteX73" fmla="*/ 1874516 w 15731938"/>
              <a:gd name="connsiteY73" fmla="*/ 6174409 h 9576980"/>
              <a:gd name="connsiteX74" fmla="*/ 1922234 w 15731938"/>
              <a:gd name="connsiteY74" fmla="*/ 6172838 h 9576980"/>
              <a:gd name="connsiteX75" fmla="*/ 2080452 w 15731938"/>
              <a:gd name="connsiteY75" fmla="*/ 6180473 h 9576980"/>
              <a:gd name="connsiteX76" fmla="*/ 2175288 w 15731938"/>
              <a:gd name="connsiteY76" fmla="*/ 6182021 h 9576980"/>
              <a:gd name="connsiteX77" fmla="*/ 2851747 w 15731938"/>
              <a:gd name="connsiteY77" fmla="*/ 6182021 h 9576980"/>
              <a:gd name="connsiteX78" fmla="*/ 2853041 w 15731938"/>
              <a:gd name="connsiteY78" fmla="*/ 6082537 h 9576980"/>
              <a:gd name="connsiteX79" fmla="*/ 2853567 w 15731938"/>
              <a:gd name="connsiteY79" fmla="*/ 6052275 h 9576980"/>
              <a:gd name="connsiteX80" fmla="*/ 2852703 w 15731938"/>
              <a:gd name="connsiteY80" fmla="*/ 5984124 h 9576980"/>
              <a:gd name="connsiteX81" fmla="*/ 2844570 w 15731938"/>
              <a:gd name="connsiteY81" fmla="*/ 5575337 h 9576980"/>
              <a:gd name="connsiteX82" fmla="*/ 2851333 w 15731938"/>
              <a:gd name="connsiteY82" fmla="*/ 5467613 h 9576980"/>
              <a:gd name="connsiteX83" fmla="*/ 2848709 w 15731938"/>
              <a:gd name="connsiteY83" fmla="*/ 5379978 h 9576980"/>
              <a:gd name="connsiteX84" fmla="*/ 2851747 w 15731938"/>
              <a:gd name="connsiteY84" fmla="*/ 4842055 h 9576980"/>
              <a:gd name="connsiteX85" fmla="*/ 2838211 w 15731938"/>
              <a:gd name="connsiteY85" fmla="*/ 4278839 h 9576980"/>
              <a:gd name="connsiteX86" fmla="*/ 2845674 w 15731938"/>
              <a:gd name="connsiteY86" fmla="*/ 4203097 h 9576980"/>
              <a:gd name="connsiteX87" fmla="*/ 2826377 w 15731938"/>
              <a:gd name="connsiteY87" fmla="*/ 4202505 h 9576980"/>
              <a:gd name="connsiteX88" fmla="*/ 2826377 w 15731938"/>
              <a:gd name="connsiteY88" fmla="*/ 3523277 h 9576980"/>
              <a:gd name="connsiteX89" fmla="*/ 2823591 w 15731938"/>
              <a:gd name="connsiteY89" fmla="*/ 3433329 h 9576980"/>
              <a:gd name="connsiteX90" fmla="*/ 2781066 w 15731938"/>
              <a:gd name="connsiteY90" fmla="*/ 3433315 h 9576980"/>
              <a:gd name="connsiteX91" fmla="*/ 2664643 w 15731938"/>
              <a:gd name="connsiteY91" fmla="*/ 3434346 h 9576980"/>
              <a:gd name="connsiteX92" fmla="*/ 2519357 w 15731938"/>
              <a:gd name="connsiteY92" fmla="*/ 3436630 h 9576980"/>
              <a:gd name="connsiteX93" fmla="*/ 2510860 w 15731938"/>
              <a:gd name="connsiteY93" fmla="*/ 3437161 h 9576980"/>
              <a:gd name="connsiteX94" fmla="*/ 1866359 w 15731938"/>
              <a:gd name="connsiteY94" fmla="*/ 3437161 h 9576980"/>
              <a:gd name="connsiteX95" fmla="*/ 1866359 w 15731938"/>
              <a:gd name="connsiteY95" fmla="*/ 2866225 h 9576980"/>
              <a:gd name="connsiteX96" fmla="*/ 2193160 w 15731938"/>
              <a:gd name="connsiteY96" fmla="*/ 2856806 h 9576980"/>
              <a:gd name="connsiteX97" fmla="*/ 2349529 w 15731938"/>
              <a:gd name="connsiteY97" fmla="*/ 2861308 h 9576980"/>
              <a:gd name="connsiteX98" fmla="*/ 2510855 w 15731938"/>
              <a:gd name="connsiteY98" fmla="*/ 2865868 h 9576980"/>
              <a:gd name="connsiteX99" fmla="*/ 2681767 w 15731938"/>
              <a:gd name="connsiteY99" fmla="*/ 2863451 h 9576980"/>
              <a:gd name="connsiteX100" fmla="*/ 2826530 w 15731938"/>
              <a:gd name="connsiteY100" fmla="*/ 2868968 h 9576980"/>
              <a:gd name="connsiteX101" fmla="*/ 2826377 w 15731938"/>
              <a:gd name="connsiteY101" fmla="*/ 2863273 h 9576980"/>
              <a:gd name="connsiteX102" fmla="*/ 2826377 w 15731938"/>
              <a:gd name="connsiteY102" fmla="*/ 2280163 h 9576980"/>
              <a:gd name="connsiteX103" fmla="*/ 2898253 w 15731938"/>
              <a:gd name="connsiteY103" fmla="*/ 2279075 h 9576980"/>
              <a:gd name="connsiteX104" fmla="*/ 3135898 w 15731938"/>
              <a:gd name="connsiteY104" fmla="*/ 2280163 h 9576980"/>
              <a:gd name="connsiteX105" fmla="*/ 3143763 w 15731938"/>
              <a:gd name="connsiteY105" fmla="*/ 2398255 h 9576980"/>
              <a:gd name="connsiteX106" fmla="*/ 3136498 w 15731938"/>
              <a:gd name="connsiteY106" fmla="*/ 2546454 h 9576980"/>
              <a:gd name="connsiteX107" fmla="*/ 3136657 w 15731938"/>
              <a:gd name="connsiteY107" fmla="*/ 2616822 h 9576980"/>
              <a:gd name="connsiteX108" fmla="*/ 3135043 w 15731938"/>
              <a:gd name="connsiteY108" fmla="*/ 2783622 h 9576980"/>
              <a:gd name="connsiteX109" fmla="*/ 3135434 w 15731938"/>
              <a:gd name="connsiteY109" fmla="*/ 2864143 h 9576980"/>
              <a:gd name="connsiteX110" fmla="*/ 3211120 w 15731938"/>
              <a:gd name="connsiteY110" fmla="*/ 2867741 h 9576980"/>
              <a:gd name="connsiteX111" fmla="*/ 3547869 w 15731938"/>
              <a:gd name="connsiteY111" fmla="*/ 2866224 h 9576980"/>
              <a:gd name="connsiteX112" fmla="*/ 4133905 w 15731938"/>
              <a:gd name="connsiteY112" fmla="*/ 2866224 h 9576980"/>
              <a:gd name="connsiteX113" fmla="*/ 4283479 w 15731938"/>
              <a:gd name="connsiteY113" fmla="*/ 2860212 h 9576980"/>
              <a:gd name="connsiteX114" fmla="*/ 4382978 w 15731938"/>
              <a:gd name="connsiteY114" fmla="*/ 2862236 h 9576980"/>
              <a:gd name="connsiteX115" fmla="*/ 4450985 w 15731938"/>
              <a:gd name="connsiteY115" fmla="*/ 2853703 h 9576980"/>
              <a:gd name="connsiteX116" fmla="*/ 4565182 w 15731938"/>
              <a:gd name="connsiteY116" fmla="*/ 2850719 h 9576980"/>
              <a:gd name="connsiteX117" fmla="*/ 4700789 w 15731938"/>
              <a:gd name="connsiteY117" fmla="*/ 2855488 h 9576980"/>
              <a:gd name="connsiteX118" fmla="*/ 4787071 w 15731938"/>
              <a:gd name="connsiteY118" fmla="*/ 2861136 h 9576980"/>
              <a:gd name="connsiteX119" fmla="*/ 4921025 w 15731938"/>
              <a:gd name="connsiteY119" fmla="*/ 2859451 h 9576980"/>
              <a:gd name="connsiteX120" fmla="*/ 5305977 w 15731938"/>
              <a:gd name="connsiteY120" fmla="*/ 2866224 h 9576980"/>
              <a:gd name="connsiteX121" fmla="*/ 5376245 w 15731938"/>
              <a:gd name="connsiteY121" fmla="*/ 2866310 h 9576980"/>
              <a:gd name="connsiteX122" fmla="*/ 5378408 w 15731938"/>
              <a:gd name="connsiteY122" fmla="*/ 2866224 h 9576980"/>
              <a:gd name="connsiteX123" fmla="*/ 5690709 w 15731938"/>
              <a:gd name="connsiteY123" fmla="*/ 2855786 h 9576980"/>
              <a:gd name="connsiteX124" fmla="*/ 5709443 w 15731938"/>
              <a:gd name="connsiteY124" fmla="*/ 2857303 h 9576980"/>
              <a:gd name="connsiteX125" fmla="*/ 5885173 w 15731938"/>
              <a:gd name="connsiteY125" fmla="*/ 2853414 h 9576980"/>
              <a:gd name="connsiteX126" fmla="*/ 6036875 w 15731938"/>
              <a:gd name="connsiteY126" fmla="*/ 2866224 h 9576980"/>
              <a:gd name="connsiteX127" fmla="*/ 6088535 w 15731938"/>
              <a:gd name="connsiteY127" fmla="*/ 2872383 h 9576980"/>
              <a:gd name="connsiteX128" fmla="*/ 6226598 w 15731938"/>
              <a:gd name="connsiteY128" fmla="*/ 2869981 h 9576980"/>
              <a:gd name="connsiteX129" fmla="*/ 6622911 w 15731938"/>
              <a:gd name="connsiteY129" fmla="*/ 2866224 h 9576980"/>
              <a:gd name="connsiteX130" fmla="*/ 6632592 w 15731938"/>
              <a:gd name="connsiteY130" fmla="*/ 2866510 h 9576980"/>
              <a:gd name="connsiteX131" fmla="*/ 6726259 w 15731938"/>
              <a:gd name="connsiteY131" fmla="*/ 2866836 h 9576980"/>
              <a:gd name="connsiteX132" fmla="*/ 7281378 w 15731938"/>
              <a:gd name="connsiteY132" fmla="*/ 2866224 h 9576980"/>
              <a:gd name="connsiteX133" fmla="*/ 7419041 w 15731938"/>
              <a:gd name="connsiteY133" fmla="*/ 2871887 h 9576980"/>
              <a:gd name="connsiteX134" fmla="*/ 7471361 w 15731938"/>
              <a:gd name="connsiteY134" fmla="*/ 2872742 h 9576980"/>
              <a:gd name="connsiteX135" fmla="*/ 7577688 w 15731938"/>
              <a:gd name="connsiteY135" fmla="*/ 2866224 h 9576980"/>
              <a:gd name="connsiteX136" fmla="*/ 7714359 w 15731938"/>
              <a:gd name="connsiteY136" fmla="*/ 2861765 h 9576980"/>
              <a:gd name="connsiteX137" fmla="*/ 7826439 w 15731938"/>
              <a:gd name="connsiteY137" fmla="*/ 2864967 h 9576980"/>
              <a:gd name="connsiteX138" fmla="*/ 8160019 w 15731938"/>
              <a:gd name="connsiteY138" fmla="*/ 2851642 h 9576980"/>
              <a:gd name="connsiteX139" fmla="*/ 8356136 w 15731938"/>
              <a:gd name="connsiteY139" fmla="*/ 2854481 h 9576980"/>
              <a:gd name="connsiteX140" fmla="*/ 8419803 w 15731938"/>
              <a:gd name="connsiteY140" fmla="*/ 2858886 h 9576980"/>
              <a:gd name="connsiteX141" fmla="*/ 8479352 w 15731938"/>
              <a:gd name="connsiteY141" fmla="*/ 2854956 h 9576980"/>
              <a:gd name="connsiteX142" fmla="*/ 8826233 w 15731938"/>
              <a:gd name="connsiteY142" fmla="*/ 2854497 h 9576980"/>
              <a:gd name="connsiteX143" fmla="*/ 9035793 w 15731938"/>
              <a:gd name="connsiteY143" fmla="*/ 2866021 h 9576980"/>
              <a:gd name="connsiteX144" fmla="*/ 9119712 w 15731938"/>
              <a:gd name="connsiteY144" fmla="*/ 2863764 h 9576980"/>
              <a:gd name="connsiteX145" fmla="*/ 9329211 w 15731938"/>
              <a:gd name="connsiteY145" fmla="*/ 2866224 h 9576980"/>
              <a:gd name="connsiteX146" fmla="*/ 9413053 w 15731938"/>
              <a:gd name="connsiteY146" fmla="*/ 2867406 h 9576980"/>
              <a:gd name="connsiteX147" fmla="*/ 9469024 w 15731938"/>
              <a:gd name="connsiteY147" fmla="*/ 2864755 h 9576980"/>
              <a:gd name="connsiteX148" fmla="*/ 9625521 w 15731938"/>
              <a:gd name="connsiteY148" fmla="*/ 2866224 h 9576980"/>
              <a:gd name="connsiteX149" fmla="*/ 9626337 w 15731938"/>
              <a:gd name="connsiteY149" fmla="*/ 2866261 h 9576980"/>
              <a:gd name="connsiteX150" fmla="*/ 9724921 w 15731938"/>
              <a:gd name="connsiteY150" fmla="*/ 2863624 h 9576980"/>
              <a:gd name="connsiteX151" fmla="*/ 10204972 w 15731938"/>
              <a:gd name="connsiteY151" fmla="*/ 2866224 h 9576980"/>
              <a:gd name="connsiteX152" fmla="*/ 10204972 w 15731938"/>
              <a:gd name="connsiteY152" fmla="*/ 3433284 h 9576980"/>
              <a:gd name="connsiteX153" fmla="*/ 9474073 w 15731938"/>
              <a:gd name="connsiteY153" fmla="*/ 3433284 h 9576980"/>
              <a:gd name="connsiteX154" fmla="*/ 9032900 w 15731938"/>
              <a:gd name="connsiteY154" fmla="*/ 3433284 h 9576980"/>
              <a:gd name="connsiteX155" fmla="*/ 8926664 w 15731938"/>
              <a:gd name="connsiteY155" fmla="*/ 3427594 h 9576980"/>
              <a:gd name="connsiteX156" fmla="*/ 8815606 w 15731938"/>
              <a:gd name="connsiteY156" fmla="*/ 3433284 h 9576980"/>
              <a:gd name="connsiteX157" fmla="*/ 8302002 w 15731938"/>
              <a:gd name="connsiteY157" fmla="*/ 3433284 h 9576980"/>
              <a:gd name="connsiteX158" fmla="*/ 8034216 w 15731938"/>
              <a:gd name="connsiteY158" fmla="*/ 3444983 h 9576980"/>
              <a:gd name="connsiteX159" fmla="*/ 7988448 w 15731938"/>
              <a:gd name="connsiteY159" fmla="*/ 3442805 h 9576980"/>
              <a:gd name="connsiteX160" fmla="*/ 7897227 w 15731938"/>
              <a:gd name="connsiteY160" fmla="*/ 3441811 h 9576980"/>
              <a:gd name="connsiteX161" fmla="*/ 7426240 w 15731938"/>
              <a:gd name="connsiteY161" fmla="*/ 3433284 h 9576980"/>
              <a:gd name="connsiteX162" fmla="*/ 6854794 w 15731938"/>
              <a:gd name="connsiteY162" fmla="*/ 3438872 h 9576980"/>
              <a:gd name="connsiteX163" fmla="*/ 6836022 w 15731938"/>
              <a:gd name="connsiteY163" fmla="*/ 3438214 h 9576980"/>
              <a:gd name="connsiteX164" fmla="*/ 6772650 w 15731938"/>
              <a:gd name="connsiteY164" fmla="*/ 3441228 h 9576980"/>
              <a:gd name="connsiteX165" fmla="*/ 6603316 w 15731938"/>
              <a:gd name="connsiteY165" fmla="*/ 3444254 h 9576980"/>
              <a:gd name="connsiteX166" fmla="*/ 6425121 w 15731938"/>
              <a:gd name="connsiteY166" fmla="*/ 3434685 h 9576980"/>
              <a:gd name="connsiteX167" fmla="*/ 6424060 w 15731938"/>
              <a:gd name="connsiteY167" fmla="*/ 3434722 h 9576980"/>
              <a:gd name="connsiteX168" fmla="*/ 6181739 w 15731938"/>
              <a:gd name="connsiteY168" fmla="*/ 3433284 h 9576980"/>
              <a:gd name="connsiteX169" fmla="*/ 5523270 w 15731938"/>
              <a:gd name="connsiteY169" fmla="*/ 3433284 h 9576980"/>
              <a:gd name="connsiteX170" fmla="*/ 5448694 w 15731938"/>
              <a:gd name="connsiteY170" fmla="*/ 3430800 h 9576980"/>
              <a:gd name="connsiteX171" fmla="*/ 5371824 w 15731938"/>
              <a:gd name="connsiteY171" fmla="*/ 3433284 h 9576980"/>
              <a:gd name="connsiteX172" fmla="*/ 4785787 w 15731938"/>
              <a:gd name="connsiteY172" fmla="*/ 3433284 h 9576980"/>
              <a:gd name="connsiteX173" fmla="*/ 4761307 w 15731938"/>
              <a:gd name="connsiteY173" fmla="*/ 3432618 h 9576980"/>
              <a:gd name="connsiteX174" fmla="*/ 4719940 w 15731938"/>
              <a:gd name="connsiteY174" fmla="*/ 3433284 h 9576980"/>
              <a:gd name="connsiteX175" fmla="*/ 4523022 w 15731938"/>
              <a:gd name="connsiteY175" fmla="*/ 3435347 h 9576980"/>
              <a:gd name="connsiteX176" fmla="*/ 4494287 w 15731938"/>
              <a:gd name="connsiteY176" fmla="*/ 3436727 h 9576980"/>
              <a:gd name="connsiteX177" fmla="*/ 4342432 w 15731938"/>
              <a:gd name="connsiteY177" fmla="*/ 3442267 h 9576980"/>
              <a:gd name="connsiteX178" fmla="*/ 4263186 w 15731938"/>
              <a:gd name="connsiteY178" fmla="*/ 3437278 h 9576980"/>
              <a:gd name="connsiteX179" fmla="*/ 4241690 w 15731938"/>
              <a:gd name="connsiteY179" fmla="*/ 3437368 h 9576980"/>
              <a:gd name="connsiteX180" fmla="*/ 4061473 w 15731938"/>
              <a:gd name="connsiteY180" fmla="*/ 3433284 h 9576980"/>
              <a:gd name="connsiteX181" fmla="*/ 3265079 w 15731938"/>
              <a:gd name="connsiteY181" fmla="*/ 3440371 h 9576980"/>
              <a:gd name="connsiteX182" fmla="*/ 3136535 w 15731938"/>
              <a:gd name="connsiteY182" fmla="*/ 3437367 h 9576980"/>
              <a:gd name="connsiteX183" fmla="*/ 3134271 w 15731938"/>
              <a:gd name="connsiteY183" fmla="*/ 3485398 h 9576980"/>
              <a:gd name="connsiteX184" fmla="*/ 3135898 w 15731938"/>
              <a:gd name="connsiteY184" fmla="*/ 3619395 h 9576980"/>
              <a:gd name="connsiteX185" fmla="*/ 3150955 w 15731938"/>
              <a:gd name="connsiteY185" fmla="*/ 3930804 h 9576980"/>
              <a:gd name="connsiteX186" fmla="*/ 3135898 w 15731938"/>
              <a:gd name="connsiteY186" fmla="*/ 4202505 h 9576980"/>
              <a:gd name="connsiteX187" fmla="*/ 3130337 w 15731938"/>
              <a:gd name="connsiteY187" fmla="*/ 4203011 h 9576980"/>
              <a:gd name="connsiteX188" fmla="*/ 3129753 w 15731938"/>
              <a:gd name="connsiteY188" fmla="*/ 4227910 h 9576980"/>
              <a:gd name="connsiteX189" fmla="*/ 3129574 w 15731938"/>
              <a:gd name="connsiteY189" fmla="*/ 4274218 h 9576980"/>
              <a:gd name="connsiteX190" fmla="*/ 3134864 w 15731938"/>
              <a:gd name="connsiteY190" fmla="*/ 4758991 h 9576980"/>
              <a:gd name="connsiteX191" fmla="*/ 3134041 w 15731938"/>
              <a:gd name="connsiteY191" fmla="*/ 4782286 h 9576980"/>
              <a:gd name="connsiteX192" fmla="*/ 3139115 w 15731938"/>
              <a:gd name="connsiteY192" fmla="*/ 4843497 h 9576980"/>
              <a:gd name="connsiteX193" fmla="*/ 3130548 w 15731938"/>
              <a:gd name="connsiteY193" fmla="*/ 5126962 h 9576980"/>
              <a:gd name="connsiteX194" fmla="*/ 3130348 w 15731938"/>
              <a:gd name="connsiteY194" fmla="*/ 5174406 h 9576980"/>
              <a:gd name="connsiteX195" fmla="*/ 3230600 w 15731938"/>
              <a:gd name="connsiteY195" fmla="*/ 5170671 h 9576980"/>
              <a:gd name="connsiteX196" fmla="*/ 3389753 w 15731938"/>
              <a:gd name="connsiteY196" fmla="*/ 5172254 h 9576980"/>
              <a:gd name="connsiteX197" fmla="*/ 3571628 w 15731938"/>
              <a:gd name="connsiteY197" fmla="*/ 5172228 h 9576980"/>
              <a:gd name="connsiteX198" fmla="*/ 3739500 w 15731938"/>
              <a:gd name="connsiteY198" fmla="*/ 5165833 h 9576980"/>
              <a:gd name="connsiteX199" fmla="*/ 3818073 w 15731938"/>
              <a:gd name="connsiteY199" fmla="*/ 5159683 h 9576980"/>
              <a:gd name="connsiteX200" fmla="*/ 3923407 w 15731938"/>
              <a:gd name="connsiteY200" fmla="*/ 5159520 h 9576980"/>
              <a:gd name="connsiteX201" fmla="*/ 3951126 w 15731938"/>
              <a:gd name="connsiteY201" fmla="*/ 5161830 h 9576980"/>
              <a:gd name="connsiteX202" fmla="*/ 3984773 w 15731938"/>
              <a:gd name="connsiteY202" fmla="*/ 5161276 h 9576980"/>
              <a:gd name="connsiteX203" fmla="*/ 4254725 w 15731938"/>
              <a:gd name="connsiteY203" fmla="*/ 5172254 h 9576980"/>
              <a:gd name="connsiteX204" fmla="*/ 4336877 w 15731938"/>
              <a:gd name="connsiteY204" fmla="*/ 5177949 h 9576980"/>
              <a:gd name="connsiteX205" fmla="*/ 4463055 w 15731938"/>
              <a:gd name="connsiteY205" fmla="*/ 5179388 h 9576980"/>
              <a:gd name="connsiteX206" fmla="*/ 4833845 w 15731938"/>
              <a:gd name="connsiteY206" fmla="*/ 5173856 h 9576980"/>
              <a:gd name="connsiteX207" fmla="*/ 4851968 w 15731938"/>
              <a:gd name="connsiteY207" fmla="*/ 5172254 h 9576980"/>
              <a:gd name="connsiteX208" fmla="*/ 5035840 w 15731938"/>
              <a:gd name="connsiteY208" fmla="*/ 5163678 h 9576980"/>
              <a:gd name="connsiteX209" fmla="*/ 5102628 w 15731938"/>
              <a:gd name="connsiteY209" fmla="*/ 5164770 h 9576980"/>
              <a:gd name="connsiteX210" fmla="*/ 5186590 w 15731938"/>
              <a:gd name="connsiteY210" fmla="*/ 5160878 h 9576980"/>
              <a:gd name="connsiteX211" fmla="*/ 5269239 w 15731938"/>
              <a:gd name="connsiteY211" fmla="*/ 5163052 h 9576980"/>
              <a:gd name="connsiteX212" fmla="*/ 5355569 w 15731938"/>
              <a:gd name="connsiteY212" fmla="*/ 5171808 h 9576980"/>
              <a:gd name="connsiteX213" fmla="*/ 5538453 w 15731938"/>
              <a:gd name="connsiteY213" fmla="*/ 5172254 h 9576980"/>
              <a:gd name="connsiteX214" fmla="*/ 6135697 w 15731938"/>
              <a:gd name="connsiteY214" fmla="*/ 5172254 h 9576980"/>
              <a:gd name="connsiteX215" fmla="*/ 6732938 w 15731938"/>
              <a:gd name="connsiteY215" fmla="*/ 5172254 h 9576980"/>
              <a:gd name="connsiteX216" fmla="*/ 7019959 w 15731938"/>
              <a:gd name="connsiteY216" fmla="*/ 5155564 h 9576980"/>
              <a:gd name="connsiteX217" fmla="*/ 7419425 w 15731938"/>
              <a:gd name="connsiteY217" fmla="*/ 5172254 h 9576980"/>
              <a:gd name="connsiteX218" fmla="*/ 7504558 w 15731938"/>
              <a:gd name="connsiteY218" fmla="*/ 5175857 h 9576980"/>
              <a:gd name="connsiteX219" fmla="*/ 7597910 w 15731938"/>
              <a:gd name="connsiteY219" fmla="*/ 5172254 h 9576980"/>
              <a:gd name="connsiteX220" fmla="*/ 8195153 w 15731938"/>
              <a:gd name="connsiteY220" fmla="*/ 5172254 h 9576980"/>
              <a:gd name="connsiteX221" fmla="*/ 8317780 w 15731938"/>
              <a:gd name="connsiteY221" fmla="*/ 5173385 h 9576980"/>
              <a:gd name="connsiteX222" fmla="*/ 8346179 w 15731938"/>
              <a:gd name="connsiteY222" fmla="*/ 5172254 h 9576980"/>
              <a:gd name="connsiteX223" fmla="*/ 9032665 w 15731938"/>
              <a:gd name="connsiteY223" fmla="*/ 5172254 h 9576980"/>
              <a:gd name="connsiteX224" fmla="*/ 9050027 w 15731938"/>
              <a:gd name="connsiteY224" fmla="*/ 5173263 h 9576980"/>
              <a:gd name="connsiteX225" fmla="*/ 9189983 w 15731938"/>
              <a:gd name="connsiteY225" fmla="*/ 5175049 h 9576980"/>
              <a:gd name="connsiteX226" fmla="*/ 9389638 w 15731938"/>
              <a:gd name="connsiteY226" fmla="*/ 5172254 h 9576980"/>
              <a:gd name="connsiteX227" fmla="*/ 9871331 w 15731938"/>
              <a:gd name="connsiteY227" fmla="*/ 5158749 h 9576980"/>
              <a:gd name="connsiteX228" fmla="*/ 10028127 w 15731938"/>
              <a:gd name="connsiteY228" fmla="*/ 5169089 h 9576980"/>
              <a:gd name="connsiteX229" fmla="*/ 10271107 w 15731938"/>
              <a:gd name="connsiteY229" fmla="*/ 5157895 h 9576980"/>
              <a:gd name="connsiteX230" fmla="*/ 10457454 w 15731938"/>
              <a:gd name="connsiteY230" fmla="*/ 5158136 h 9576980"/>
              <a:gd name="connsiteX231" fmla="*/ 10596845 w 15731938"/>
              <a:gd name="connsiteY231" fmla="*/ 5168578 h 9576980"/>
              <a:gd name="connsiteX232" fmla="*/ 10795566 w 15731938"/>
              <a:gd name="connsiteY232" fmla="*/ 5161415 h 9576980"/>
              <a:gd name="connsiteX233" fmla="*/ 11092122 w 15731938"/>
              <a:gd name="connsiteY233" fmla="*/ 5172254 h 9576980"/>
              <a:gd name="connsiteX234" fmla="*/ 11806067 w 15731938"/>
              <a:gd name="connsiteY234" fmla="*/ 5172254 h 9576980"/>
              <a:gd name="connsiteX235" fmla="*/ 11809689 w 15731938"/>
              <a:gd name="connsiteY235" fmla="*/ 5267663 h 9576980"/>
              <a:gd name="connsiteX236" fmla="*/ 11809875 w 15731938"/>
              <a:gd name="connsiteY236" fmla="*/ 5277327 h 9576980"/>
              <a:gd name="connsiteX237" fmla="*/ 11810908 w 15731938"/>
              <a:gd name="connsiteY237" fmla="*/ 5305837 h 9576980"/>
              <a:gd name="connsiteX238" fmla="*/ 11806067 w 15731938"/>
              <a:gd name="connsiteY238" fmla="*/ 5739314 h 9576980"/>
              <a:gd name="connsiteX239" fmla="*/ 11298068 w 15731938"/>
              <a:gd name="connsiteY239" fmla="*/ 5739314 h 9576980"/>
              <a:gd name="connsiteX240" fmla="*/ 10611582 w 15731938"/>
              <a:gd name="connsiteY240" fmla="*/ 5739314 h 9576980"/>
              <a:gd name="connsiteX241" fmla="*/ 10574195 w 15731938"/>
              <a:gd name="connsiteY241" fmla="*/ 5737362 h 9576980"/>
              <a:gd name="connsiteX242" fmla="*/ 10460555 w 15731938"/>
              <a:gd name="connsiteY242" fmla="*/ 5739314 h 9576980"/>
              <a:gd name="connsiteX243" fmla="*/ 10041799 w 15731938"/>
              <a:gd name="connsiteY243" fmla="*/ 5739314 h 9576980"/>
              <a:gd name="connsiteX244" fmla="*/ 9901249 w 15731938"/>
              <a:gd name="connsiteY244" fmla="*/ 5738693 h 9576980"/>
              <a:gd name="connsiteX245" fmla="*/ 9876111 w 15731938"/>
              <a:gd name="connsiteY245" fmla="*/ 5737793 h 9576980"/>
              <a:gd name="connsiteX246" fmla="*/ 9746610 w 15731938"/>
              <a:gd name="connsiteY246" fmla="*/ 5739314 h 9576980"/>
              <a:gd name="connsiteX247" fmla="*/ 9408113 w 15731938"/>
              <a:gd name="connsiteY247" fmla="*/ 5743405 h 9576980"/>
              <a:gd name="connsiteX248" fmla="*/ 9271319 w 15731938"/>
              <a:gd name="connsiteY248" fmla="*/ 5744625 h 9576980"/>
              <a:gd name="connsiteX249" fmla="*/ 9250725 w 15731938"/>
              <a:gd name="connsiteY249" fmla="*/ 5745257 h 9576980"/>
              <a:gd name="connsiteX250" fmla="*/ 9237901 w 15731938"/>
              <a:gd name="connsiteY250" fmla="*/ 5744923 h 9576980"/>
              <a:gd name="connsiteX251" fmla="*/ 9210917 w 15731938"/>
              <a:gd name="connsiteY251" fmla="*/ 5745164 h 9576980"/>
              <a:gd name="connsiteX252" fmla="*/ 8970881 w 15731938"/>
              <a:gd name="connsiteY252" fmla="*/ 5739314 h 9576980"/>
              <a:gd name="connsiteX253" fmla="*/ 8912071 w 15731938"/>
              <a:gd name="connsiteY253" fmla="*/ 5737440 h 9576980"/>
              <a:gd name="connsiteX254" fmla="*/ 8847314 w 15731938"/>
              <a:gd name="connsiteY254" fmla="*/ 5739314 h 9576980"/>
              <a:gd name="connsiteX255" fmla="*/ 8349470 w 15731938"/>
              <a:gd name="connsiteY255" fmla="*/ 5738186 h 9576980"/>
              <a:gd name="connsiteX256" fmla="*/ 8207559 w 15731938"/>
              <a:gd name="connsiteY256" fmla="*/ 5739034 h 9576980"/>
              <a:gd name="connsiteX257" fmla="*/ 8195153 w 15731938"/>
              <a:gd name="connsiteY257" fmla="*/ 5739314 h 9576980"/>
              <a:gd name="connsiteX258" fmla="*/ 8168351 w 15731938"/>
              <a:gd name="connsiteY258" fmla="*/ 5739269 h 9576980"/>
              <a:gd name="connsiteX259" fmla="*/ 8160828 w 15731938"/>
              <a:gd name="connsiteY259" fmla="*/ 5739314 h 9576980"/>
              <a:gd name="connsiteX260" fmla="*/ 7579279 w 15731938"/>
              <a:gd name="connsiteY260" fmla="*/ 5752641 h 9576980"/>
              <a:gd name="connsiteX261" fmla="*/ 7403117 w 15731938"/>
              <a:gd name="connsiteY261" fmla="*/ 5740550 h 9576980"/>
              <a:gd name="connsiteX262" fmla="*/ 7275421 w 15731938"/>
              <a:gd name="connsiteY262" fmla="*/ 5750233 h 9576980"/>
              <a:gd name="connsiteX263" fmla="*/ 7170400 w 15731938"/>
              <a:gd name="connsiteY263" fmla="*/ 5752202 h 9576980"/>
              <a:gd name="connsiteX264" fmla="*/ 7030607 w 15731938"/>
              <a:gd name="connsiteY264" fmla="*/ 5741587 h 9576980"/>
              <a:gd name="connsiteX265" fmla="*/ 6907325 w 15731938"/>
              <a:gd name="connsiteY265" fmla="*/ 5747876 h 9576980"/>
              <a:gd name="connsiteX266" fmla="*/ 6698615 w 15731938"/>
              <a:gd name="connsiteY266" fmla="*/ 5739314 h 9576980"/>
              <a:gd name="connsiteX267" fmla="*/ 6647707 w 15731938"/>
              <a:gd name="connsiteY267" fmla="*/ 5736116 h 9576980"/>
              <a:gd name="connsiteX268" fmla="*/ 6492668 w 15731938"/>
              <a:gd name="connsiteY268" fmla="*/ 5739314 h 9576980"/>
              <a:gd name="connsiteX269" fmla="*/ 6323297 w 15731938"/>
              <a:gd name="connsiteY269" fmla="*/ 5740577 h 9576980"/>
              <a:gd name="connsiteX270" fmla="*/ 6300864 w 15731938"/>
              <a:gd name="connsiteY270" fmla="*/ 5741793 h 9576980"/>
              <a:gd name="connsiteX271" fmla="*/ 5977313 w 15731938"/>
              <a:gd name="connsiteY271" fmla="*/ 5748598 h 9576980"/>
              <a:gd name="connsiteX272" fmla="*/ 5845184 w 15731938"/>
              <a:gd name="connsiteY272" fmla="*/ 5740059 h 9576980"/>
              <a:gd name="connsiteX273" fmla="*/ 5716940 w 15731938"/>
              <a:gd name="connsiteY273" fmla="*/ 5739314 h 9576980"/>
              <a:gd name="connsiteX274" fmla="*/ 5208940 w 15731938"/>
              <a:gd name="connsiteY274" fmla="*/ 5739314 h 9576980"/>
              <a:gd name="connsiteX275" fmla="*/ 5171529 w 15731938"/>
              <a:gd name="connsiteY275" fmla="*/ 5735925 h 9576980"/>
              <a:gd name="connsiteX276" fmla="*/ 5147157 w 15731938"/>
              <a:gd name="connsiteY276" fmla="*/ 5739314 h 9576980"/>
              <a:gd name="connsiteX277" fmla="*/ 4571041 w 15731938"/>
              <a:gd name="connsiteY277" fmla="*/ 5727375 h 9576980"/>
              <a:gd name="connsiteX278" fmla="*/ 4493357 w 15731938"/>
              <a:gd name="connsiteY278" fmla="*/ 5729140 h 9576980"/>
              <a:gd name="connsiteX279" fmla="*/ 4429812 w 15731938"/>
              <a:gd name="connsiteY279" fmla="*/ 5733467 h 9576980"/>
              <a:gd name="connsiteX280" fmla="*/ 4371428 w 15731938"/>
              <a:gd name="connsiteY280" fmla="*/ 5739314 h 9576980"/>
              <a:gd name="connsiteX281" fmla="*/ 4191632 w 15731938"/>
              <a:gd name="connsiteY281" fmla="*/ 5755604 h 9576980"/>
              <a:gd name="connsiteX282" fmla="*/ 4163613 w 15731938"/>
              <a:gd name="connsiteY282" fmla="*/ 5755496 h 9576980"/>
              <a:gd name="connsiteX283" fmla="*/ 4107965 w 15731938"/>
              <a:gd name="connsiteY283" fmla="*/ 5760488 h 9576980"/>
              <a:gd name="connsiteX284" fmla="*/ 3739306 w 15731938"/>
              <a:gd name="connsiteY284" fmla="*/ 5758425 h 9576980"/>
              <a:gd name="connsiteX285" fmla="*/ 3485751 w 15731938"/>
              <a:gd name="connsiteY285" fmla="*/ 5739810 h 9576980"/>
              <a:gd name="connsiteX286" fmla="*/ 3241220 w 15731938"/>
              <a:gd name="connsiteY286" fmla="*/ 5740913 h 9576980"/>
              <a:gd name="connsiteX287" fmla="*/ 3131142 w 15731938"/>
              <a:gd name="connsiteY287" fmla="*/ 5741905 h 9576980"/>
              <a:gd name="connsiteX288" fmla="*/ 3131047 w 15731938"/>
              <a:gd name="connsiteY288" fmla="*/ 5749746 h 9576980"/>
              <a:gd name="connsiteX289" fmla="*/ 3130087 w 15731938"/>
              <a:gd name="connsiteY289" fmla="*/ 5806731 h 9576980"/>
              <a:gd name="connsiteX290" fmla="*/ 3127176 w 15731938"/>
              <a:gd name="connsiteY290" fmla="*/ 5874826 h 9576980"/>
              <a:gd name="connsiteX291" fmla="*/ 3130087 w 15731938"/>
              <a:gd name="connsiteY291" fmla="*/ 5920791 h 9576980"/>
              <a:gd name="connsiteX292" fmla="*/ 3130087 w 15731938"/>
              <a:gd name="connsiteY292" fmla="*/ 6422652 h 9576980"/>
              <a:gd name="connsiteX293" fmla="*/ 2851747 w 15731938"/>
              <a:gd name="connsiteY293" fmla="*/ 6422652 h 9576980"/>
              <a:gd name="connsiteX294" fmla="*/ 2388670 w 15731938"/>
              <a:gd name="connsiteY294" fmla="*/ 6417830 h 9576980"/>
              <a:gd name="connsiteX295" fmla="*/ 2304399 w 15731938"/>
              <a:gd name="connsiteY295" fmla="*/ 6420482 h 9576980"/>
              <a:gd name="connsiteX296" fmla="*/ 2282831 w 15731938"/>
              <a:gd name="connsiteY296" fmla="*/ 6422652 h 9576980"/>
              <a:gd name="connsiteX297" fmla="*/ 2016918 w 15731938"/>
              <a:gd name="connsiteY297" fmla="*/ 6429254 h 9576980"/>
              <a:gd name="connsiteX298" fmla="*/ 2004374 w 15731938"/>
              <a:gd name="connsiteY298" fmla="*/ 6428381 h 9576980"/>
              <a:gd name="connsiteX299" fmla="*/ 1952849 w 15731938"/>
              <a:gd name="connsiteY299" fmla="*/ 6429843 h 9576980"/>
              <a:gd name="connsiteX300" fmla="*/ 1666505 w 15731938"/>
              <a:gd name="connsiteY300" fmla="*/ 6422652 h 9576980"/>
              <a:gd name="connsiteX301" fmla="*/ 1160073 w 15731938"/>
              <a:gd name="connsiteY301" fmla="*/ 6422566 h 9576980"/>
              <a:gd name="connsiteX302" fmla="*/ 1099096 w 15731938"/>
              <a:gd name="connsiteY302" fmla="*/ 6421365 h 9576980"/>
              <a:gd name="connsiteX303" fmla="*/ 1050180 w 15731938"/>
              <a:gd name="connsiteY303" fmla="*/ 6422652 h 9576980"/>
              <a:gd name="connsiteX304" fmla="*/ 988148 w 15731938"/>
              <a:gd name="connsiteY304" fmla="*/ 6424556 h 9576980"/>
              <a:gd name="connsiteX305" fmla="*/ 965094 w 15731938"/>
              <a:gd name="connsiteY305" fmla="*/ 6425701 h 9576980"/>
              <a:gd name="connsiteX306" fmla="*/ 896270 w 15731938"/>
              <a:gd name="connsiteY306" fmla="*/ 6428070 h 9576980"/>
              <a:gd name="connsiteX307" fmla="*/ 847611 w 15731938"/>
              <a:gd name="connsiteY307" fmla="*/ 6428827 h 9576980"/>
              <a:gd name="connsiteX308" fmla="*/ 839614 w 15731938"/>
              <a:gd name="connsiteY308" fmla="*/ 6429067 h 9576980"/>
              <a:gd name="connsiteX309" fmla="*/ 840893 w 15731938"/>
              <a:gd name="connsiteY309" fmla="*/ 6496889 h 9576980"/>
              <a:gd name="connsiteX310" fmla="*/ 837322 w 15731938"/>
              <a:gd name="connsiteY310" fmla="*/ 6693432 h 9576980"/>
              <a:gd name="connsiteX311" fmla="*/ 833636 w 15731938"/>
              <a:gd name="connsiteY311" fmla="*/ 6832393 h 9576980"/>
              <a:gd name="connsiteX312" fmla="*/ 833754 w 15731938"/>
              <a:gd name="connsiteY312" fmla="*/ 6849093 h 9576980"/>
              <a:gd name="connsiteX313" fmla="*/ 831675 w 15731938"/>
              <a:gd name="connsiteY313" fmla="*/ 6945245 h 9576980"/>
              <a:gd name="connsiteX314" fmla="*/ 831409 w 15731938"/>
              <a:gd name="connsiteY314" fmla="*/ 6990705 h 9576980"/>
              <a:gd name="connsiteX315" fmla="*/ 833754 w 15731938"/>
              <a:gd name="connsiteY315" fmla="*/ 7078349 h 9576980"/>
              <a:gd name="connsiteX316" fmla="*/ 822367 w 15731938"/>
              <a:gd name="connsiteY316" fmla="*/ 7505792 h 9576980"/>
              <a:gd name="connsiteX317" fmla="*/ 821943 w 15731938"/>
              <a:gd name="connsiteY317" fmla="*/ 7516338 h 9576980"/>
              <a:gd name="connsiteX318" fmla="*/ 823080 w 15731938"/>
              <a:gd name="connsiteY318" fmla="*/ 7543710 h 9576980"/>
              <a:gd name="connsiteX319" fmla="*/ 833754 w 15731938"/>
              <a:gd name="connsiteY319" fmla="*/ 7671719 h 9576980"/>
              <a:gd name="connsiteX320" fmla="*/ 833754 w 15731938"/>
              <a:gd name="connsiteY320" fmla="*/ 8346003 h 9576980"/>
              <a:gd name="connsiteX321" fmla="*/ 937282 w 15731938"/>
              <a:gd name="connsiteY321" fmla="*/ 8346804 h 9576980"/>
              <a:gd name="connsiteX322" fmla="*/ 957161 w 15731938"/>
              <a:gd name="connsiteY322" fmla="*/ 8346704 h 9576980"/>
              <a:gd name="connsiteX323" fmla="*/ 1421051 w 15731938"/>
              <a:gd name="connsiteY323" fmla="*/ 8346003 h 9576980"/>
              <a:gd name="connsiteX324" fmla="*/ 1444803 w 15731938"/>
              <a:gd name="connsiteY324" fmla="*/ 8346866 h 9576980"/>
              <a:gd name="connsiteX325" fmla="*/ 1508808 w 15731938"/>
              <a:gd name="connsiteY325" fmla="*/ 8346003 h 9576980"/>
              <a:gd name="connsiteX326" fmla="*/ 2183861 w 15731938"/>
              <a:gd name="connsiteY326" fmla="*/ 8346003 h 9576980"/>
              <a:gd name="connsiteX327" fmla="*/ 2184669 w 15731938"/>
              <a:gd name="connsiteY327" fmla="*/ 8346083 h 9576980"/>
              <a:gd name="connsiteX328" fmla="*/ 2244616 w 15731938"/>
              <a:gd name="connsiteY328" fmla="*/ 8346003 h 9576980"/>
              <a:gd name="connsiteX329" fmla="*/ 2457714 w 15731938"/>
              <a:gd name="connsiteY329" fmla="*/ 8353652 h 9576980"/>
              <a:gd name="connsiteX330" fmla="*/ 2535487 w 15731938"/>
              <a:gd name="connsiteY330" fmla="*/ 8354002 h 9576980"/>
              <a:gd name="connsiteX331" fmla="*/ 2595644 w 15731938"/>
              <a:gd name="connsiteY331" fmla="*/ 8346003 h 9576980"/>
              <a:gd name="connsiteX332" fmla="*/ 2715334 w 15731938"/>
              <a:gd name="connsiteY332" fmla="*/ 8340962 h 9576980"/>
              <a:gd name="connsiteX333" fmla="*/ 2720677 w 15731938"/>
              <a:gd name="connsiteY333" fmla="*/ 8341160 h 9576980"/>
              <a:gd name="connsiteX334" fmla="*/ 2778099 w 15731938"/>
              <a:gd name="connsiteY334" fmla="*/ 8340427 h 9576980"/>
              <a:gd name="connsiteX335" fmla="*/ 3331452 w 15731938"/>
              <a:gd name="connsiteY335" fmla="*/ 8346003 h 9576980"/>
              <a:gd name="connsiteX336" fmla="*/ 3918749 w 15731938"/>
              <a:gd name="connsiteY336" fmla="*/ 8346003 h 9576980"/>
              <a:gd name="connsiteX337" fmla="*/ 4255241 w 15731938"/>
              <a:gd name="connsiteY337" fmla="*/ 8355485 h 9576980"/>
              <a:gd name="connsiteX338" fmla="*/ 4354830 w 15731938"/>
              <a:gd name="connsiteY338" fmla="*/ 8352632 h 9576980"/>
              <a:gd name="connsiteX339" fmla="*/ 4445290 w 15731938"/>
              <a:gd name="connsiteY339" fmla="*/ 8346003 h 9576980"/>
              <a:gd name="connsiteX340" fmla="*/ 4873887 w 15731938"/>
              <a:gd name="connsiteY340" fmla="*/ 8340928 h 9576980"/>
              <a:gd name="connsiteX341" fmla="*/ 4904024 w 15731938"/>
              <a:gd name="connsiteY341" fmla="*/ 8341955 h 9576980"/>
              <a:gd name="connsiteX342" fmla="*/ 5024157 w 15731938"/>
              <a:gd name="connsiteY342" fmla="*/ 8341016 h 9576980"/>
              <a:gd name="connsiteX343" fmla="*/ 5262591 w 15731938"/>
              <a:gd name="connsiteY343" fmla="*/ 8341215 h 9576980"/>
              <a:gd name="connsiteX344" fmla="*/ 5341467 w 15731938"/>
              <a:gd name="connsiteY344" fmla="*/ 8342530 h 9576980"/>
              <a:gd name="connsiteX345" fmla="*/ 5367039 w 15731938"/>
              <a:gd name="connsiteY345" fmla="*/ 8340583 h 9576980"/>
              <a:gd name="connsiteX346" fmla="*/ 5795401 w 15731938"/>
              <a:gd name="connsiteY346" fmla="*/ 8346003 h 9576980"/>
              <a:gd name="connsiteX347" fmla="*/ 5959937 w 15731938"/>
              <a:gd name="connsiteY347" fmla="*/ 8348148 h 9576980"/>
              <a:gd name="connsiteX348" fmla="*/ 6000607 w 15731938"/>
              <a:gd name="connsiteY348" fmla="*/ 8347676 h 9576980"/>
              <a:gd name="connsiteX349" fmla="*/ 6004837 w 15731938"/>
              <a:gd name="connsiteY349" fmla="*/ 8347642 h 9576980"/>
              <a:gd name="connsiteX350" fmla="*/ 6156159 w 15731938"/>
              <a:gd name="connsiteY350" fmla="*/ 8342709 h 9576980"/>
              <a:gd name="connsiteX351" fmla="*/ 6157106 w 15731938"/>
              <a:gd name="connsiteY351" fmla="*/ 8303388 h 9576980"/>
              <a:gd name="connsiteX352" fmla="*/ 6648512 w 15731938"/>
              <a:gd name="connsiteY352" fmla="*/ 8303388 h 9576980"/>
              <a:gd name="connsiteX353" fmla="*/ 6674760 w 15731938"/>
              <a:gd name="connsiteY353" fmla="*/ 8304109 h 9576980"/>
              <a:gd name="connsiteX354" fmla="*/ 6855663 w 15731938"/>
              <a:gd name="connsiteY354" fmla="*/ 8297482 h 9576980"/>
              <a:gd name="connsiteX355" fmla="*/ 7030713 w 15731938"/>
              <a:gd name="connsiteY355" fmla="*/ 8303388 h 9576980"/>
              <a:gd name="connsiteX356" fmla="*/ 7036150 w 15731938"/>
              <a:gd name="connsiteY356" fmla="*/ 8303619 h 9576980"/>
              <a:gd name="connsiteX357" fmla="*/ 7044364 w 15731938"/>
              <a:gd name="connsiteY357" fmla="*/ 8303388 h 9576980"/>
              <a:gd name="connsiteX358" fmla="*/ 7917971 w 15731938"/>
              <a:gd name="connsiteY358" fmla="*/ 8303388 h 9576980"/>
              <a:gd name="connsiteX359" fmla="*/ 7982504 w 15731938"/>
              <a:gd name="connsiteY359" fmla="*/ 8310789 h 9576980"/>
              <a:gd name="connsiteX360" fmla="*/ 8109073 w 15731938"/>
              <a:gd name="connsiteY360" fmla="*/ 8303388 h 9576980"/>
              <a:gd name="connsiteX361" fmla="*/ 8490727 w 15731938"/>
              <a:gd name="connsiteY361" fmla="*/ 8296818 h 9576980"/>
              <a:gd name="connsiteX362" fmla="*/ 8558515 w 15731938"/>
              <a:gd name="connsiteY362" fmla="*/ 8297941 h 9576980"/>
              <a:gd name="connsiteX363" fmla="*/ 8632736 w 15731938"/>
              <a:gd name="connsiteY363" fmla="*/ 8290397 h 9576980"/>
              <a:gd name="connsiteX364" fmla="*/ 9091881 w 15731938"/>
              <a:gd name="connsiteY364" fmla="*/ 8303388 h 9576980"/>
              <a:gd name="connsiteX365" fmla="*/ 9255376 w 15731938"/>
              <a:gd name="connsiteY365" fmla="*/ 8303388 h 9576980"/>
              <a:gd name="connsiteX366" fmla="*/ 9255407 w 15731938"/>
              <a:gd name="connsiteY366" fmla="*/ 8304143 h 9576980"/>
              <a:gd name="connsiteX367" fmla="*/ 9282982 w 15731938"/>
              <a:gd name="connsiteY367" fmla="*/ 8303388 h 9576980"/>
              <a:gd name="connsiteX368" fmla="*/ 9678836 w 15731938"/>
              <a:gd name="connsiteY368" fmla="*/ 8303388 h 9576980"/>
              <a:gd name="connsiteX369" fmla="*/ 9876530 w 15731938"/>
              <a:gd name="connsiteY369" fmla="*/ 8295904 h 9576980"/>
              <a:gd name="connsiteX370" fmla="*/ 9913044 w 15731938"/>
              <a:gd name="connsiteY370" fmla="*/ 8297283 h 9576980"/>
              <a:gd name="connsiteX371" fmla="*/ 9977320 w 15731938"/>
              <a:gd name="connsiteY371" fmla="*/ 8294453 h 9576980"/>
              <a:gd name="connsiteX372" fmla="*/ 10107136 w 15731938"/>
              <a:gd name="connsiteY372" fmla="*/ 8300692 h 9576980"/>
              <a:gd name="connsiteX373" fmla="*/ 10121606 w 15731938"/>
              <a:gd name="connsiteY373" fmla="*/ 8301964 h 9576980"/>
              <a:gd name="connsiteX374" fmla="*/ 10219452 w 15731938"/>
              <a:gd name="connsiteY374" fmla="*/ 8298993 h 9576980"/>
              <a:gd name="connsiteX375" fmla="*/ 10351008 w 15731938"/>
              <a:gd name="connsiteY375" fmla="*/ 8293412 h 9576980"/>
              <a:gd name="connsiteX376" fmla="*/ 10381620 w 15731938"/>
              <a:gd name="connsiteY376" fmla="*/ 8289829 h 9576980"/>
              <a:gd name="connsiteX377" fmla="*/ 10564242 w 15731938"/>
              <a:gd name="connsiteY377" fmla="*/ 8282966 h 9576980"/>
              <a:gd name="connsiteX378" fmla="*/ 11043847 w 15731938"/>
              <a:gd name="connsiteY378" fmla="*/ 8303388 h 9576980"/>
              <a:gd name="connsiteX379" fmla="*/ 11149312 w 15731938"/>
              <a:gd name="connsiteY379" fmla="*/ 8310887 h 9576980"/>
              <a:gd name="connsiteX380" fmla="*/ 11166287 w 15731938"/>
              <a:gd name="connsiteY380" fmla="*/ 8308794 h 9576980"/>
              <a:gd name="connsiteX381" fmla="*/ 11248599 w 15731938"/>
              <a:gd name="connsiteY381" fmla="*/ 8303388 h 9576980"/>
              <a:gd name="connsiteX382" fmla="*/ 11931105 w 15731938"/>
              <a:gd name="connsiteY382" fmla="*/ 8303388 h 9576980"/>
              <a:gd name="connsiteX383" fmla="*/ 12072539 w 15731938"/>
              <a:gd name="connsiteY383" fmla="*/ 8313913 h 9576980"/>
              <a:gd name="connsiteX384" fmla="*/ 12217757 w 15731938"/>
              <a:gd name="connsiteY384" fmla="*/ 8303388 h 9576980"/>
              <a:gd name="connsiteX385" fmla="*/ 12278583 w 15731938"/>
              <a:gd name="connsiteY385" fmla="*/ 8299781 h 9576980"/>
              <a:gd name="connsiteX386" fmla="*/ 12347570 w 15731938"/>
              <a:gd name="connsiteY386" fmla="*/ 8296936 h 9576980"/>
              <a:gd name="connsiteX387" fmla="*/ 12349463 w 15731938"/>
              <a:gd name="connsiteY387" fmla="*/ 8259466 h 9576980"/>
              <a:gd name="connsiteX388" fmla="*/ 12353689 w 15731938"/>
              <a:gd name="connsiteY388" fmla="*/ 8200767 h 9576980"/>
              <a:gd name="connsiteX389" fmla="*/ 12355478 w 15731938"/>
              <a:gd name="connsiteY389" fmla="*/ 8167709 h 9576980"/>
              <a:gd name="connsiteX390" fmla="*/ 12353689 w 15731938"/>
              <a:gd name="connsiteY390" fmla="*/ 8091567 h 9576980"/>
              <a:gd name="connsiteX391" fmla="*/ 12345458 w 15731938"/>
              <a:gd name="connsiteY391" fmla="*/ 7632118 h 9576980"/>
              <a:gd name="connsiteX392" fmla="*/ 12347792 w 15731938"/>
              <a:gd name="connsiteY392" fmla="*/ 7595965 h 9576980"/>
              <a:gd name="connsiteX393" fmla="*/ 12348297 w 15731938"/>
              <a:gd name="connsiteY393" fmla="*/ 7538259 h 9576980"/>
              <a:gd name="connsiteX394" fmla="*/ 12353689 w 15731938"/>
              <a:gd name="connsiteY394" fmla="*/ 7217959 h 9576980"/>
              <a:gd name="connsiteX395" fmla="*/ 12353680 w 15731938"/>
              <a:gd name="connsiteY395" fmla="*/ 7213252 h 9576980"/>
              <a:gd name="connsiteX396" fmla="*/ 12353603 w 15731938"/>
              <a:gd name="connsiteY396" fmla="*/ 7210862 h 9576980"/>
              <a:gd name="connsiteX397" fmla="*/ 12353689 w 15731938"/>
              <a:gd name="connsiteY397" fmla="*/ 6822106 h 9576980"/>
              <a:gd name="connsiteX398" fmla="*/ 12355198 w 15731938"/>
              <a:gd name="connsiteY398" fmla="*/ 6770100 h 9576980"/>
              <a:gd name="connsiteX399" fmla="*/ 12355546 w 15731938"/>
              <a:gd name="connsiteY399" fmla="*/ 6691513 h 9576980"/>
              <a:gd name="connsiteX400" fmla="*/ 12353689 w 15731938"/>
              <a:gd name="connsiteY400" fmla="*/ 6535453 h 9576980"/>
              <a:gd name="connsiteX401" fmla="*/ 12353716 w 15731938"/>
              <a:gd name="connsiteY401" fmla="*/ 6369358 h 9576980"/>
              <a:gd name="connsiteX402" fmla="*/ 12350318 w 15731938"/>
              <a:gd name="connsiteY402" fmla="*/ 6241150 h 9576980"/>
              <a:gd name="connsiteX403" fmla="*/ 12353689 w 15731938"/>
              <a:gd name="connsiteY403" fmla="*/ 6044049 h 9576980"/>
              <a:gd name="connsiteX404" fmla="*/ 12354432 w 15731938"/>
              <a:gd name="connsiteY404" fmla="*/ 6017119 h 9576980"/>
              <a:gd name="connsiteX405" fmla="*/ 12354919 w 15731938"/>
              <a:gd name="connsiteY405" fmla="*/ 5992135 h 9576980"/>
              <a:gd name="connsiteX406" fmla="*/ 12358252 w 15731938"/>
              <a:gd name="connsiteY406" fmla="*/ 5859621 h 9576980"/>
              <a:gd name="connsiteX407" fmla="*/ 12355814 w 15731938"/>
              <a:gd name="connsiteY407" fmla="*/ 5737111 h 9576980"/>
              <a:gd name="connsiteX408" fmla="*/ 12353689 w 15731938"/>
              <a:gd name="connsiteY408" fmla="*/ 5457094 h 9576980"/>
              <a:gd name="connsiteX409" fmla="*/ 12356024 w 15731938"/>
              <a:gd name="connsiteY409" fmla="*/ 5319476 h 9576980"/>
              <a:gd name="connsiteX410" fmla="*/ 12353689 w 15731938"/>
              <a:gd name="connsiteY410" fmla="*/ 5265993 h 9576980"/>
              <a:gd name="connsiteX411" fmla="*/ 12348918 w 15731938"/>
              <a:gd name="connsiteY411" fmla="*/ 5039963 h 9576980"/>
              <a:gd name="connsiteX412" fmla="*/ 12353161 w 15731938"/>
              <a:gd name="connsiteY412" fmla="*/ 4991076 h 9576980"/>
              <a:gd name="connsiteX413" fmla="*/ 12352633 w 15731938"/>
              <a:gd name="connsiteY413" fmla="*/ 4920867 h 9576980"/>
              <a:gd name="connsiteX414" fmla="*/ 12346399 w 15731938"/>
              <a:gd name="connsiteY414" fmla="*/ 4791339 h 9576980"/>
              <a:gd name="connsiteX415" fmla="*/ 12342911 w 15731938"/>
              <a:gd name="connsiteY415" fmla="*/ 4692327 h 9576980"/>
              <a:gd name="connsiteX416" fmla="*/ 12335273 w 15731938"/>
              <a:gd name="connsiteY416" fmla="*/ 4692760 h 9576980"/>
              <a:gd name="connsiteX417" fmla="*/ 11936567 w 15731938"/>
              <a:gd name="connsiteY417" fmla="*/ 4686562 h 9576980"/>
              <a:gd name="connsiteX418" fmla="*/ 11672155 w 15731938"/>
              <a:gd name="connsiteY418" fmla="*/ 4676948 h 9576980"/>
              <a:gd name="connsiteX419" fmla="*/ 11579594 w 15731938"/>
              <a:gd name="connsiteY419" fmla="*/ 4686562 h 9576980"/>
              <a:gd name="connsiteX420" fmla="*/ 11292224 w 15731938"/>
              <a:gd name="connsiteY420" fmla="*/ 4696308 h 9576980"/>
              <a:gd name="connsiteX421" fmla="*/ 11216864 w 15731938"/>
              <a:gd name="connsiteY421" fmla="*/ 4688343 h 9576980"/>
              <a:gd name="connsiteX422" fmla="*/ 11147692 w 15731938"/>
              <a:gd name="connsiteY422" fmla="*/ 4689349 h 9576980"/>
              <a:gd name="connsiteX423" fmla="*/ 11085376 w 15731938"/>
              <a:gd name="connsiteY423" fmla="*/ 4686476 h 9576980"/>
              <a:gd name="connsiteX424" fmla="*/ 11071595 w 15731938"/>
              <a:gd name="connsiteY424" fmla="*/ 4686562 h 9576980"/>
              <a:gd name="connsiteX425" fmla="*/ 10709908 w 15731938"/>
              <a:gd name="connsiteY425" fmla="*/ 4697331 h 9576980"/>
              <a:gd name="connsiteX426" fmla="*/ 10541538 w 15731938"/>
              <a:gd name="connsiteY426" fmla="*/ 4693728 h 9576980"/>
              <a:gd name="connsiteX427" fmla="*/ 10500682 w 15731938"/>
              <a:gd name="connsiteY427" fmla="*/ 4696359 h 9576980"/>
              <a:gd name="connsiteX428" fmla="*/ 10402546 w 15731938"/>
              <a:gd name="connsiteY428" fmla="*/ 4691047 h 9576980"/>
              <a:gd name="connsiteX429" fmla="*/ 10398684 w 15731938"/>
              <a:gd name="connsiteY429" fmla="*/ 4690672 h 9576980"/>
              <a:gd name="connsiteX430" fmla="*/ 10226776 w 15731938"/>
              <a:gd name="connsiteY430" fmla="*/ 4686994 h 9576980"/>
              <a:gd name="connsiteX431" fmla="*/ 10100164 w 15731938"/>
              <a:gd name="connsiteY431" fmla="*/ 4694467 h 9576980"/>
              <a:gd name="connsiteX432" fmla="*/ 9547597 w 15731938"/>
              <a:gd name="connsiteY432" fmla="*/ 4686562 h 9576980"/>
              <a:gd name="connsiteX433" fmla="*/ 9370573 w 15731938"/>
              <a:gd name="connsiteY433" fmla="*/ 4685824 h 9576980"/>
              <a:gd name="connsiteX434" fmla="*/ 9345214 w 15731938"/>
              <a:gd name="connsiteY434" fmla="*/ 4686284 h 9576980"/>
              <a:gd name="connsiteX435" fmla="*/ 9341651 w 15731938"/>
              <a:gd name="connsiteY435" fmla="*/ 4686562 h 9576980"/>
              <a:gd name="connsiteX436" fmla="*/ 8744409 w 15731938"/>
              <a:gd name="connsiteY436" fmla="*/ 4686562 h 9576980"/>
              <a:gd name="connsiteX437" fmla="*/ 8325652 w 15731938"/>
              <a:gd name="connsiteY437" fmla="*/ 4686562 h 9576980"/>
              <a:gd name="connsiteX438" fmla="*/ 8199494 w 15731938"/>
              <a:gd name="connsiteY438" fmla="*/ 4684951 h 9576980"/>
              <a:gd name="connsiteX439" fmla="*/ 8085382 w 15731938"/>
              <a:gd name="connsiteY439" fmla="*/ 4686562 h 9576980"/>
              <a:gd name="connsiteX440" fmla="*/ 7802892 w 15731938"/>
              <a:gd name="connsiteY440" fmla="*/ 4683260 h 9576980"/>
              <a:gd name="connsiteX441" fmla="*/ 7792797 w 15731938"/>
              <a:gd name="connsiteY441" fmla="*/ 4682746 h 9576980"/>
              <a:gd name="connsiteX442" fmla="*/ 7728411 w 15731938"/>
              <a:gd name="connsiteY442" fmla="*/ 4686562 h 9576980"/>
              <a:gd name="connsiteX443" fmla="*/ 7434297 w 15731938"/>
              <a:gd name="connsiteY443" fmla="*/ 4700302 h 9576980"/>
              <a:gd name="connsiteX444" fmla="*/ 7058744 w 15731938"/>
              <a:gd name="connsiteY444" fmla="*/ 4687151 h 9576980"/>
              <a:gd name="connsiteX445" fmla="*/ 6936921 w 15731938"/>
              <a:gd name="connsiteY445" fmla="*/ 4693895 h 9576980"/>
              <a:gd name="connsiteX446" fmla="*/ 6382898 w 15731938"/>
              <a:gd name="connsiteY446" fmla="*/ 4686562 h 9576980"/>
              <a:gd name="connsiteX447" fmla="*/ 6339883 w 15731938"/>
              <a:gd name="connsiteY447" fmla="*/ 4688296 h 9576980"/>
              <a:gd name="connsiteX448" fmla="*/ 6204771 w 15731938"/>
              <a:gd name="connsiteY448" fmla="*/ 4703355 h 9576980"/>
              <a:gd name="connsiteX449" fmla="*/ 5668954 w 15731938"/>
              <a:gd name="connsiteY449" fmla="*/ 4686562 h 9576980"/>
              <a:gd name="connsiteX450" fmla="*/ 5614062 w 15731938"/>
              <a:gd name="connsiteY450" fmla="*/ 4684883 h 9576980"/>
              <a:gd name="connsiteX451" fmla="*/ 5545386 w 15731938"/>
              <a:gd name="connsiteY451" fmla="*/ 4686562 h 9576980"/>
              <a:gd name="connsiteX452" fmla="*/ 5387910 w 15731938"/>
              <a:gd name="connsiteY452" fmla="*/ 4689465 h 9576980"/>
              <a:gd name="connsiteX453" fmla="*/ 5367681 w 15731938"/>
              <a:gd name="connsiteY453" fmla="*/ 4689178 h 9576980"/>
              <a:gd name="connsiteX454" fmla="*/ 5248210 w 15731938"/>
              <a:gd name="connsiteY454" fmla="*/ 4694368 h 9576980"/>
              <a:gd name="connsiteX455" fmla="*/ 5071710 w 15731938"/>
              <a:gd name="connsiteY455" fmla="*/ 4686562 h 9576980"/>
              <a:gd name="connsiteX456" fmla="*/ 5040719 w 15731938"/>
              <a:gd name="connsiteY456" fmla="*/ 4685196 h 9576980"/>
              <a:gd name="connsiteX457" fmla="*/ 4948144 w 15731938"/>
              <a:gd name="connsiteY457" fmla="*/ 4686562 h 9576980"/>
              <a:gd name="connsiteX458" fmla="*/ 4750855 w 15731938"/>
              <a:gd name="connsiteY458" fmla="*/ 4684776 h 9576980"/>
              <a:gd name="connsiteX459" fmla="*/ 4627990 w 15731938"/>
              <a:gd name="connsiteY459" fmla="*/ 4691270 h 9576980"/>
              <a:gd name="connsiteX460" fmla="*/ 4474468 w 15731938"/>
              <a:gd name="connsiteY460" fmla="*/ 4686562 h 9576980"/>
              <a:gd name="connsiteX461" fmla="*/ 4307275 w 15731938"/>
              <a:gd name="connsiteY461" fmla="*/ 4675035 h 9576980"/>
              <a:gd name="connsiteX462" fmla="*/ 3972376 w 15731938"/>
              <a:gd name="connsiteY462" fmla="*/ 4672266 h 9576980"/>
              <a:gd name="connsiteX463" fmla="*/ 3520254 w 15731938"/>
              <a:gd name="connsiteY463" fmla="*/ 4686562 h 9576980"/>
              <a:gd name="connsiteX464" fmla="*/ 3520254 w 15731938"/>
              <a:gd name="connsiteY464" fmla="*/ 4119502 h 9576980"/>
              <a:gd name="connsiteX465" fmla="*/ 3632520 w 15731938"/>
              <a:gd name="connsiteY465" fmla="*/ 4114026 h 9576980"/>
              <a:gd name="connsiteX466" fmla="*/ 3659547 w 15731938"/>
              <a:gd name="connsiteY466" fmla="*/ 4114791 h 9576980"/>
              <a:gd name="connsiteX467" fmla="*/ 3809468 w 15731938"/>
              <a:gd name="connsiteY467" fmla="*/ 4109720 h 9576980"/>
              <a:gd name="connsiteX468" fmla="*/ 4028253 w 15731938"/>
              <a:gd name="connsiteY468" fmla="*/ 4119502 h 9576980"/>
              <a:gd name="connsiteX469" fmla="*/ 4625495 w 15731938"/>
              <a:gd name="connsiteY469" fmla="*/ 4119502 h 9576980"/>
              <a:gd name="connsiteX470" fmla="*/ 4691956 w 15731938"/>
              <a:gd name="connsiteY470" fmla="*/ 4120121 h 9576980"/>
              <a:gd name="connsiteX471" fmla="*/ 4714738 w 15731938"/>
              <a:gd name="connsiteY471" fmla="*/ 4119502 h 9576980"/>
              <a:gd name="connsiteX472" fmla="*/ 5133495 w 15731938"/>
              <a:gd name="connsiteY472" fmla="*/ 4119502 h 9576980"/>
              <a:gd name="connsiteX473" fmla="*/ 5998466 w 15731938"/>
              <a:gd name="connsiteY473" fmla="*/ 4119502 h 9576980"/>
              <a:gd name="connsiteX474" fmla="*/ 6022257 w 15731938"/>
              <a:gd name="connsiteY474" fmla="*/ 4120910 h 9576980"/>
              <a:gd name="connsiteX475" fmla="*/ 6060250 w 15731938"/>
              <a:gd name="connsiteY475" fmla="*/ 4119502 h 9576980"/>
              <a:gd name="connsiteX476" fmla="*/ 6298187 w 15731938"/>
              <a:gd name="connsiteY476" fmla="*/ 4122142 h 9576980"/>
              <a:gd name="connsiteX477" fmla="*/ 6371075 w 15731938"/>
              <a:gd name="connsiteY477" fmla="*/ 4124906 h 9576980"/>
              <a:gd name="connsiteX478" fmla="*/ 6417223 w 15731938"/>
              <a:gd name="connsiteY478" fmla="*/ 4119502 h 9576980"/>
              <a:gd name="connsiteX479" fmla="*/ 6619274 w 15731938"/>
              <a:gd name="connsiteY479" fmla="*/ 4111758 h 9576980"/>
              <a:gd name="connsiteX480" fmla="*/ 6652445 w 15731938"/>
              <a:gd name="connsiteY480" fmla="*/ 4112944 h 9576980"/>
              <a:gd name="connsiteX481" fmla="*/ 6730217 w 15731938"/>
              <a:gd name="connsiteY481" fmla="*/ 4106886 h 9576980"/>
              <a:gd name="connsiteX482" fmla="*/ 6890112 w 15731938"/>
              <a:gd name="connsiteY482" fmla="*/ 4102587 h 9576980"/>
              <a:gd name="connsiteX483" fmla="*/ 7060697 w 15731938"/>
              <a:gd name="connsiteY483" fmla="*/ 4106746 h 9576980"/>
              <a:gd name="connsiteX484" fmla="*/ 7109132 w 15731938"/>
              <a:gd name="connsiteY484" fmla="*/ 4109930 h 9576980"/>
              <a:gd name="connsiteX485" fmla="*/ 7119356 w 15731938"/>
              <a:gd name="connsiteY485" fmla="*/ 4109516 h 9576980"/>
              <a:gd name="connsiteX486" fmla="*/ 7522464 w 15731938"/>
              <a:gd name="connsiteY486" fmla="*/ 4119502 h 9576980"/>
              <a:gd name="connsiteX487" fmla="*/ 7582941 w 15731938"/>
              <a:gd name="connsiteY487" fmla="*/ 4123318 h 9576980"/>
              <a:gd name="connsiteX488" fmla="*/ 7626536 w 15731938"/>
              <a:gd name="connsiteY488" fmla="*/ 4122152 h 9576980"/>
              <a:gd name="connsiteX489" fmla="*/ 8030463 w 15731938"/>
              <a:gd name="connsiteY489" fmla="*/ 4119502 h 9576980"/>
              <a:gd name="connsiteX490" fmla="*/ 8340289 w 15731938"/>
              <a:gd name="connsiteY490" fmla="*/ 4118506 h 9576980"/>
              <a:gd name="connsiteX491" fmla="*/ 8455110 w 15731938"/>
              <a:gd name="connsiteY491" fmla="*/ 4118904 h 9576980"/>
              <a:gd name="connsiteX492" fmla="*/ 8478978 w 15731938"/>
              <a:gd name="connsiteY492" fmla="*/ 4118079 h 9576980"/>
              <a:gd name="connsiteX493" fmla="*/ 8627706 w 15731938"/>
              <a:gd name="connsiteY493" fmla="*/ 4119502 h 9576980"/>
              <a:gd name="connsiteX494" fmla="*/ 8837964 w 15731938"/>
              <a:gd name="connsiteY494" fmla="*/ 4122341 h 9576980"/>
              <a:gd name="connsiteX495" fmla="*/ 8926937 w 15731938"/>
              <a:gd name="connsiteY495" fmla="*/ 4121619 h 9576980"/>
              <a:gd name="connsiteX496" fmla="*/ 9135705 w 15731938"/>
              <a:gd name="connsiteY496" fmla="*/ 4119502 h 9576980"/>
              <a:gd name="connsiteX497" fmla="*/ 10000677 w 15731938"/>
              <a:gd name="connsiteY497" fmla="*/ 4119502 h 9576980"/>
              <a:gd name="connsiteX498" fmla="*/ 10032338 w 15731938"/>
              <a:gd name="connsiteY498" fmla="*/ 4123665 h 9576980"/>
              <a:gd name="connsiteX499" fmla="*/ 10134428 w 15731938"/>
              <a:gd name="connsiteY499" fmla="*/ 4120123 h 9576980"/>
              <a:gd name="connsiteX500" fmla="*/ 10330190 w 15731938"/>
              <a:gd name="connsiteY500" fmla="*/ 4119502 h 9576980"/>
              <a:gd name="connsiteX501" fmla="*/ 10460626 w 15731938"/>
              <a:gd name="connsiteY501" fmla="*/ 4123936 h 9576980"/>
              <a:gd name="connsiteX502" fmla="*/ 10508677 w 15731938"/>
              <a:gd name="connsiteY502" fmla="*/ 4119502 h 9576980"/>
              <a:gd name="connsiteX503" fmla="*/ 10713230 w 15731938"/>
              <a:gd name="connsiteY503" fmla="*/ 4114323 h 9576980"/>
              <a:gd name="connsiteX504" fmla="*/ 10910440 w 15731938"/>
              <a:gd name="connsiteY504" fmla="*/ 4120565 h 9576980"/>
              <a:gd name="connsiteX505" fmla="*/ 10927433 w 15731938"/>
              <a:gd name="connsiteY505" fmla="*/ 4119502 h 9576980"/>
              <a:gd name="connsiteX506" fmla="*/ 11331270 w 15731938"/>
              <a:gd name="connsiteY506" fmla="*/ 4106339 h 9576980"/>
              <a:gd name="connsiteX507" fmla="*/ 11563054 w 15731938"/>
              <a:gd name="connsiteY507" fmla="*/ 4112955 h 9576980"/>
              <a:gd name="connsiteX508" fmla="*/ 11608898 w 15731938"/>
              <a:gd name="connsiteY508" fmla="*/ 4111371 h 9576980"/>
              <a:gd name="connsiteX509" fmla="*/ 12279138 w 15731938"/>
              <a:gd name="connsiteY509" fmla="*/ 4125585 h 9576980"/>
              <a:gd name="connsiteX510" fmla="*/ 12350709 w 15731938"/>
              <a:gd name="connsiteY510" fmla="*/ 4124390 h 9576980"/>
              <a:gd name="connsiteX511" fmla="*/ 12349090 w 15731938"/>
              <a:gd name="connsiteY511" fmla="*/ 4090045 h 9576980"/>
              <a:gd name="connsiteX512" fmla="*/ 12353689 w 15731938"/>
              <a:gd name="connsiteY512" fmla="*/ 3600678 h 9576980"/>
              <a:gd name="connsiteX513" fmla="*/ 12353689 w 15731938"/>
              <a:gd name="connsiteY513" fmla="*/ 2822622 h 9576980"/>
              <a:gd name="connsiteX514" fmla="*/ 12355598 w 15731938"/>
              <a:gd name="connsiteY514" fmla="*/ 2750785 h 9576980"/>
              <a:gd name="connsiteX515" fmla="*/ 12353689 w 15731938"/>
              <a:gd name="connsiteY515" fmla="*/ 2727071 h 9576980"/>
              <a:gd name="connsiteX516" fmla="*/ 12350240 w 15731938"/>
              <a:gd name="connsiteY516" fmla="*/ 2490622 h 9576980"/>
              <a:gd name="connsiteX517" fmla="*/ 12351719 w 15731938"/>
              <a:gd name="connsiteY517" fmla="*/ 2462193 h 9576980"/>
              <a:gd name="connsiteX518" fmla="*/ 12351123 w 15731938"/>
              <a:gd name="connsiteY518" fmla="*/ 2445709 h 9576980"/>
              <a:gd name="connsiteX519" fmla="*/ 12345152 w 15731938"/>
              <a:gd name="connsiteY519" fmla="*/ 2239086 h 9576980"/>
              <a:gd name="connsiteX520" fmla="*/ 12351870 w 15731938"/>
              <a:gd name="connsiteY520" fmla="*/ 2086013 h 9576980"/>
              <a:gd name="connsiteX521" fmla="*/ 12351672 w 15731938"/>
              <a:gd name="connsiteY521" fmla="*/ 2069719 h 9576980"/>
              <a:gd name="connsiteX522" fmla="*/ 12357953 w 15731938"/>
              <a:gd name="connsiteY522" fmla="*/ 1914298 h 9576980"/>
              <a:gd name="connsiteX523" fmla="*/ 12360089 w 15731938"/>
              <a:gd name="connsiteY523" fmla="*/ 1841457 h 9576980"/>
              <a:gd name="connsiteX524" fmla="*/ 12358845 w 15731938"/>
              <a:gd name="connsiteY524" fmla="*/ 1816776 h 9576980"/>
              <a:gd name="connsiteX525" fmla="*/ 12353689 w 15731938"/>
              <a:gd name="connsiteY525" fmla="*/ 1648712 h 9576980"/>
              <a:gd name="connsiteX526" fmla="*/ 12351558 w 15731938"/>
              <a:gd name="connsiteY526" fmla="*/ 1631074 h 9576980"/>
              <a:gd name="connsiteX527" fmla="*/ 12328511 w 15731938"/>
              <a:gd name="connsiteY527" fmla="*/ 1630436 h 9576980"/>
              <a:gd name="connsiteX528" fmla="*/ 12197689 w 15731938"/>
              <a:gd name="connsiteY528" fmla="*/ 1625867 h 9576980"/>
              <a:gd name="connsiteX529" fmla="*/ 12147083 w 15731938"/>
              <a:gd name="connsiteY529" fmla="*/ 1625573 h 9576980"/>
              <a:gd name="connsiteX530" fmla="*/ 12008258 w 15731938"/>
              <a:gd name="connsiteY530" fmla="*/ 1634319 h 9576980"/>
              <a:gd name="connsiteX531" fmla="*/ 11282222 w 15731938"/>
              <a:gd name="connsiteY531" fmla="*/ 1650365 h 9576980"/>
              <a:gd name="connsiteX532" fmla="*/ 11127527 w 15731938"/>
              <a:gd name="connsiteY532" fmla="*/ 1638497 h 9576980"/>
              <a:gd name="connsiteX533" fmla="*/ 11036660 w 15731938"/>
              <a:gd name="connsiteY533" fmla="*/ 1640573 h 9576980"/>
              <a:gd name="connsiteX534" fmla="*/ 10612457 w 15731938"/>
              <a:gd name="connsiteY534" fmla="*/ 1634319 h 9576980"/>
              <a:gd name="connsiteX535" fmla="*/ 10435687 w 15731938"/>
              <a:gd name="connsiteY535" fmla="*/ 1631432 h 9576980"/>
              <a:gd name="connsiteX536" fmla="*/ 10350588 w 15731938"/>
              <a:gd name="connsiteY536" fmla="*/ 1632297 h 9576980"/>
              <a:gd name="connsiteX537" fmla="*/ 10214226 w 15731938"/>
              <a:gd name="connsiteY537" fmla="*/ 1636694 h 9576980"/>
              <a:gd name="connsiteX538" fmla="*/ 10026411 w 15731938"/>
              <a:gd name="connsiteY538" fmla="*/ 1641401 h 9576980"/>
              <a:gd name="connsiteX539" fmla="*/ 9824175 w 15731938"/>
              <a:gd name="connsiteY539" fmla="*/ 1635187 h 9576980"/>
              <a:gd name="connsiteX540" fmla="*/ 9813214 w 15731938"/>
              <a:gd name="connsiteY540" fmla="*/ 1635217 h 9576980"/>
              <a:gd name="connsiteX541" fmla="*/ 9486007 w 15731938"/>
              <a:gd name="connsiteY541" fmla="*/ 1634399 h 9576980"/>
              <a:gd name="connsiteX542" fmla="*/ 9448867 w 15731938"/>
              <a:gd name="connsiteY542" fmla="*/ 1636457 h 9576980"/>
              <a:gd name="connsiteX543" fmla="*/ 9341717 w 15731938"/>
              <a:gd name="connsiteY543" fmla="*/ 1642915 h 9576980"/>
              <a:gd name="connsiteX544" fmla="*/ 9262101 w 15731938"/>
              <a:gd name="connsiteY544" fmla="*/ 1637443 h 9576980"/>
              <a:gd name="connsiteX545" fmla="*/ 9208918 w 15731938"/>
              <a:gd name="connsiteY545" fmla="*/ 1640230 h 9576980"/>
              <a:gd name="connsiteX546" fmla="*/ 9111970 w 15731938"/>
              <a:gd name="connsiteY546" fmla="*/ 1634319 h 9576980"/>
              <a:gd name="connsiteX547" fmla="*/ 8936310 w 15731938"/>
              <a:gd name="connsiteY547" fmla="*/ 1627178 h 9576980"/>
              <a:gd name="connsiteX548" fmla="*/ 8874684 w 15731938"/>
              <a:gd name="connsiteY548" fmla="*/ 1634319 h 9576980"/>
              <a:gd name="connsiteX549" fmla="*/ 8315273 w 15731938"/>
              <a:gd name="connsiteY549" fmla="*/ 1630181 h 9576980"/>
              <a:gd name="connsiteX550" fmla="*/ 8292086 w 15731938"/>
              <a:gd name="connsiteY550" fmla="*/ 1630554 h 9576980"/>
              <a:gd name="connsiteX551" fmla="*/ 8176784 w 15731938"/>
              <a:gd name="connsiteY551" fmla="*/ 1634319 h 9576980"/>
              <a:gd name="connsiteX552" fmla="*/ 7944139 w 15731938"/>
              <a:gd name="connsiteY552" fmla="*/ 1641541 h 9576980"/>
              <a:gd name="connsiteX553" fmla="*/ 7894219 w 15731938"/>
              <a:gd name="connsiteY553" fmla="*/ 1639458 h 9576980"/>
              <a:gd name="connsiteX554" fmla="*/ 7842394 w 15731938"/>
              <a:gd name="connsiteY554" fmla="*/ 1641083 h 9576980"/>
              <a:gd name="connsiteX555" fmla="*/ 7690894 w 15731938"/>
              <a:gd name="connsiteY555" fmla="*/ 1641401 h 9576980"/>
              <a:gd name="connsiteX556" fmla="*/ 7498429 w 15731938"/>
              <a:gd name="connsiteY556" fmla="*/ 1637279 h 9576980"/>
              <a:gd name="connsiteX557" fmla="*/ 7136912 w 15731938"/>
              <a:gd name="connsiteY557" fmla="*/ 1634319 h 9576980"/>
              <a:gd name="connsiteX558" fmla="*/ 6705245 w 15731938"/>
              <a:gd name="connsiteY558" fmla="*/ 1623998 h 9576980"/>
              <a:gd name="connsiteX559" fmla="*/ 13382260 w 15731938"/>
              <a:gd name="connsiteY559" fmla="*/ 7 h 9576980"/>
              <a:gd name="connsiteX560" fmla="*/ 13510526 w 15731938"/>
              <a:gd name="connsiteY560" fmla="*/ 3789 h 9576980"/>
              <a:gd name="connsiteX561" fmla="*/ 13556055 w 15731938"/>
              <a:gd name="connsiteY561" fmla="*/ 9277 h 9576980"/>
              <a:gd name="connsiteX562" fmla="*/ 13600806 w 15731938"/>
              <a:gd name="connsiteY562" fmla="*/ 8320 h 9576980"/>
              <a:gd name="connsiteX563" fmla="*/ 13966751 w 15731938"/>
              <a:gd name="connsiteY563" fmla="*/ 4140 h 9576980"/>
              <a:gd name="connsiteX564" fmla="*/ 14022464 w 15731938"/>
              <a:gd name="connsiteY564" fmla="*/ 5605 h 9576980"/>
              <a:gd name="connsiteX565" fmla="*/ 14037368 w 15731938"/>
              <a:gd name="connsiteY565" fmla="*/ 5676 h 9576980"/>
              <a:gd name="connsiteX566" fmla="*/ 14137756 w 15731938"/>
              <a:gd name="connsiteY566" fmla="*/ 10698 h 9576980"/>
              <a:gd name="connsiteX567" fmla="*/ 14327297 w 15731938"/>
              <a:gd name="connsiteY567" fmla="*/ 21320 h 9576980"/>
              <a:gd name="connsiteX568" fmla="*/ 14328163 w 15731938"/>
              <a:gd name="connsiteY568" fmla="*/ 21342 h 9576980"/>
              <a:gd name="connsiteX569" fmla="*/ 14831560 w 15731938"/>
              <a:gd name="connsiteY569" fmla="*/ 10698 h 9576980"/>
              <a:gd name="connsiteX570" fmla="*/ 14831560 w 15731938"/>
              <a:gd name="connsiteY570" fmla="*/ 693204 h 9576980"/>
              <a:gd name="connsiteX571" fmla="*/ 14826664 w 15731938"/>
              <a:gd name="connsiteY571" fmla="*/ 753705 h 9576980"/>
              <a:gd name="connsiteX572" fmla="*/ 14826985 w 15731938"/>
              <a:gd name="connsiteY572" fmla="*/ 781531 h 9576980"/>
              <a:gd name="connsiteX573" fmla="*/ 14831560 w 15731938"/>
              <a:gd name="connsiteY573" fmla="*/ 897956 h 9576980"/>
              <a:gd name="connsiteX574" fmla="*/ 14848376 w 15731938"/>
              <a:gd name="connsiteY574" fmla="*/ 1564589 h 9576980"/>
              <a:gd name="connsiteX575" fmla="*/ 14845858 w 15731938"/>
              <a:gd name="connsiteY575" fmla="*/ 1595578 h 9576980"/>
              <a:gd name="connsiteX576" fmla="*/ 14846386 w 15731938"/>
              <a:gd name="connsiteY576" fmla="*/ 1653643 h 9576980"/>
              <a:gd name="connsiteX577" fmla="*/ 14831560 w 15731938"/>
              <a:gd name="connsiteY577" fmla="*/ 1867114 h 9576980"/>
              <a:gd name="connsiteX578" fmla="*/ 14831560 w 15731938"/>
              <a:gd name="connsiteY578" fmla="*/ 2262967 h 9576980"/>
              <a:gd name="connsiteX579" fmla="*/ 14834673 w 15731938"/>
              <a:gd name="connsiteY579" fmla="*/ 2389143 h 9576980"/>
              <a:gd name="connsiteX580" fmla="*/ 14844551 w 15731938"/>
              <a:gd name="connsiteY580" fmla="*/ 2486328 h 9576980"/>
              <a:gd name="connsiteX581" fmla="*/ 14831560 w 15731938"/>
              <a:gd name="connsiteY581" fmla="*/ 2945473 h 9576980"/>
              <a:gd name="connsiteX582" fmla="*/ 14820707 w 15731938"/>
              <a:gd name="connsiteY582" fmla="*/ 3093912 h 9576980"/>
              <a:gd name="connsiteX583" fmla="*/ 14818998 w 15731938"/>
              <a:gd name="connsiteY583" fmla="*/ 3259105 h 9576980"/>
              <a:gd name="connsiteX584" fmla="*/ 14831560 w 15731938"/>
              <a:gd name="connsiteY584" fmla="*/ 3627980 h 9576980"/>
              <a:gd name="connsiteX585" fmla="*/ 14834257 w 15731938"/>
              <a:gd name="connsiteY585" fmla="*/ 3960728 h 9576980"/>
              <a:gd name="connsiteX586" fmla="*/ 14832455 w 15731938"/>
              <a:gd name="connsiteY586" fmla="*/ 3981215 h 9576980"/>
              <a:gd name="connsiteX587" fmla="*/ 14831560 w 15731938"/>
              <a:gd name="connsiteY587" fmla="*/ 4023833 h 9576980"/>
              <a:gd name="connsiteX588" fmla="*/ 14829681 w 15731938"/>
              <a:gd name="connsiteY588" fmla="*/ 4091573 h 9576980"/>
              <a:gd name="connsiteX589" fmla="*/ 14831560 w 15731938"/>
              <a:gd name="connsiteY589" fmla="*/ 4119383 h 9576980"/>
              <a:gd name="connsiteX590" fmla="*/ 14851982 w 15731938"/>
              <a:gd name="connsiteY590" fmla="*/ 4417833 h 9576980"/>
              <a:gd name="connsiteX591" fmla="*/ 14848634 w 15731938"/>
              <a:gd name="connsiteY591" fmla="*/ 4645744 h 9576980"/>
              <a:gd name="connsiteX592" fmla="*/ 14840801 w 15731938"/>
              <a:gd name="connsiteY592" fmla="*/ 4761205 h 9576980"/>
              <a:gd name="connsiteX593" fmla="*/ 14840806 w 15731938"/>
              <a:gd name="connsiteY593" fmla="*/ 4762341 h 9576980"/>
              <a:gd name="connsiteX594" fmla="*/ 14831560 w 15731938"/>
              <a:gd name="connsiteY594" fmla="*/ 5197742 h 9576980"/>
              <a:gd name="connsiteX595" fmla="*/ 14829183 w 15731938"/>
              <a:gd name="connsiteY595" fmla="*/ 5302989 h 9576980"/>
              <a:gd name="connsiteX596" fmla="*/ 14827955 w 15731938"/>
              <a:gd name="connsiteY596" fmla="*/ 5348998 h 9576980"/>
              <a:gd name="connsiteX597" fmla="*/ 14836014 w 15731938"/>
              <a:gd name="connsiteY597" fmla="*/ 5510019 h 9576980"/>
              <a:gd name="connsiteX598" fmla="*/ 14832927 w 15731938"/>
              <a:gd name="connsiteY598" fmla="*/ 5624713 h 9576980"/>
              <a:gd name="connsiteX599" fmla="*/ 14836607 w 15731938"/>
              <a:gd name="connsiteY599" fmla="*/ 5708493 h 9576980"/>
              <a:gd name="connsiteX600" fmla="*/ 14835722 w 15731938"/>
              <a:gd name="connsiteY600" fmla="*/ 5889652 h 9576980"/>
              <a:gd name="connsiteX601" fmla="*/ 14832779 w 15731938"/>
              <a:gd name="connsiteY601" fmla="*/ 6091902 h 9576980"/>
              <a:gd name="connsiteX602" fmla="*/ 14835167 w 15731938"/>
              <a:gd name="connsiteY602" fmla="*/ 6132175 h 9576980"/>
              <a:gd name="connsiteX603" fmla="*/ 14831560 w 15731938"/>
              <a:gd name="connsiteY603" fmla="*/ 6944957 h 9576980"/>
              <a:gd name="connsiteX604" fmla="*/ 14831503 w 15731938"/>
              <a:gd name="connsiteY604" fmla="*/ 6945936 h 9576980"/>
              <a:gd name="connsiteX605" fmla="*/ 14831560 w 15731938"/>
              <a:gd name="connsiteY605" fmla="*/ 6958607 h 9576980"/>
              <a:gd name="connsiteX606" fmla="*/ 14830878 w 15731938"/>
              <a:gd name="connsiteY606" fmla="*/ 7175150 h 9576980"/>
              <a:gd name="connsiteX607" fmla="*/ 14828741 w 15731938"/>
              <a:gd name="connsiteY607" fmla="*/ 7305274 h 9576980"/>
              <a:gd name="connsiteX608" fmla="*/ 14833986 w 15731938"/>
              <a:gd name="connsiteY608" fmla="*/ 7416339 h 9576980"/>
              <a:gd name="connsiteX609" fmla="*/ 14831560 w 15731938"/>
              <a:gd name="connsiteY609" fmla="*/ 7531912 h 9576980"/>
              <a:gd name="connsiteX610" fmla="*/ 14827920 w 15731938"/>
              <a:gd name="connsiteY610" fmla="*/ 7599995 h 9576980"/>
              <a:gd name="connsiteX611" fmla="*/ 14831560 w 15731938"/>
              <a:gd name="connsiteY611" fmla="*/ 7736663 h 9576980"/>
              <a:gd name="connsiteX612" fmla="*/ 14831560 w 15731938"/>
              <a:gd name="connsiteY612" fmla="*/ 8228068 h 9576980"/>
              <a:gd name="connsiteX613" fmla="*/ 14830485 w 15731938"/>
              <a:gd name="connsiteY613" fmla="*/ 8262043 h 9576980"/>
              <a:gd name="connsiteX614" fmla="*/ 14828559 w 15731938"/>
              <a:gd name="connsiteY614" fmla="*/ 8300624 h 9576980"/>
              <a:gd name="connsiteX615" fmla="*/ 14843407 w 15731938"/>
              <a:gd name="connsiteY615" fmla="*/ 8300782 h 9576980"/>
              <a:gd name="connsiteX616" fmla="*/ 14962203 w 15731938"/>
              <a:gd name="connsiteY616" fmla="*/ 8297212 h 9576980"/>
              <a:gd name="connsiteX617" fmla="*/ 15712187 w 15731938"/>
              <a:gd name="connsiteY617" fmla="*/ 8303388 h 9576980"/>
              <a:gd name="connsiteX618" fmla="*/ 15712187 w 15731938"/>
              <a:gd name="connsiteY618" fmla="*/ 8900976 h 9576980"/>
              <a:gd name="connsiteX619" fmla="*/ 15340799 w 15731938"/>
              <a:gd name="connsiteY619" fmla="*/ 8907349 h 9576980"/>
              <a:gd name="connsiteX620" fmla="*/ 15234095 w 15731938"/>
              <a:gd name="connsiteY620" fmla="*/ 8901683 h 9576980"/>
              <a:gd name="connsiteX621" fmla="*/ 15187244 w 15731938"/>
              <a:gd name="connsiteY621" fmla="*/ 8902086 h 9576980"/>
              <a:gd name="connsiteX622" fmla="*/ 14881076 w 15731938"/>
              <a:gd name="connsiteY622" fmla="*/ 8908853 h 9576980"/>
              <a:gd name="connsiteX623" fmla="*/ 14836628 w 15731938"/>
              <a:gd name="connsiteY623" fmla="*/ 8908688 h 9576980"/>
              <a:gd name="connsiteX624" fmla="*/ 14835124 w 15731938"/>
              <a:gd name="connsiteY624" fmla="*/ 9034772 h 9576980"/>
              <a:gd name="connsiteX625" fmla="*/ 14831560 w 15731938"/>
              <a:gd name="connsiteY625" fmla="*/ 9565779 h 9576980"/>
              <a:gd name="connsiteX626" fmla="*/ 14482372 w 15731938"/>
              <a:gd name="connsiteY626" fmla="*/ 9571528 h 9576980"/>
              <a:gd name="connsiteX627" fmla="*/ 14371058 w 15731938"/>
              <a:gd name="connsiteY627" fmla="*/ 9567545 h 9576980"/>
              <a:gd name="connsiteX628" fmla="*/ 14308482 w 15731938"/>
              <a:gd name="connsiteY628" fmla="*/ 9571041 h 9576980"/>
              <a:gd name="connsiteX629" fmla="*/ 14173226 w 15731938"/>
              <a:gd name="connsiteY629" fmla="*/ 9566164 h 9576980"/>
              <a:gd name="connsiteX630" fmla="*/ 14032726 w 15731938"/>
              <a:gd name="connsiteY630" fmla="*/ 9570008 h 9576980"/>
              <a:gd name="connsiteX631" fmla="*/ 13617403 w 15731938"/>
              <a:gd name="connsiteY631" fmla="*/ 9565779 h 9576980"/>
              <a:gd name="connsiteX632" fmla="*/ 13553996 w 15731938"/>
              <a:gd name="connsiteY632" fmla="*/ 9563480 h 9576980"/>
              <a:gd name="connsiteX633" fmla="*/ 13518288 w 15731938"/>
              <a:gd name="connsiteY633" fmla="*/ 9565779 h 9576980"/>
              <a:gd name="connsiteX634" fmla="*/ 13210744 w 15731938"/>
              <a:gd name="connsiteY634" fmla="*/ 9576506 h 9576980"/>
              <a:gd name="connsiteX635" fmla="*/ 13180887 w 15731938"/>
              <a:gd name="connsiteY635" fmla="*/ 9575628 h 9576980"/>
              <a:gd name="connsiteX636" fmla="*/ 13130533 w 15731938"/>
              <a:gd name="connsiteY636" fmla="*/ 9576980 h 9576980"/>
              <a:gd name="connsiteX637" fmla="*/ 13023964 w 15731938"/>
              <a:gd name="connsiteY637" fmla="*/ 9569395 h 9576980"/>
              <a:gd name="connsiteX638" fmla="*/ 13014634 w 15731938"/>
              <a:gd name="connsiteY638" fmla="*/ 9569000 h 9576980"/>
              <a:gd name="connsiteX639" fmla="*/ 12923599 w 15731938"/>
              <a:gd name="connsiteY639" fmla="*/ 9565779 h 9576980"/>
              <a:gd name="connsiteX640" fmla="*/ 12353689 w 15731938"/>
              <a:gd name="connsiteY640" fmla="*/ 9565779 h 9576980"/>
              <a:gd name="connsiteX641" fmla="*/ 12356704 w 15731938"/>
              <a:gd name="connsiteY641" fmla="*/ 9438797 h 9576980"/>
              <a:gd name="connsiteX642" fmla="*/ 12360726 w 15731938"/>
              <a:gd name="connsiteY642" fmla="*/ 9353397 h 9576980"/>
              <a:gd name="connsiteX643" fmla="*/ 12353689 w 15731938"/>
              <a:gd name="connsiteY643" fmla="*/ 9169926 h 9576980"/>
              <a:gd name="connsiteX644" fmla="*/ 12349544 w 15731938"/>
              <a:gd name="connsiteY644" fmla="*/ 9059206 h 9576980"/>
              <a:gd name="connsiteX645" fmla="*/ 12349204 w 15731938"/>
              <a:gd name="connsiteY645" fmla="*/ 9050808 h 9576980"/>
              <a:gd name="connsiteX646" fmla="*/ 12273408 w 15731938"/>
              <a:gd name="connsiteY646" fmla="*/ 9051798 h 9576980"/>
              <a:gd name="connsiteX647" fmla="*/ 10656095 w 15731938"/>
              <a:gd name="connsiteY647" fmla="*/ 9067234 h 9576980"/>
              <a:gd name="connsiteX648" fmla="*/ 10621107 w 15731938"/>
              <a:gd name="connsiteY648" fmla="*/ 9066232 h 9576980"/>
              <a:gd name="connsiteX649" fmla="*/ 10081018 w 15731938"/>
              <a:gd name="connsiteY649" fmla="*/ 9061893 h 9576980"/>
              <a:gd name="connsiteX650" fmla="*/ 9645022 w 15731938"/>
              <a:gd name="connsiteY650" fmla="*/ 9065903 h 9576980"/>
              <a:gd name="connsiteX651" fmla="*/ 9607815 w 15731938"/>
              <a:gd name="connsiteY651" fmla="*/ 9066390 h 9576980"/>
              <a:gd name="connsiteX652" fmla="*/ 9609450 w 15731938"/>
              <a:gd name="connsiteY652" fmla="*/ 9163486 h 9576980"/>
              <a:gd name="connsiteX653" fmla="*/ 9160503 w 15731938"/>
              <a:gd name="connsiteY653" fmla="*/ 9166588 h 9576980"/>
              <a:gd name="connsiteX654" fmla="*/ 9047695 w 15731938"/>
              <a:gd name="connsiteY654" fmla="*/ 9163785 h 9576980"/>
              <a:gd name="connsiteX655" fmla="*/ 9034016 w 15731938"/>
              <a:gd name="connsiteY655" fmla="*/ 9163990 h 9576980"/>
              <a:gd name="connsiteX656" fmla="*/ 8942283 w 15731938"/>
              <a:gd name="connsiteY656" fmla="*/ 9163486 h 9576980"/>
              <a:gd name="connsiteX657" fmla="*/ 8181712 w 15731938"/>
              <a:gd name="connsiteY657" fmla="*/ 9163486 h 9576980"/>
              <a:gd name="connsiteX658" fmla="*/ 7717621 w 15731938"/>
              <a:gd name="connsiteY658" fmla="*/ 9162706 h 9576980"/>
              <a:gd name="connsiteX659" fmla="*/ 7713340 w 15731938"/>
              <a:gd name="connsiteY659" fmla="*/ 9162643 h 9576980"/>
              <a:gd name="connsiteX660" fmla="*/ 7701352 w 15731938"/>
              <a:gd name="connsiteY660" fmla="*/ 9163486 h 9576980"/>
              <a:gd name="connsiteX661" fmla="*/ 7324055 w 15731938"/>
              <a:gd name="connsiteY661" fmla="*/ 9170485 h 9576980"/>
              <a:gd name="connsiteX662" fmla="*/ 7266054 w 15731938"/>
              <a:gd name="connsiteY662" fmla="*/ 9166546 h 9576980"/>
              <a:gd name="connsiteX663" fmla="*/ 7135630 w 15731938"/>
              <a:gd name="connsiteY663" fmla="*/ 9173016 h 9576980"/>
              <a:gd name="connsiteX664" fmla="*/ 6567168 w 15731938"/>
              <a:gd name="connsiteY664" fmla="*/ 9163486 h 9576980"/>
              <a:gd name="connsiteX665" fmla="*/ 6559215 w 15731938"/>
              <a:gd name="connsiteY665" fmla="*/ 9162782 h 9576980"/>
              <a:gd name="connsiteX666" fmla="*/ 6488849 w 15731938"/>
              <a:gd name="connsiteY666" fmla="*/ 9162449 h 9576980"/>
              <a:gd name="connsiteX667" fmla="*/ 6166867 w 15731938"/>
              <a:gd name="connsiteY667" fmla="*/ 9163486 h 9576980"/>
              <a:gd name="connsiteX668" fmla="*/ 6128841 w 15731938"/>
              <a:gd name="connsiteY668" fmla="*/ 9163124 h 9576980"/>
              <a:gd name="connsiteX669" fmla="*/ 5972248 w 15731938"/>
              <a:gd name="connsiteY669" fmla="*/ 9169571 h 9576980"/>
              <a:gd name="connsiteX670" fmla="*/ 5806596 w 15731938"/>
              <a:gd name="connsiteY670" fmla="*/ 9163486 h 9576980"/>
              <a:gd name="connsiteX671" fmla="*/ 5713369 w 15731938"/>
              <a:gd name="connsiteY671" fmla="*/ 9155997 h 9576980"/>
              <a:gd name="connsiteX672" fmla="*/ 5629297 w 15731938"/>
              <a:gd name="connsiteY672" fmla="*/ 9155362 h 9576980"/>
              <a:gd name="connsiteX673" fmla="*/ 5592868 w 15731938"/>
              <a:gd name="connsiteY673" fmla="*/ 9156303 h 9576980"/>
              <a:gd name="connsiteX674" fmla="*/ 5419640 w 15731938"/>
              <a:gd name="connsiteY674" fmla="*/ 9163486 h 9576980"/>
              <a:gd name="connsiteX675" fmla="*/ 5364570 w 15731938"/>
              <a:gd name="connsiteY675" fmla="*/ 9161372 h 9576980"/>
              <a:gd name="connsiteX676" fmla="*/ 5312893 w 15731938"/>
              <a:gd name="connsiteY676" fmla="*/ 9163486 h 9576980"/>
              <a:gd name="connsiteX677" fmla="*/ 4921016 w 15731938"/>
              <a:gd name="connsiteY677" fmla="*/ 9163006 h 9576980"/>
              <a:gd name="connsiteX678" fmla="*/ 4873675 w 15731938"/>
              <a:gd name="connsiteY678" fmla="*/ 9161102 h 9576980"/>
              <a:gd name="connsiteX679" fmla="*/ 4845876 w 15731938"/>
              <a:gd name="connsiteY679" fmla="*/ 9163486 h 9576980"/>
              <a:gd name="connsiteX680" fmla="*/ 4745906 w 15731938"/>
              <a:gd name="connsiteY680" fmla="*/ 9168284 h 9576980"/>
              <a:gd name="connsiteX681" fmla="*/ 4630452 w 15731938"/>
              <a:gd name="connsiteY681" fmla="*/ 9164941 h 9576980"/>
              <a:gd name="connsiteX682" fmla="*/ 4530880 w 15731938"/>
              <a:gd name="connsiteY682" fmla="*/ 9174428 h 9576980"/>
              <a:gd name="connsiteX683" fmla="*/ 4239517 w 15731938"/>
              <a:gd name="connsiteY683" fmla="*/ 9170258 h 9576980"/>
              <a:gd name="connsiteX684" fmla="*/ 4229797 w 15731938"/>
              <a:gd name="connsiteY684" fmla="*/ 9169865 h 9576980"/>
              <a:gd name="connsiteX685" fmla="*/ 4135334 w 15731938"/>
              <a:gd name="connsiteY685" fmla="*/ 9171321 h 9576980"/>
              <a:gd name="connsiteX686" fmla="*/ 3885154 w 15731938"/>
              <a:gd name="connsiteY686" fmla="*/ 9163486 h 9576980"/>
              <a:gd name="connsiteX687" fmla="*/ 3508731 w 15731938"/>
              <a:gd name="connsiteY687" fmla="*/ 9156337 h 9576980"/>
              <a:gd name="connsiteX688" fmla="*/ 3327459 w 15731938"/>
              <a:gd name="connsiteY688" fmla="*/ 9157905 h 9576980"/>
              <a:gd name="connsiteX689" fmla="*/ 3217987 w 15731938"/>
              <a:gd name="connsiteY689" fmla="*/ 9163486 h 9576980"/>
              <a:gd name="connsiteX690" fmla="*/ 2737626 w 15731938"/>
              <a:gd name="connsiteY690" fmla="*/ 9163486 h 9576980"/>
              <a:gd name="connsiteX691" fmla="*/ 2714555 w 15731938"/>
              <a:gd name="connsiteY691" fmla="*/ 9161753 h 9576980"/>
              <a:gd name="connsiteX692" fmla="*/ 2644223 w 15731938"/>
              <a:gd name="connsiteY692" fmla="*/ 9163486 h 9576980"/>
              <a:gd name="connsiteX693" fmla="*/ 2070459 w 15731938"/>
              <a:gd name="connsiteY693" fmla="*/ 9163486 h 9576980"/>
              <a:gd name="connsiteX694" fmla="*/ 1996299 w 15731938"/>
              <a:gd name="connsiteY694" fmla="*/ 9156246 h 9576980"/>
              <a:gd name="connsiteX695" fmla="*/ 1870309 w 15731938"/>
              <a:gd name="connsiteY695" fmla="*/ 9163486 h 9576980"/>
              <a:gd name="connsiteX696" fmla="*/ 1570676 w 15731938"/>
              <a:gd name="connsiteY696" fmla="*/ 9165755 h 9576980"/>
              <a:gd name="connsiteX697" fmla="*/ 1570042 w 15731938"/>
              <a:gd name="connsiteY697" fmla="*/ 9165735 h 9576980"/>
              <a:gd name="connsiteX698" fmla="*/ 1498631 w 15731938"/>
              <a:gd name="connsiteY698" fmla="*/ 9173741 h 9576980"/>
              <a:gd name="connsiteX699" fmla="*/ 1109738 w 15731938"/>
              <a:gd name="connsiteY699" fmla="*/ 9163486 h 9576980"/>
              <a:gd name="connsiteX700" fmla="*/ 1039739 w 15731938"/>
              <a:gd name="connsiteY700" fmla="*/ 9159401 h 9576980"/>
              <a:gd name="connsiteX701" fmla="*/ 1009483 w 15731938"/>
              <a:gd name="connsiteY701" fmla="*/ 9158215 h 9576980"/>
              <a:gd name="connsiteX702" fmla="*/ 874967 w 15731938"/>
              <a:gd name="connsiteY702" fmla="*/ 9153092 h 9576980"/>
              <a:gd name="connsiteX703" fmla="*/ 629067 w 15731938"/>
              <a:gd name="connsiteY703" fmla="*/ 9149341 h 9576980"/>
              <a:gd name="connsiteX704" fmla="*/ 540487 w 15731938"/>
              <a:gd name="connsiteY704" fmla="*/ 9151078 h 9576980"/>
              <a:gd name="connsiteX705" fmla="*/ 269107 w 15731938"/>
              <a:gd name="connsiteY705" fmla="*/ 9163486 h 9576980"/>
              <a:gd name="connsiteX706" fmla="*/ 269107 w 15731938"/>
              <a:gd name="connsiteY706" fmla="*/ 8822094 h 9576980"/>
              <a:gd name="connsiteX707" fmla="*/ 269766 w 15731938"/>
              <a:gd name="connsiteY707" fmla="*/ 8809710 h 9576980"/>
              <a:gd name="connsiteX708" fmla="*/ 269107 w 15731938"/>
              <a:gd name="connsiteY708" fmla="*/ 8800303 h 9576980"/>
              <a:gd name="connsiteX709" fmla="*/ 268467 w 15731938"/>
              <a:gd name="connsiteY709" fmla="*/ 8631719 h 9576980"/>
              <a:gd name="connsiteX710" fmla="*/ 271013 w 15731938"/>
              <a:gd name="connsiteY710" fmla="*/ 8579561 h 9576980"/>
              <a:gd name="connsiteX711" fmla="*/ 268612 w 15731938"/>
              <a:gd name="connsiteY711" fmla="*/ 8522365 h 9576980"/>
              <a:gd name="connsiteX712" fmla="*/ 269107 w 15731938"/>
              <a:gd name="connsiteY712" fmla="*/ 8437120 h 9576980"/>
              <a:gd name="connsiteX713" fmla="*/ 147051 w 15731938"/>
              <a:gd name="connsiteY713" fmla="*/ 8437197 h 9576980"/>
              <a:gd name="connsiteX714" fmla="*/ 82831 w 15731938"/>
              <a:gd name="connsiteY714" fmla="*/ 8434090 h 9576980"/>
              <a:gd name="connsiteX715" fmla="*/ 16271 w 15731938"/>
              <a:gd name="connsiteY715" fmla="*/ 8437120 h 9576980"/>
              <a:gd name="connsiteX716" fmla="*/ 17743 w 15731938"/>
              <a:gd name="connsiteY716" fmla="*/ 8228613 h 9576980"/>
              <a:gd name="connsiteX717" fmla="*/ 18792 w 15731938"/>
              <a:gd name="connsiteY717" fmla="*/ 8199661 h 9576980"/>
              <a:gd name="connsiteX718" fmla="*/ 19518 w 15731938"/>
              <a:gd name="connsiteY718" fmla="*/ 8131244 h 9576980"/>
              <a:gd name="connsiteX719" fmla="*/ 16271 w 15731938"/>
              <a:gd name="connsiteY719" fmla="*/ 7829635 h 9576980"/>
              <a:gd name="connsiteX720" fmla="*/ 16182 w 15731938"/>
              <a:gd name="connsiteY720" fmla="*/ 7745166 h 9576980"/>
              <a:gd name="connsiteX721" fmla="*/ 17350 w 15731938"/>
              <a:gd name="connsiteY721" fmla="*/ 7687909 h 9576980"/>
              <a:gd name="connsiteX722" fmla="*/ 16271 w 15731938"/>
              <a:gd name="connsiteY722" fmla="*/ 7679470 h 9576980"/>
              <a:gd name="connsiteX723" fmla="*/ 16271 w 15731938"/>
              <a:gd name="connsiteY723" fmla="*/ 7071986 h 9576980"/>
              <a:gd name="connsiteX724" fmla="*/ 13047 w 15731938"/>
              <a:gd name="connsiteY724" fmla="*/ 7014171 h 9576980"/>
              <a:gd name="connsiteX725" fmla="*/ 13018 w 15731938"/>
              <a:gd name="connsiteY725" fmla="*/ 6956939 h 9576980"/>
              <a:gd name="connsiteX726" fmla="*/ 9789 w 15731938"/>
              <a:gd name="connsiteY726" fmla="*/ 6917260 h 9576980"/>
              <a:gd name="connsiteX727" fmla="*/ 14482 w 15731938"/>
              <a:gd name="connsiteY727" fmla="*/ 6741174 h 9576980"/>
              <a:gd name="connsiteX728" fmla="*/ 20215 w 15731938"/>
              <a:gd name="connsiteY728" fmla="*/ 6662589 h 9576980"/>
              <a:gd name="connsiteX729" fmla="*/ 21276 w 15731938"/>
              <a:gd name="connsiteY729" fmla="*/ 6612845 h 9576980"/>
              <a:gd name="connsiteX730" fmla="*/ 21188 w 15731938"/>
              <a:gd name="connsiteY730" fmla="*/ 6595541 h 9576980"/>
              <a:gd name="connsiteX731" fmla="*/ 16271 w 15731938"/>
              <a:gd name="connsiteY731" fmla="*/ 6539583 h 9576980"/>
              <a:gd name="connsiteX732" fmla="*/ 7828 w 15731938"/>
              <a:gd name="connsiteY732" fmla="*/ 6409323 h 9576980"/>
              <a:gd name="connsiteX733" fmla="*/ 9321 w 15731938"/>
              <a:gd name="connsiteY733" fmla="*/ 6268852 h 9576980"/>
              <a:gd name="connsiteX734" fmla="*/ 6160 w 15731938"/>
              <a:gd name="connsiteY734" fmla="*/ 6214021 h 9576980"/>
              <a:gd name="connsiteX735" fmla="*/ 6613 w 15731938"/>
              <a:gd name="connsiteY735" fmla="*/ 5840001 h 9576980"/>
              <a:gd name="connsiteX736" fmla="*/ 12320 w 15731938"/>
              <a:gd name="connsiteY736" fmla="*/ 5716967 h 9576980"/>
              <a:gd name="connsiteX737" fmla="*/ 12422 w 15731938"/>
              <a:gd name="connsiteY737" fmla="*/ 5614939 h 9576980"/>
              <a:gd name="connsiteX738" fmla="*/ 16271 w 15731938"/>
              <a:gd name="connsiteY738" fmla="*/ 5474778 h 9576980"/>
              <a:gd name="connsiteX739" fmla="*/ 21397 w 15731938"/>
              <a:gd name="connsiteY739" fmla="*/ 5307861 h 9576980"/>
              <a:gd name="connsiteX740" fmla="*/ 22093 w 15731938"/>
              <a:gd name="connsiteY740" fmla="*/ 5262237 h 9576980"/>
              <a:gd name="connsiteX741" fmla="*/ 20693 w 15731938"/>
              <a:gd name="connsiteY741" fmla="*/ 5241486 h 9576980"/>
              <a:gd name="connsiteX742" fmla="*/ 16271 w 15731938"/>
              <a:gd name="connsiteY742" fmla="*/ 5174449 h 9576980"/>
              <a:gd name="connsiteX743" fmla="*/ 10576 w 15731938"/>
              <a:gd name="connsiteY743" fmla="*/ 4646533 h 9576980"/>
              <a:gd name="connsiteX744" fmla="*/ 12091 w 15731938"/>
              <a:gd name="connsiteY744" fmla="*/ 4546402 h 9576980"/>
              <a:gd name="connsiteX745" fmla="*/ 7248 w 15731938"/>
              <a:gd name="connsiteY745" fmla="*/ 4435602 h 9576980"/>
              <a:gd name="connsiteX746" fmla="*/ 727 w 15731938"/>
              <a:gd name="connsiteY746" fmla="*/ 4243938 h 9576980"/>
              <a:gd name="connsiteX747" fmla="*/ 1978 w 15731938"/>
              <a:gd name="connsiteY747" fmla="*/ 4061916 h 9576980"/>
              <a:gd name="connsiteX748" fmla="*/ 8175 w 15731938"/>
              <a:gd name="connsiteY748" fmla="*/ 3984944 h 9576980"/>
              <a:gd name="connsiteX749" fmla="*/ 8160 w 15731938"/>
              <a:gd name="connsiteY749" fmla="*/ 3984255 h 9576980"/>
              <a:gd name="connsiteX750" fmla="*/ 16271 w 15731938"/>
              <a:gd name="connsiteY750" fmla="*/ 3884397 h 9576980"/>
              <a:gd name="connsiteX751" fmla="*/ 16271 w 15731938"/>
              <a:gd name="connsiteY751" fmla="*/ 3126747 h 9576980"/>
              <a:gd name="connsiteX752" fmla="*/ 19343 w 15731938"/>
              <a:gd name="connsiteY752" fmla="*/ 3084189 h 9576980"/>
              <a:gd name="connsiteX753" fmla="*/ 16271 w 15731938"/>
              <a:gd name="connsiteY753" fmla="*/ 3051665 h 9576980"/>
              <a:gd name="connsiteX754" fmla="*/ 17720 w 15731938"/>
              <a:gd name="connsiteY754" fmla="*/ 2459795 h 9576980"/>
              <a:gd name="connsiteX755" fmla="*/ 17736 w 15731938"/>
              <a:gd name="connsiteY755" fmla="*/ 2458621 h 9576980"/>
              <a:gd name="connsiteX756" fmla="*/ 16271 w 15731938"/>
              <a:gd name="connsiteY756" fmla="*/ 2444180 h 9576980"/>
              <a:gd name="connsiteX757" fmla="*/ 12968 w 15731938"/>
              <a:gd name="connsiteY757" fmla="*/ 2201972 h 9576980"/>
              <a:gd name="connsiteX758" fmla="*/ 14718 w 15731938"/>
              <a:gd name="connsiteY758" fmla="*/ 2176493 h 9576980"/>
              <a:gd name="connsiteX759" fmla="*/ 13936 w 15731938"/>
              <a:gd name="connsiteY759" fmla="*/ 2155124 h 9576980"/>
              <a:gd name="connsiteX760" fmla="*/ 13970 w 15731938"/>
              <a:gd name="connsiteY760" fmla="*/ 1944686 h 9576980"/>
              <a:gd name="connsiteX761" fmla="*/ 16252 w 15731938"/>
              <a:gd name="connsiteY761" fmla="*/ 1906455 h 9576980"/>
              <a:gd name="connsiteX762" fmla="*/ 15706 w 15731938"/>
              <a:gd name="connsiteY762" fmla="*/ 1755336 h 9576980"/>
              <a:gd name="connsiteX763" fmla="*/ 11497 w 15731938"/>
              <a:gd name="connsiteY763" fmla="*/ 1708591 h 9576980"/>
              <a:gd name="connsiteX764" fmla="*/ 16271 w 15731938"/>
              <a:gd name="connsiteY764" fmla="*/ 928881 h 9576980"/>
              <a:gd name="connsiteX765" fmla="*/ 128200 w 15731938"/>
              <a:gd name="connsiteY765" fmla="*/ 931098 h 9576980"/>
              <a:gd name="connsiteX766" fmla="*/ 197507 w 15731938"/>
              <a:gd name="connsiteY766" fmla="*/ 928696 h 9576980"/>
              <a:gd name="connsiteX767" fmla="*/ 400488 w 15731938"/>
              <a:gd name="connsiteY767" fmla="*/ 928881 h 9576980"/>
              <a:gd name="connsiteX768" fmla="*/ 419211 w 15731938"/>
              <a:gd name="connsiteY768" fmla="*/ 929231 h 9576980"/>
              <a:gd name="connsiteX769" fmla="*/ 425013 w 15731938"/>
              <a:gd name="connsiteY769" fmla="*/ 928881 h 9576980"/>
              <a:gd name="connsiteX770" fmla="*/ 511886 w 15731938"/>
              <a:gd name="connsiteY770" fmla="*/ 925982 h 9576980"/>
              <a:gd name="connsiteX771" fmla="*/ 563642 w 15731938"/>
              <a:gd name="connsiteY771" fmla="*/ 928903 h 9576980"/>
              <a:gd name="connsiteX772" fmla="*/ 623094 w 15731938"/>
              <a:gd name="connsiteY772" fmla="*/ 926314 h 9576980"/>
              <a:gd name="connsiteX773" fmla="*/ 833754 w 15731938"/>
              <a:gd name="connsiteY773" fmla="*/ 928881 h 9576980"/>
              <a:gd name="connsiteX774" fmla="*/ 827349 w 15731938"/>
              <a:gd name="connsiteY774" fmla="*/ 1029723 h 9576980"/>
              <a:gd name="connsiteX775" fmla="*/ 859108 w 15731938"/>
              <a:gd name="connsiteY775" fmla="*/ 1029651 h 9576980"/>
              <a:gd name="connsiteX776" fmla="*/ 936744 w 15731938"/>
              <a:gd name="connsiteY776" fmla="*/ 1032319 h 9576980"/>
              <a:gd name="connsiteX777" fmla="*/ 970400 w 15731938"/>
              <a:gd name="connsiteY777" fmla="*/ 1031101 h 9576980"/>
              <a:gd name="connsiteX778" fmla="*/ 1065177 w 15731938"/>
              <a:gd name="connsiteY778" fmla="*/ 1036731 h 9576980"/>
              <a:gd name="connsiteX779" fmla="*/ 1216958 w 15731938"/>
              <a:gd name="connsiteY779" fmla="*/ 1038298 h 9576980"/>
              <a:gd name="connsiteX780" fmla="*/ 1372435 w 15731938"/>
              <a:gd name="connsiteY780" fmla="*/ 1037976 h 9576980"/>
              <a:gd name="connsiteX781" fmla="*/ 1407149 w 15731938"/>
              <a:gd name="connsiteY781" fmla="*/ 1036731 h 9576980"/>
              <a:gd name="connsiteX782" fmla="*/ 1449088 w 15731938"/>
              <a:gd name="connsiteY782" fmla="*/ 1037815 h 9576980"/>
              <a:gd name="connsiteX783" fmla="*/ 1881721 w 15731938"/>
              <a:gd name="connsiteY783" fmla="*/ 1036731 h 9576980"/>
              <a:gd name="connsiteX784" fmla="*/ 2223692 w 15731938"/>
              <a:gd name="connsiteY784" fmla="*/ 1036731 h 9576980"/>
              <a:gd name="connsiteX785" fmla="*/ 2388794 w 15731938"/>
              <a:gd name="connsiteY785" fmla="*/ 1033241 h 9576980"/>
              <a:gd name="connsiteX786" fmla="*/ 2487176 w 15731938"/>
              <a:gd name="connsiteY786" fmla="*/ 1025850 h 9576980"/>
              <a:gd name="connsiteX787" fmla="*/ 2609183 w 15731938"/>
              <a:gd name="connsiteY787" fmla="*/ 1030222 h 9576980"/>
              <a:gd name="connsiteX788" fmla="*/ 2632983 w 15731938"/>
              <a:gd name="connsiteY788" fmla="*/ 1031583 h 9576980"/>
              <a:gd name="connsiteX789" fmla="*/ 2921594 w 15731938"/>
              <a:gd name="connsiteY789" fmla="*/ 1036731 h 9576980"/>
              <a:gd name="connsiteX790" fmla="*/ 3500851 w 15731938"/>
              <a:gd name="connsiteY790" fmla="*/ 1036731 h 9576980"/>
              <a:gd name="connsiteX791" fmla="*/ 3680939 w 15731938"/>
              <a:gd name="connsiteY791" fmla="*/ 1030475 h 9576980"/>
              <a:gd name="connsiteX792" fmla="*/ 3751801 w 15731938"/>
              <a:gd name="connsiteY792" fmla="*/ 1023260 h 9576980"/>
              <a:gd name="connsiteX793" fmla="*/ 3839494 w 15731938"/>
              <a:gd name="connsiteY793" fmla="*/ 1022058 h 9576980"/>
              <a:gd name="connsiteX794" fmla="*/ 3883628 w 15731938"/>
              <a:gd name="connsiteY794" fmla="*/ 1027367 h 9576980"/>
              <a:gd name="connsiteX795" fmla="*/ 3981674 w 15731938"/>
              <a:gd name="connsiteY795" fmla="*/ 1027816 h 9576980"/>
              <a:gd name="connsiteX796" fmla="*/ 4198752 w 15731938"/>
              <a:gd name="connsiteY796" fmla="*/ 1036731 h 9576980"/>
              <a:gd name="connsiteX797" fmla="*/ 4243029 w 15731938"/>
              <a:gd name="connsiteY797" fmla="*/ 1038284 h 9576980"/>
              <a:gd name="connsiteX798" fmla="*/ 4303437 w 15731938"/>
              <a:gd name="connsiteY798" fmla="*/ 1036731 h 9576980"/>
              <a:gd name="connsiteX799" fmla="*/ 4432463 w 15731938"/>
              <a:gd name="connsiteY799" fmla="*/ 1039769 h 9576980"/>
              <a:gd name="connsiteX800" fmla="*/ 4442321 w 15731938"/>
              <a:gd name="connsiteY800" fmla="*/ 1040035 h 9576980"/>
              <a:gd name="connsiteX801" fmla="*/ 4473486 w 15731938"/>
              <a:gd name="connsiteY801" fmla="*/ 1038851 h 9576980"/>
              <a:gd name="connsiteX802" fmla="*/ 4659366 w 15731938"/>
              <a:gd name="connsiteY802" fmla="*/ 1036731 h 9576980"/>
              <a:gd name="connsiteX803" fmla="*/ 5226623 w 15731938"/>
              <a:gd name="connsiteY803" fmla="*/ 1027358 h 9576980"/>
              <a:gd name="connsiteX804" fmla="*/ 5237479 w 15731938"/>
              <a:gd name="connsiteY804" fmla="*/ 1027766 h 9576980"/>
              <a:gd name="connsiteX805" fmla="*/ 5270531 w 15731938"/>
              <a:gd name="connsiteY805" fmla="*/ 1025244 h 9576980"/>
              <a:gd name="connsiteX806" fmla="*/ 5359242 w 15731938"/>
              <a:gd name="connsiteY806" fmla="*/ 1024609 h 9576980"/>
              <a:gd name="connsiteX807" fmla="*/ 5455425 w 15731938"/>
              <a:gd name="connsiteY807" fmla="*/ 1035961 h 9576980"/>
              <a:gd name="connsiteX808" fmla="*/ 5475909 w 15731938"/>
              <a:gd name="connsiteY808" fmla="*/ 1036731 h 9576980"/>
              <a:gd name="connsiteX809" fmla="*/ 5479469 w 15731938"/>
              <a:gd name="connsiteY809" fmla="*/ 1036973 h 9576980"/>
              <a:gd name="connsiteX810" fmla="*/ 5559033 w 15731938"/>
              <a:gd name="connsiteY810" fmla="*/ 1038070 h 9576980"/>
              <a:gd name="connsiteX811" fmla="*/ 6159853 w 15731938"/>
              <a:gd name="connsiteY811" fmla="*/ 1036731 h 9576980"/>
              <a:gd name="connsiteX812" fmla="*/ 6271245 w 15731938"/>
              <a:gd name="connsiteY812" fmla="*/ 1038910 h 9576980"/>
              <a:gd name="connsiteX813" fmla="*/ 6292452 w 15731938"/>
              <a:gd name="connsiteY813" fmla="*/ 1036731 h 9576980"/>
              <a:gd name="connsiteX814" fmla="*/ 6575291 w 15731938"/>
              <a:gd name="connsiteY814" fmla="*/ 1033648 h 9576980"/>
              <a:gd name="connsiteX815" fmla="*/ 6613930 w 15731938"/>
              <a:gd name="connsiteY815" fmla="*/ 1035663 h 9576980"/>
              <a:gd name="connsiteX816" fmla="*/ 6698496 w 15731938"/>
              <a:gd name="connsiteY816" fmla="*/ 1033699 h 9576980"/>
              <a:gd name="connsiteX817" fmla="*/ 6857753 w 15731938"/>
              <a:gd name="connsiteY817" fmla="*/ 1036731 h 9576980"/>
              <a:gd name="connsiteX818" fmla="*/ 7196329 w 15731938"/>
              <a:gd name="connsiteY818" fmla="*/ 1041851 h 9576980"/>
              <a:gd name="connsiteX819" fmla="*/ 7555715 w 15731938"/>
              <a:gd name="connsiteY819" fmla="*/ 1038001 h 9576980"/>
              <a:gd name="connsiteX820" fmla="*/ 7569610 w 15731938"/>
              <a:gd name="connsiteY820" fmla="*/ 1036731 h 9576980"/>
              <a:gd name="connsiteX821" fmla="*/ 7753566 w 15731938"/>
              <a:gd name="connsiteY821" fmla="*/ 1019525 h 9576980"/>
              <a:gd name="connsiteX822" fmla="*/ 7991035 w 15731938"/>
              <a:gd name="connsiteY822" fmla="*/ 1030615 h 9576980"/>
              <a:gd name="connsiteX823" fmla="*/ 8140656 w 15731938"/>
              <a:gd name="connsiteY823" fmla="*/ 1036413 h 9576980"/>
              <a:gd name="connsiteX824" fmla="*/ 8320908 w 15731938"/>
              <a:gd name="connsiteY824" fmla="*/ 1026430 h 9576980"/>
              <a:gd name="connsiteX825" fmla="*/ 8553188 w 15731938"/>
              <a:gd name="connsiteY825" fmla="*/ 1025060 h 9576980"/>
              <a:gd name="connsiteX826" fmla="*/ 8847545 w 15731938"/>
              <a:gd name="connsiteY826" fmla="*/ 1033686 h 9576980"/>
              <a:gd name="connsiteX827" fmla="*/ 8959418 w 15731938"/>
              <a:gd name="connsiteY827" fmla="*/ 1033028 h 9576980"/>
              <a:gd name="connsiteX828" fmla="*/ 9188740 w 15731938"/>
              <a:gd name="connsiteY828" fmla="*/ 1036731 h 9576980"/>
              <a:gd name="connsiteX829" fmla="*/ 9623578 w 15731938"/>
              <a:gd name="connsiteY829" fmla="*/ 1046404 h 9576980"/>
              <a:gd name="connsiteX830" fmla="*/ 9649409 w 15731938"/>
              <a:gd name="connsiteY830" fmla="*/ 1046228 h 9576980"/>
              <a:gd name="connsiteX831" fmla="*/ 9886640 w 15731938"/>
              <a:gd name="connsiteY831" fmla="*/ 1036731 h 9576980"/>
              <a:gd name="connsiteX832" fmla="*/ 10304568 w 15731938"/>
              <a:gd name="connsiteY832" fmla="*/ 1026107 h 9576980"/>
              <a:gd name="connsiteX833" fmla="*/ 10361469 w 15731938"/>
              <a:gd name="connsiteY833" fmla="*/ 1027624 h 9576980"/>
              <a:gd name="connsiteX834" fmla="*/ 10394258 w 15731938"/>
              <a:gd name="connsiteY834" fmla="*/ 1026367 h 9576980"/>
              <a:gd name="connsiteX835" fmla="*/ 10940470 w 15731938"/>
              <a:gd name="connsiteY835" fmla="*/ 1036731 h 9576980"/>
              <a:gd name="connsiteX836" fmla="*/ 10989823 w 15731938"/>
              <a:gd name="connsiteY836" fmla="*/ 1040846 h 9576980"/>
              <a:gd name="connsiteX837" fmla="*/ 11045155 w 15731938"/>
              <a:gd name="connsiteY837" fmla="*/ 1036731 h 9576980"/>
              <a:gd name="connsiteX838" fmla="*/ 11649757 w 15731938"/>
              <a:gd name="connsiteY838" fmla="*/ 1027146 h 9576980"/>
              <a:gd name="connsiteX839" fmla="*/ 11820698 w 15731938"/>
              <a:gd name="connsiteY839" fmla="*/ 1034877 h 9576980"/>
              <a:gd name="connsiteX840" fmla="*/ 11954454 w 15731938"/>
              <a:gd name="connsiteY840" fmla="*/ 1030982 h 9576980"/>
              <a:gd name="connsiteX841" fmla="*/ 12303298 w 15731938"/>
              <a:gd name="connsiteY841" fmla="*/ 1038686 h 9576980"/>
              <a:gd name="connsiteX842" fmla="*/ 12354516 w 15731938"/>
              <a:gd name="connsiteY842" fmla="*/ 1038520 h 9576980"/>
              <a:gd name="connsiteX843" fmla="*/ 12355062 w 15731938"/>
              <a:gd name="connsiteY843" fmla="*/ 1023191 h 9576980"/>
              <a:gd name="connsiteX844" fmla="*/ 12346332 w 15731938"/>
              <a:gd name="connsiteY844" fmla="*/ 738940 h 9576980"/>
              <a:gd name="connsiteX845" fmla="*/ 12353689 w 15731938"/>
              <a:gd name="connsiteY845" fmla="*/ 10698 h 9576980"/>
              <a:gd name="connsiteX846" fmla="*/ 12898821 w 15731938"/>
              <a:gd name="connsiteY846" fmla="*/ 10698 h 9576980"/>
              <a:gd name="connsiteX847" fmla="*/ 13382260 w 15731938"/>
              <a:gd name="connsiteY847" fmla="*/ 7 h 9576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</a:cxnLst>
            <a:rect l="l" t="t" r="r" b="b"/>
            <a:pathLst>
              <a:path w="15731938" h="9576980">
                <a:moveTo>
                  <a:pt x="6705245" y="1623998"/>
                </a:moveTo>
                <a:cubicBezTo>
                  <a:pt x="6655104" y="1625154"/>
                  <a:pt x="6605490" y="1628215"/>
                  <a:pt x="6557656" y="1634319"/>
                </a:cubicBezTo>
                <a:lnTo>
                  <a:pt x="6466281" y="1643170"/>
                </a:lnTo>
                <a:lnTo>
                  <a:pt x="6378658" y="1653187"/>
                </a:lnTo>
                <a:lnTo>
                  <a:pt x="6283500" y="1654586"/>
                </a:lnTo>
                <a:lnTo>
                  <a:pt x="6184562" y="1658496"/>
                </a:lnTo>
                <a:cubicBezTo>
                  <a:pt x="6030100" y="1660451"/>
                  <a:pt x="5844138" y="1654347"/>
                  <a:pt x="5622468" y="1634319"/>
                </a:cubicBezTo>
                <a:lnTo>
                  <a:pt x="5532120" y="1627185"/>
                </a:lnTo>
                <a:lnTo>
                  <a:pt x="5479916" y="1628537"/>
                </a:lnTo>
                <a:cubicBezTo>
                  <a:pt x="5445199" y="1631651"/>
                  <a:pt x="5435901" y="1636693"/>
                  <a:pt x="5385182" y="1634319"/>
                </a:cubicBezTo>
                <a:lnTo>
                  <a:pt x="5217579" y="1629407"/>
                </a:lnTo>
                <a:lnTo>
                  <a:pt x="5161854" y="1634319"/>
                </a:lnTo>
                <a:lnTo>
                  <a:pt x="5030572" y="1635069"/>
                </a:lnTo>
                <a:lnTo>
                  <a:pt x="4905078" y="1642510"/>
                </a:lnTo>
                <a:cubicBezTo>
                  <a:pt x="4777269" y="1648349"/>
                  <a:pt x="4592059" y="1653480"/>
                  <a:pt x="4433651" y="1649107"/>
                </a:cubicBezTo>
                <a:lnTo>
                  <a:pt x="4366197" y="1644288"/>
                </a:lnTo>
                <a:lnTo>
                  <a:pt x="4294210" y="1645360"/>
                </a:lnTo>
                <a:cubicBezTo>
                  <a:pt x="4216399" y="1644540"/>
                  <a:pt x="4138173" y="1640040"/>
                  <a:pt x="4003339" y="1634319"/>
                </a:cubicBezTo>
                <a:lnTo>
                  <a:pt x="3954362" y="1633155"/>
                </a:lnTo>
                <a:lnTo>
                  <a:pt x="3884696" y="1634319"/>
                </a:lnTo>
                <a:cubicBezTo>
                  <a:pt x="3757202" y="1629075"/>
                  <a:pt x="3553647" y="1640916"/>
                  <a:pt x="3365888" y="1640250"/>
                </a:cubicBezTo>
                <a:lnTo>
                  <a:pt x="3275102" y="1637244"/>
                </a:lnTo>
                <a:lnTo>
                  <a:pt x="3248201" y="1638546"/>
                </a:lnTo>
                <a:cubicBezTo>
                  <a:pt x="3201163" y="1640855"/>
                  <a:pt x="3155756" y="1641756"/>
                  <a:pt x="3082111" y="1634319"/>
                </a:cubicBezTo>
                <a:lnTo>
                  <a:pt x="2981065" y="1630934"/>
                </a:lnTo>
                <a:lnTo>
                  <a:pt x="2772036" y="1636635"/>
                </a:lnTo>
                <a:cubicBezTo>
                  <a:pt x="2621412" y="1641504"/>
                  <a:pt x="2472951" y="1645602"/>
                  <a:pt x="2370251" y="1634319"/>
                </a:cubicBezTo>
                <a:lnTo>
                  <a:pt x="2325404" y="1630817"/>
                </a:lnTo>
                <a:lnTo>
                  <a:pt x="2265566" y="1634319"/>
                </a:lnTo>
                <a:cubicBezTo>
                  <a:pt x="2175065" y="1644552"/>
                  <a:pt x="2117017" y="1644835"/>
                  <a:pt x="2067873" y="1642418"/>
                </a:cubicBezTo>
                <a:lnTo>
                  <a:pt x="1941696" y="1635335"/>
                </a:lnTo>
                <a:lnTo>
                  <a:pt x="1823922" y="1636717"/>
                </a:lnTo>
                <a:cubicBezTo>
                  <a:pt x="1579723" y="1638069"/>
                  <a:pt x="1170707" y="1638300"/>
                  <a:pt x="865381" y="1636639"/>
                </a:cubicBezTo>
                <a:lnTo>
                  <a:pt x="835832" y="1636434"/>
                </a:lnTo>
                <a:lnTo>
                  <a:pt x="839826" y="1700352"/>
                </a:lnTo>
                <a:cubicBezTo>
                  <a:pt x="840960" y="1731174"/>
                  <a:pt x="841290" y="1760624"/>
                  <a:pt x="841074" y="1789301"/>
                </a:cubicBezTo>
                <a:lnTo>
                  <a:pt x="839704" y="1828944"/>
                </a:lnTo>
                <a:lnTo>
                  <a:pt x="839066" y="2000679"/>
                </a:lnTo>
                <a:cubicBezTo>
                  <a:pt x="837697" y="2098937"/>
                  <a:pt x="835331" y="2199781"/>
                  <a:pt x="834281" y="2310926"/>
                </a:cubicBezTo>
                <a:lnTo>
                  <a:pt x="834069" y="2357193"/>
                </a:lnTo>
                <a:lnTo>
                  <a:pt x="836995" y="2409040"/>
                </a:lnTo>
                <a:cubicBezTo>
                  <a:pt x="843444" y="2533845"/>
                  <a:pt x="842398" y="2596926"/>
                  <a:pt x="839808" y="2650773"/>
                </a:cubicBezTo>
                <a:lnTo>
                  <a:pt x="839418" y="2657914"/>
                </a:lnTo>
                <a:lnTo>
                  <a:pt x="840944" y="2691520"/>
                </a:lnTo>
                <a:cubicBezTo>
                  <a:pt x="846449" y="2805982"/>
                  <a:pt x="850566" y="2894044"/>
                  <a:pt x="833754" y="3100075"/>
                </a:cubicBezTo>
                <a:lnTo>
                  <a:pt x="829621" y="3154867"/>
                </a:lnTo>
                <a:lnTo>
                  <a:pt x="829087" y="3173131"/>
                </a:lnTo>
                <a:cubicBezTo>
                  <a:pt x="826588" y="3257597"/>
                  <a:pt x="825645" y="3331198"/>
                  <a:pt x="833754" y="3403503"/>
                </a:cubicBezTo>
                <a:cubicBezTo>
                  <a:pt x="839837" y="3457732"/>
                  <a:pt x="837262" y="3551471"/>
                  <a:pt x="833204" y="3656862"/>
                </a:cubicBezTo>
                <a:lnTo>
                  <a:pt x="831923" y="3689200"/>
                </a:lnTo>
                <a:lnTo>
                  <a:pt x="831859" y="3694011"/>
                </a:lnTo>
                <a:cubicBezTo>
                  <a:pt x="833846" y="3814540"/>
                  <a:pt x="842220" y="3944612"/>
                  <a:pt x="837970" y="4117206"/>
                </a:cubicBezTo>
                <a:lnTo>
                  <a:pt x="835852" y="4171946"/>
                </a:lnTo>
                <a:lnTo>
                  <a:pt x="847291" y="4280969"/>
                </a:lnTo>
                <a:cubicBezTo>
                  <a:pt x="853471" y="4406663"/>
                  <a:pt x="840427" y="4526549"/>
                  <a:pt x="833754" y="4677899"/>
                </a:cubicBezTo>
                <a:cubicBezTo>
                  <a:pt x="827082" y="4829249"/>
                  <a:pt x="837049" y="4920849"/>
                  <a:pt x="837477" y="5022324"/>
                </a:cubicBezTo>
                <a:lnTo>
                  <a:pt x="837452" y="5023034"/>
                </a:lnTo>
                <a:lnTo>
                  <a:pt x="840141" y="5058264"/>
                </a:lnTo>
                <a:cubicBezTo>
                  <a:pt x="843803" y="5137210"/>
                  <a:pt x="840071" y="5202887"/>
                  <a:pt x="835930" y="5263667"/>
                </a:cubicBezTo>
                <a:lnTo>
                  <a:pt x="830931" y="5350627"/>
                </a:lnTo>
                <a:lnTo>
                  <a:pt x="831783" y="5412921"/>
                </a:lnTo>
                <a:lnTo>
                  <a:pt x="833158" y="5484993"/>
                </a:lnTo>
                <a:lnTo>
                  <a:pt x="833754" y="5500525"/>
                </a:lnTo>
                <a:cubicBezTo>
                  <a:pt x="852938" y="5667489"/>
                  <a:pt x="835012" y="5812066"/>
                  <a:pt x="833754" y="6100638"/>
                </a:cubicBezTo>
                <a:lnTo>
                  <a:pt x="833373" y="6184286"/>
                </a:lnTo>
                <a:lnTo>
                  <a:pt x="879909" y="6185714"/>
                </a:lnTo>
                <a:cubicBezTo>
                  <a:pt x="917675" y="6187065"/>
                  <a:pt x="953232" y="6188494"/>
                  <a:pt x="986959" y="6189874"/>
                </a:cubicBezTo>
                <a:lnTo>
                  <a:pt x="1019991" y="6191203"/>
                </a:lnTo>
                <a:lnTo>
                  <a:pt x="1044490" y="6190679"/>
                </a:lnTo>
                <a:cubicBezTo>
                  <a:pt x="1173949" y="6185331"/>
                  <a:pt x="1271181" y="6170325"/>
                  <a:pt x="1415143" y="6182021"/>
                </a:cubicBezTo>
                <a:lnTo>
                  <a:pt x="1465236" y="6183199"/>
                </a:lnTo>
                <a:lnTo>
                  <a:pt x="1477907" y="6182021"/>
                </a:lnTo>
                <a:cubicBezTo>
                  <a:pt x="1579339" y="6166925"/>
                  <a:pt x="1690877" y="6167638"/>
                  <a:pt x="1808460" y="6171769"/>
                </a:cubicBezTo>
                <a:lnTo>
                  <a:pt x="1874516" y="6174409"/>
                </a:lnTo>
                <a:lnTo>
                  <a:pt x="1922234" y="6172838"/>
                </a:lnTo>
                <a:lnTo>
                  <a:pt x="2080452" y="6180473"/>
                </a:lnTo>
                <a:lnTo>
                  <a:pt x="2175288" y="6182021"/>
                </a:lnTo>
                <a:cubicBezTo>
                  <a:pt x="2426519" y="6179169"/>
                  <a:pt x="2654568" y="6178154"/>
                  <a:pt x="2851747" y="6182021"/>
                </a:cubicBezTo>
                <a:cubicBezTo>
                  <a:pt x="2852106" y="6146491"/>
                  <a:pt x="2852555" y="6113555"/>
                  <a:pt x="2853041" y="6082537"/>
                </a:cubicBezTo>
                <a:lnTo>
                  <a:pt x="2853567" y="6052275"/>
                </a:lnTo>
                <a:lnTo>
                  <a:pt x="2852703" y="5984124"/>
                </a:lnTo>
                <a:cubicBezTo>
                  <a:pt x="2848813" y="5843817"/>
                  <a:pt x="2836895" y="5748605"/>
                  <a:pt x="2844570" y="5575337"/>
                </a:cubicBezTo>
                <a:lnTo>
                  <a:pt x="2851333" y="5467613"/>
                </a:lnTo>
                <a:lnTo>
                  <a:pt x="2848709" y="5379978"/>
                </a:lnTo>
                <a:cubicBezTo>
                  <a:pt x="2844305" y="5165266"/>
                  <a:pt x="2857022" y="5089775"/>
                  <a:pt x="2851747" y="4842055"/>
                </a:cubicBezTo>
                <a:cubicBezTo>
                  <a:pt x="2847225" y="4629723"/>
                  <a:pt x="2832568" y="4432100"/>
                  <a:pt x="2838211" y="4278839"/>
                </a:cubicBezTo>
                <a:lnTo>
                  <a:pt x="2845674" y="4203097"/>
                </a:lnTo>
                <a:lnTo>
                  <a:pt x="2826377" y="4202505"/>
                </a:lnTo>
                <a:cubicBezTo>
                  <a:pt x="2801596" y="3900143"/>
                  <a:pt x="2817150" y="3696774"/>
                  <a:pt x="2826377" y="3523277"/>
                </a:cubicBezTo>
                <a:lnTo>
                  <a:pt x="2823591" y="3433329"/>
                </a:lnTo>
                <a:lnTo>
                  <a:pt x="2781066" y="3433315"/>
                </a:lnTo>
                <a:cubicBezTo>
                  <a:pt x="2743697" y="3433487"/>
                  <a:pt x="2705367" y="3433838"/>
                  <a:pt x="2664643" y="3434346"/>
                </a:cubicBezTo>
                <a:lnTo>
                  <a:pt x="2519357" y="3436630"/>
                </a:lnTo>
                <a:lnTo>
                  <a:pt x="2510860" y="3437161"/>
                </a:lnTo>
                <a:cubicBezTo>
                  <a:pt x="2347057" y="3447031"/>
                  <a:pt x="2096086" y="3422357"/>
                  <a:pt x="1866359" y="3437161"/>
                </a:cubicBezTo>
                <a:cubicBezTo>
                  <a:pt x="1866656" y="3215100"/>
                  <a:pt x="1840901" y="3013847"/>
                  <a:pt x="1866359" y="2866225"/>
                </a:cubicBezTo>
                <a:cubicBezTo>
                  <a:pt x="1989561" y="2856129"/>
                  <a:pt x="2091066" y="2854898"/>
                  <a:pt x="2193160" y="2856806"/>
                </a:cubicBezTo>
                <a:cubicBezTo>
                  <a:pt x="2244207" y="2857760"/>
                  <a:pt x="2295402" y="2859499"/>
                  <a:pt x="2349529" y="2861308"/>
                </a:cubicBezTo>
                <a:lnTo>
                  <a:pt x="2510855" y="2865868"/>
                </a:lnTo>
                <a:lnTo>
                  <a:pt x="2681767" y="2863451"/>
                </a:lnTo>
                <a:lnTo>
                  <a:pt x="2826530" y="2868968"/>
                </a:lnTo>
                <a:lnTo>
                  <a:pt x="2826377" y="2863273"/>
                </a:lnTo>
                <a:cubicBezTo>
                  <a:pt x="2810539" y="2665319"/>
                  <a:pt x="2848484" y="2467498"/>
                  <a:pt x="2826377" y="2280163"/>
                </a:cubicBezTo>
                <a:cubicBezTo>
                  <a:pt x="2851615" y="2279068"/>
                  <a:pt x="2875101" y="2278858"/>
                  <a:pt x="2898253" y="2279075"/>
                </a:cubicBezTo>
                <a:cubicBezTo>
                  <a:pt x="2967707" y="2279726"/>
                  <a:pt x="3034153" y="2284219"/>
                  <a:pt x="3135898" y="2280163"/>
                </a:cubicBezTo>
                <a:cubicBezTo>
                  <a:pt x="3142699" y="2315021"/>
                  <a:pt x="3144494" y="2354075"/>
                  <a:pt x="3143763" y="2398255"/>
                </a:cubicBezTo>
                <a:lnTo>
                  <a:pt x="3136498" y="2546454"/>
                </a:lnTo>
                <a:lnTo>
                  <a:pt x="3136657" y="2616822"/>
                </a:lnTo>
                <a:cubicBezTo>
                  <a:pt x="3136024" y="2671760"/>
                  <a:pt x="3135327" y="2726943"/>
                  <a:pt x="3135043" y="2783622"/>
                </a:cubicBezTo>
                <a:lnTo>
                  <a:pt x="3135434" y="2864143"/>
                </a:lnTo>
                <a:lnTo>
                  <a:pt x="3211120" y="2867741"/>
                </a:lnTo>
                <a:cubicBezTo>
                  <a:pt x="3300161" y="2872722"/>
                  <a:pt x="3403778" y="2877198"/>
                  <a:pt x="3547869" y="2866224"/>
                </a:cubicBezTo>
                <a:cubicBezTo>
                  <a:pt x="3836052" y="2844276"/>
                  <a:pt x="3896385" y="2882512"/>
                  <a:pt x="4133905" y="2866224"/>
                </a:cubicBezTo>
                <a:cubicBezTo>
                  <a:pt x="4193285" y="2862152"/>
                  <a:pt x="4241854" y="2860498"/>
                  <a:pt x="4283479" y="2860212"/>
                </a:cubicBezTo>
                <a:lnTo>
                  <a:pt x="4382978" y="2862236"/>
                </a:lnTo>
                <a:lnTo>
                  <a:pt x="4450985" y="2853703"/>
                </a:lnTo>
                <a:cubicBezTo>
                  <a:pt x="4486260" y="2851218"/>
                  <a:pt x="4523937" y="2850322"/>
                  <a:pt x="4565182" y="2850719"/>
                </a:cubicBezTo>
                <a:cubicBezTo>
                  <a:pt x="4606428" y="2851116"/>
                  <a:pt x="4651241" y="2852804"/>
                  <a:pt x="4700789" y="2855488"/>
                </a:cubicBezTo>
                <a:lnTo>
                  <a:pt x="4787071" y="2861136"/>
                </a:lnTo>
                <a:lnTo>
                  <a:pt x="4921025" y="2859451"/>
                </a:lnTo>
                <a:cubicBezTo>
                  <a:pt x="5062471" y="2858721"/>
                  <a:pt x="5210416" y="2860249"/>
                  <a:pt x="5305977" y="2866224"/>
                </a:cubicBezTo>
                <a:lnTo>
                  <a:pt x="5376245" y="2866310"/>
                </a:lnTo>
                <a:lnTo>
                  <a:pt x="5378408" y="2866224"/>
                </a:lnTo>
                <a:cubicBezTo>
                  <a:pt x="5535359" y="2859950"/>
                  <a:pt x="5585887" y="2850738"/>
                  <a:pt x="5690709" y="2855786"/>
                </a:cubicBezTo>
                <a:lnTo>
                  <a:pt x="5709443" y="2857303"/>
                </a:lnTo>
                <a:lnTo>
                  <a:pt x="5885173" y="2853414"/>
                </a:lnTo>
                <a:cubicBezTo>
                  <a:pt x="5945917" y="2854091"/>
                  <a:pt x="5998726" y="2857637"/>
                  <a:pt x="6036875" y="2866224"/>
                </a:cubicBezTo>
                <a:lnTo>
                  <a:pt x="6088535" y="2872383"/>
                </a:lnTo>
                <a:lnTo>
                  <a:pt x="6226598" y="2869981"/>
                </a:lnTo>
                <a:cubicBezTo>
                  <a:pt x="6376255" y="2865745"/>
                  <a:pt x="6524127" y="2860257"/>
                  <a:pt x="6622911" y="2866224"/>
                </a:cubicBezTo>
                <a:lnTo>
                  <a:pt x="6632592" y="2866510"/>
                </a:lnTo>
                <a:lnTo>
                  <a:pt x="6726259" y="2866836"/>
                </a:lnTo>
                <a:cubicBezTo>
                  <a:pt x="6917743" y="2864953"/>
                  <a:pt x="7142954" y="2857874"/>
                  <a:pt x="7281378" y="2866224"/>
                </a:cubicBezTo>
                <a:lnTo>
                  <a:pt x="7419041" y="2871887"/>
                </a:lnTo>
                <a:lnTo>
                  <a:pt x="7471361" y="2872742"/>
                </a:lnTo>
                <a:cubicBezTo>
                  <a:pt x="7509084" y="2872329"/>
                  <a:pt x="7544468" y="2870502"/>
                  <a:pt x="7577688" y="2866224"/>
                </a:cubicBezTo>
                <a:cubicBezTo>
                  <a:pt x="7610909" y="2861946"/>
                  <a:pt x="7658272" y="2861034"/>
                  <a:pt x="7714359" y="2861765"/>
                </a:cubicBezTo>
                <a:lnTo>
                  <a:pt x="7826439" y="2864967"/>
                </a:lnTo>
                <a:lnTo>
                  <a:pt x="8160019" y="2851642"/>
                </a:lnTo>
                <a:cubicBezTo>
                  <a:pt x="8226834" y="2851284"/>
                  <a:pt x="8293683" y="2852140"/>
                  <a:pt x="8356136" y="2854481"/>
                </a:cubicBezTo>
                <a:lnTo>
                  <a:pt x="8419803" y="2858886"/>
                </a:lnTo>
                <a:lnTo>
                  <a:pt x="8479352" y="2854956"/>
                </a:lnTo>
                <a:cubicBezTo>
                  <a:pt x="8589664" y="2849795"/>
                  <a:pt x="8697038" y="2849438"/>
                  <a:pt x="8826233" y="2854497"/>
                </a:cubicBezTo>
                <a:lnTo>
                  <a:pt x="9035793" y="2866021"/>
                </a:lnTo>
                <a:lnTo>
                  <a:pt x="9119712" y="2863764"/>
                </a:lnTo>
                <a:cubicBezTo>
                  <a:pt x="9192047" y="2862643"/>
                  <a:pt x="9263035" y="2862907"/>
                  <a:pt x="9329211" y="2866224"/>
                </a:cubicBezTo>
                <a:lnTo>
                  <a:pt x="9413053" y="2867406"/>
                </a:lnTo>
                <a:lnTo>
                  <a:pt x="9469024" y="2864755"/>
                </a:lnTo>
                <a:cubicBezTo>
                  <a:pt x="9511529" y="2863590"/>
                  <a:pt x="9560844" y="2863582"/>
                  <a:pt x="9625521" y="2866224"/>
                </a:cubicBezTo>
                <a:lnTo>
                  <a:pt x="9626337" y="2866261"/>
                </a:lnTo>
                <a:lnTo>
                  <a:pt x="9724921" y="2863624"/>
                </a:lnTo>
                <a:cubicBezTo>
                  <a:pt x="9863629" y="2859440"/>
                  <a:pt x="10016393" y="2856123"/>
                  <a:pt x="10204972" y="2866224"/>
                </a:cubicBezTo>
                <a:cubicBezTo>
                  <a:pt x="10214947" y="3104733"/>
                  <a:pt x="10191999" y="3318074"/>
                  <a:pt x="10204972" y="3433284"/>
                </a:cubicBezTo>
                <a:cubicBezTo>
                  <a:pt x="9854962" y="3451950"/>
                  <a:pt x="9698000" y="3417098"/>
                  <a:pt x="9474073" y="3433284"/>
                </a:cubicBezTo>
                <a:cubicBezTo>
                  <a:pt x="9250146" y="3449470"/>
                  <a:pt x="9157148" y="3444105"/>
                  <a:pt x="9032900" y="3433284"/>
                </a:cubicBezTo>
                <a:lnTo>
                  <a:pt x="8926664" y="3427594"/>
                </a:lnTo>
                <a:lnTo>
                  <a:pt x="8815606" y="3433284"/>
                </a:lnTo>
                <a:cubicBezTo>
                  <a:pt x="8561636" y="3458640"/>
                  <a:pt x="8464983" y="3412428"/>
                  <a:pt x="8302002" y="3433284"/>
                </a:cubicBezTo>
                <a:cubicBezTo>
                  <a:pt x="8220511" y="3443712"/>
                  <a:pt x="8125533" y="3446297"/>
                  <a:pt x="8034216" y="3444983"/>
                </a:cubicBezTo>
                <a:lnTo>
                  <a:pt x="7988448" y="3442805"/>
                </a:lnTo>
                <a:lnTo>
                  <a:pt x="7897227" y="3441811"/>
                </a:lnTo>
                <a:cubicBezTo>
                  <a:pt x="7762491" y="3438130"/>
                  <a:pt x="7604648" y="3431606"/>
                  <a:pt x="7426240" y="3433284"/>
                </a:cubicBezTo>
                <a:cubicBezTo>
                  <a:pt x="7158630" y="3435802"/>
                  <a:pt x="7008539" y="3441364"/>
                  <a:pt x="6854794" y="3438872"/>
                </a:cubicBezTo>
                <a:lnTo>
                  <a:pt x="6836022" y="3438214"/>
                </a:lnTo>
                <a:lnTo>
                  <a:pt x="6772650" y="3441228"/>
                </a:lnTo>
                <a:cubicBezTo>
                  <a:pt x="6720612" y="3443456"/>
                  <a:pt x="6664876" y="3445021"/>
                  <a:pt x="6603316" y="3444254"/>
                </a:cubicBezTo>
                <a:lnTo>
                  <a:pt x="6425121" y="3434685"/>
                </a:lnTo>
                <a:lnTo>
                  <a:pt x="6424060" y="3434722"/>
                </a:lnTo>
                <a:cubicBezTo>
                  <a:pt x="6347379" y="3438233"/>
                  <a:pt x="6275527" y="3441265"/>
                  <a:pt x="6181739" y="3433284"/>
                </a:cubicBezTo>
                <a:cubicBezTo>
                  <a:pt x="5994162" y="3417322"/>
                  <a:pt x="5834871" y="3450687"/>
                  <a:pt x="5523270" y="3433284"/>
                </a:cubicBezTo>
                <a:lnTo>
                  <a:pt x="5448694" y="3430800"/>
                </a:lnTo>
                <a:lnTo>
                  <a:pt x="5371824" y="3433284"/>
                </a:lnTo>
                <a:cubicBezTo>
                  <a:pt x="5117735" y="3447840"/>
                  <a:pt x="4961453" y="3451449"/>
                  <a:pt x="4785787" y="3433284"/>
                </a:cubicBezTo>
                <a:lnTo>
                  <a:pt x="4761307" y="3432618"/>
                </a:lnTo>
                <a:lnTo>
                  <a:pt x="4719940" y="3433284"/>
                </a:lnTo>
                <a:lnTo>
                  <a:pt x="4523022" y="3435347"/>
                </a:lnTo>
                <a:lnTo>
                  <a:pt x="4494287" y="3436727"/>
                </a:lnTo>
                <a:cubicBezTo>
                  <a:pt x="4443244" y="3439572"/>
                  <a:pt x="4392074" y="3442130"/>
                  <a:pt x="4342432" y="3442267"/>
                </a:cubicBezTo>
                <a:lnTo>
                  <a:pt x="4263186" y="3437278"/>
                </a:lnTo>
                <a:lnTo>
                  <a:pt x="4241690" y="3437368"/>
                </a:lnTo>
                <a:cubicBezTo>
                  <a:pt x="4188868" y="3436956"/>
                  <a:pt x="4130634" y="3435760"/>
                  <a:pt x="4061473" y="3433284"/>
                </a:cubicBezTo>
                <a:cubicBezTo>
                  <a:pt x="3853990" y="3425854"/>
                  <a:pt x="3566291" y="3440876"/>
                  <a:pt x="3265079" y="3440371"/>
                </a:cubicBezTo>
                <a:lnTo>
                  <a:pt x="3136535" y="3437367"/>
                </a:lnTo>
                <a:lnTo>
                  <a:pt x="3134271" y="3485398"/>
                </a:lnTo>
                <a:cubicBezTo>
                  <a:pt x="3132846" y="3529877"/>
                  <a:pt x="3132793" y="3573332"/>
                  <a:pt x="3135898" y="3619395"/>
                </a:cubicBezTo>
                <a:cubicBezTo>
                  <a:pt x="3142107" y="3711522"/>
                  <a:pt x="3149040" y="3824472"/>
                  <a:pt x="3150955" y="3930804"/>
                </a:cubicBezTo>
                <a:cubicBezTo>
                  <a:pt x="3152869" y="4037136"/>
                  <a:pt x="3149765" y="4136850"/>
                  <a:pt x="3135898" y="4202505"/>
                </a:cubicBezTo>
                <a:lnTo>
                  <a:pt x="3130337" y="4203011"/>
                </a:lnTo>
                <a:lnTo>
                  <a:pt x="3129753" y="4227910"/>
                </a:lnTo>
                <a:lnTo>
                  <a:pt x="3129574" y="4274218"/>
                </a:lnTo>
                <a:cubicBezTo>
                  <a:pt x="3129941" y="4483679"/>
                  <a:pt x="3135633" y="4636010"/>
                  <a:pt x="3134864" y="4758991"/>
                </a:cubicBezTo>
                <a:lnTo>
                  <a:pt x="3134041" y="4782286"/>
                </a:lnTo>
                <a:lnTo>
                  <a:pt x="3139115" y="4843497"/>
                </a:lnTo>
                <a:cubicBezTo>
                  <a:pt x="3140808" y="4928533"/>
                  <a:pt x="3133193" y="5021683"/>
                  <a:pt x="3130548" y="5126962"/>
                </a:cubicBezTo>
                <a:lnTo>
                  <a:pt x="3130348" y="5174406"/>
                </a:lnTo>
                <a:lnTo>
                  <a:pt x="3230600" y="5170671"/>
                </a:lnTo>
                <a:cubicBezTo>
                  <a:pt x="3276718" y="5169733"/>
                  <a:pt x="3328649" y="5169831"/>
                  <a:pt x="3389753" y="5172254"/>
                </a:cubicBezTo>
                <a:cubicBezTo>
                  <a:pt x="3450857" y="5174676"/>
                  <a:pt x="3510408" y="5174060"/>
                  <a:pt x="3571628" y="5172228"/>
                </a:cubicBezTo>
                <a:lnTo>
                  <a:pt x="3739500" y="5165833"/>
                </a:lnTo>
                <a:lnTo>
                  <a:pt x="3818073" y="5159683"/>
                </a:lnTo>
                <a:cubicBezTo>
                  <a:pt x="3860895" y="5157896"/>
                  <a:pt x="3894507" y="5158178"/>
                  <a:pt x="3923407" y="5159520"/>
                </a:cubicBezTo>
                <a:lnTo>
                  <a:pt x="3951126" y="5161830"/>
                </a:lnTo>
                <a:lnTo>
                  <a:pt x="3984773" y="5161276"/>
                </a:lnTo>
                <a:cubicBezTo>
                  <a:pt x="4065566" y="5161890"/>
                  <a:pt x="4154475" y="5164941"/>
                  <a:pt x="4254725" y="5172254"/>
                </a:cubicBezTo>
                <a:lnTo>
                  <a:pt x="4336877" y="5177949"/>
                </a:lnTo>
                <a:lnTo>
                  <a:pt x="4463055" y="5179388"/>
                </a:lnTo>
                <a:lnTo>
                  <a:pt x="4833845" y="5173856"/>
                </a:lnTo>
                <a:lnTo>
                  <a:pt x="4851968" y="5172254"/>
                </a:lnTo>
                <a:cubicBezTo>
                  <a:pt x="4921186" y="5166639"/>
                  <a:pt x="4980835" y="5164231"/>
                  <a:pt x="5035840" y="5163678"/>
                </a:cubicBezTo>
                <a:lnTo>
                  <a:pt x="5102628" y="5164770"/>
                </a:lnTo>
                <a:lnTo>
                  <a:pt x="5186590" y="5160878"/>
                </a:lnTo>
                <a:cubicBezTo>
                  <a:pt x="5215690" y="5160580"/>
                  <a:pt x="5241791" y="5161230"/>
                  <a:pt x="5269239" y="5163052"/>
                </a:cubicBezTo>
                <a:lnTo>
                  <a:pt x="5355569" y="5171808"/>
                </a:lnTo>
                <a:lnTo>
                  <a:pt x="5538453" y="5172254"/>
                </a:lnTo>
                <a:cubicBezTo>
                  <a:pt x="5824298" y="5165860"/>
                  <a:pt x="5880854" y="5155120"/>
                  <a:pt x="6135697" y="5172254"/>
                </a:cubicBezTo>
                <a:cubicBezTo>
                  <a:pt x="6390539" y="5189388"/>
                  <a:pt x="6602100" y="5161110"/>
                  <a:pt x="6732938" y="5172254"/>
                </a:cubicBezTo>
                <a:cubicBezTo>
                  <a:pt x="6809669" y="5162762"/>
                  <a:pt x="6905443" y="5156381"/>
                  <a:pt x="7019959" y="5155564"/>
                </a:cubicBezTo>
                <a:cubicBezTo>
                  <a:pt x="7134474" y="5154747"/>
                  <a:pt x="7267731" y="5159493"/>
                  <a:pt x="7419425" y="5172254"/>
                </a:cubicBezTo>
                <a:lnTo>
                  <a:pt x="7504558" y="5175857"/>
                </a:lnTo>
                <a:lnTo>
                  <a:pt x="7597910" y="5172254"/>
                </a:lnTo>
                <a:cubicBezTo>
                  <a:pt x="7963066" y="5151191"/>
                  <a:pt x="7943580" y="5164061"/>
                  <a:pt x="8195153" y="5172254"/>
                </a:cubicBezTo>
                <a:lnTo>
                  <a:pt x="8317780" y="5173385"/>
                </a:lnTo>
                <a:lnTo>
                  <a:pt x="8346179" y="5172254"/>
                </a:lnTo>
                <a:cubicBezTo>
                  <a:pt x="8506081" y="5169884"/>
                  <a:pt x="8743572" y="5148827"/>
                  <a:pt x="9032665" y="5172254"/>
                </a:cubicBezTo>
                <a:lnTo>
                  <a:pt x="9050027" y="5173263"/>
                </a:lnTo>
                <a:lnTo>
                  <a:pt x="9189983" y="5175049"/>
                </a:lnTo>
                <a:cubicBezTo>
                  <a:pt x="9257229" y="5176521"/>
                  <a:pt x="9321235" y="5177063"/>
                  <a:pt x="9389638" y="5172254"/>
                </a:cubicBezTo>
                <a:cubicBezTo>
                  <a:pt x="9492243" y="5165040"/>
                  <a:pt x="9671399" y="5152444"/>
                  <a:pt x="9871331" y="5158749"/>
                </a:cubicBezTo>
                <a:lnTo>
                  <a:pt x="10028127" y="5169089"/>
                </a:lnTo>
                <a:lnTo>
                  <a:pt x="10271107" y="5157895"/>
                </a:lnTo>
                <a:cubicBezTo>
                  <a:pt x="10331353" y="5156407"/>
                  <a:pt x="10394227" y="5156115"/>
                  <a:pt x="10457454" y="5158136"/>
                </a:cubicBezTo>
                <a:lnTo>
                  <a:pt x="10596845" y="5168578"/>
                </a:lnTo>
                <a:lnTo>
                  <a:pt x="10795566" y="5161415"/>
                </a:lnTo>
                <a:cubicBezTo>
                  <a:pt x="10893797" y="5158917"/>
                  <a:pt x="10991339" y="5160031"/>
                  <a:pt x="11092122" y="5172254"/>
                </a:cubicBezTo>
                <a:cubicBezTo>
                  <a:pt x="11293687" y="5196699"/>
                  <a:pt x="11653545" y="5151320"/>
                  <a:pt x="11806067" y="5172254"/>
                </a:cubicBezTo>
                <a:cubicBezTo>
                  <a:pt x="11807662" y="5206152"/>
                  <a:pt x="11808843" y="5237839"/>
                  <a:pt x="11809689" y="5267663"/>
                </a:cubicBezTo>
                <a:lnTo>
                  <a:pt x="11809875" y="5277327"/>
                </a:lnTo>
                <a:lnTo>
                  <a:pt x="11810908" y="5305837"/>
                </a:lnTo>
                <a:cubicBezTo>
                  <a:pt x="11816173" y="5448670"/>
                  <a:pt x="11820672" y="5612729"/>
                  <a:pt x="11806067" y="5739314"/>
                </a:cubicBezTo>
                <a:cubicBezTo>
                  <a:pt x="11572155" y="5754113"/>
                  <a:pt x="11423174" y="5760956"/>
                  <a:pt x="11298068" y="5739314"/>
                </a:cubicBezTo>
                <a:cubicBezTo>
                  <a:pt x="11087945" y="5744282"/>
                  <a:pt x="10896673" y="5768480"/>
                  <a:pt x="10611582" y="5739314"/>
                </a:cubicBezTo>
                <a:lnTo>
                  <a:pt x="10574195" y="5737362"/>
                </a:lnTo>
                <a:lnTo>
                  <a:pt x="10460555" y="5739314"/>
                </a:lnTo>
                <a:cubicBezTo>
                  <a:pt x="10301194" y="5740662"/>
                  <a:pt x="10248630" y="5734542"/>
                  <a:pt x="10041799" y="5739314"/>
                </a:cubicBezTo>
                <a:cubicBezTo>
                  <a:pt x="9990091" y="5740507"/>
                  <a:pt x="9944699" y="5739933"/>
                  <a:pt x="9901249" y="5738693"/>
                </a:cubicBezTo>
                <a:lnTo>
                  <a:pt x="9876111" y="5737793"/>
                </a:lnTo>
                <a:lnTo>
                  <a:pt x="9746610" y="5739314"/>
                </a:lnTo>
                <a:cubicBezTo>
                  <a:pt x="9634095" y="5737096"/>
                  <a:pt x="9529332" y="5740933"/>
                  <a:pt x="9408113" y="5743405"/>
                </a:cubicBezTo>
                <a:lnTo>
                  <a:pt x="9271319" y="5744625"/>
                </a:lnTo>
                <a:lnTo>
                  <a:pt x="9250725" y="5745257"/>
                </a:lnTo>
                <a:lnTo>
                  <a:pt x="9237901" y="5744923"/>
                </a:lnTo>
                <a:lnTo>
                  <a:pt x="9210917" y="5745164"/>
                </a:lnTo>
                <a:cubicBezTo>
                  <a:pt x="9139053" y="5744791"/>
                  <a:pt x="9060051" y="5743150"/>
                  <a:pt x="8970881" y="5739314"/>
                </a:cubicBezTo>
                <a:lnTo>
                  <a:pt x="8912071" y="5737440"/>
                </a:lnTo>
                <a:lnTo>
                  <a:pt x="8847314" y="5739314"/>
                </a:lnTo>
                <a:cubicBezTo>
                  <a:pt x="8742945" y="5749757"/>
                  <a:pt x="8543579" y="5740421"/>
                  <a:pt x="8349470" y="5738186"/>
                </a:cubicBezTo>
                <a:lnTo>
                  <a:pt x="8207559" y="5739034"/>
                </a:lnTo>
                <a:lnTo>
                  <a:pt x="8195153" y="5739314"/>
                </a:lnTo>
                <a:lnTo>
                  <a:pt x="8168351" y="5739269"/>
                </a:lnTo>
                <a:lnTo>
                  <a:pt x="8160828" y="5739314"/>
                </a:lnTo>
                <a:cubicBezTo>
                  <a:pt x="7981364" y="5744800"/>
                  <a:pt x="7776909" y="5758455"/>
                  <a:pt x="7579279" y="5752641"/>
                </a:cubicBezTo>
                <a:lnTo>
                  <a:pt x="7403117" y="5740550"/>
                </a:lnTo>
                <a:lnTo>
                  <a:pt x="7275421" y="5750233"/>
                </a:lnTo>
                <a:cubicBezTo>
                  <a:pt x="7234981" y="5752242"/>
                  <a:pt x="7201038" y="5752759"/>
                  <a:pt x="7170400" y="5752202"/>
                </a:cubicBezTo>
                <a:lnTo>
                  <a:pt x="7030607" y="5741587"/>
                </a:lnTo>
                <a:lnTo>
                  <a:pt x="6907325" y="5747876"/>
                </a:lnTo>
                <a:cubicBezTo>
                  <a:pt x="6847491" y="5748746"/>
                  <a:pt x="6779793" y="5746817"/>
                  <a:pt x="6698615" y="5739314"/>
                </a:cubicBezTo>
                <a:lnTo>
                  <a:pt x="6647707" y="5736116"/>
                </a:lnTo>
                <a:lnTo>
                  <a:pt x="6492668" y="5739314"/>
                </a:lnTo>
                <a:lnTo>
                  <a:pt x="6323297" y="5740577"/>
                </a:lnTo>
                <a:lnTo>
                  <a:pt x="6300864" y="5741793"/>
                </a:lnTo>
                <a:cubicBezTo>
                  <a:pt x="6208251" y="5748040"/>
                  <a:pt x="6109122" y="5753823"/>
                  <a:pt x="5977313" y="5748598"/>
                </a:cubicBezTo>
                <a:lnTo>
                  <a:pt x="5845184" y="5740059"/>
                </a:lnTo>
                <a:lnTo>
                  <a:pt x="5716940" y="5739314"/>
                </a:lnTo>
                <a:cubicBezTo>
                  <a:pt x="5437685" y="5734419"/>
                  <a:pt x="5336952" y="5755289"/>
                  <a:pt x="5208940" y="5739314"/>
                </a:cubicBezTo>
                <a:lnTo>
                  <a:pt x="5171529" y="5735925"/>
                </a:lnTo>
                <a:lnTo>
                  <a:pt x="5147157" y="5739314"/>
                </a:lnTo>
                <a:cubicBezTo>
                  <a:pt x="5024470" y="5759222"/>
                  <a:pt x="4784679" y="5728373"/>
                  <a:pt x="4571041" y="5727375"/>
                </a:cubicBezTo>
                <a:lnTo>
                  <a:pt x="4493357" y="5729140"/>
                </a:lnTo>
                <a:lnTo>
                  <a:pt x="4429812" y="5733467"/>
                </a:lnTo>
                <a:lnTo>
                  <a:pt x="4371428" y="5739314"/>
                </a:lnTo>
                <a:cubicBezTo>
                  <a:pt x="4311333" y="5748600"/>
                  <a:pt x="4251835" y="5753519"/>
                  <a:pt x="4191632" y="5755604"/>
                </a:cubicBezTo>
                <a:lnTo>
                  <a:pt x="4163613" y="5755496"/>
                </a:lnTo>
                <a:lnTo>
                  <a:pt x="4107965" y="5760488"/>
                </a:lnTo>
                <a:cubicBezTo>
                  <a:pt x="3976297" y="5769212"/>
                  <a:pt x="3881778" y="5767607"/>
                  <a:pt x="3739306" y="5758425"/>
                </a:cubicBezTo>
                <a:lnTo>
                  <a:pt x="3485751" y="5739810"/>
                </a:lnTo>
                <a:lnTo>
                  <a:pt x="3241220" y="5740913"/>
                </a:lnTo>
                <a:lnTo>
                  <a:pt x="3131142" y="5741905"/>
                </a:lnTo>
                <a:lnTo>
                  <a:pt x="3131047" y="5749746"/>
                </a:lnTo>
                <a:cubicBezTo>
                  <a:pt x="3130755" y="5769912"/>
                  <a:pt x="3130433" y="5788977"/>
                  <a:pt x="3130087" y="5806731"/>
                </a:cubicBezTo>
                <a:lnTo>
                  <a:pt x="3127176" y="5874826"/>
                </a:lnTo>
                <a:lnTo>
                  <a:pt x="3130087" y="5920791"/>
                </a:lnTo>
                <a:cubicBezTo>
                  <a:pt x="3148687" y="6114050"/>
                  <a:pt x="3134858" y="6209714"/>
                  <a:pt x="3130087" y="6422652"/>
                </a:cubicBezTo>
                <a:cubicBezTo>
                  <a:pt x="3034490" y="6427307"/>
                  <a:pt x="2917167" y="6427012"/>
                  <a:pt x="2851747" y="6422652"/>
                </a:cubicBezTo>
                <a:cubicBezTo>
                  <a:pt x="2702478" y="6401629"/>
                  <a:pt x="2543677" y="6410967"/>
                  <a:pt x="2388670" y="6417830"/>
                </a:cubicBezTo>
                <a:lnTo>
                  <a:pt x="2304399" y="6420482"/>
                </a:lnTo>
                <a:lnTo>
                  <a:pt x="2282831" y="6422652"/>
                </a:lnTo>
                <a:cubicBezTo>
                  <a:pt x="2173939" y="6434191"/>
                  <a:pt x="2090287" y="6433385"/>
                  <a:pt x="2016918" y="6429254"/>
                </a:cubicBezTo>
                <a:lnTo>
                  <a:pt x="2004374" y="6428381"/>
                </a:lnTo>
                <a:lnTo>
                  <a:pt x="1952849" y="6429843"/>
                </a:lnTo>
                <a:cubicBezTo>
                  <a:pt x="1861580" y="6431718"/>
                  <a:pt x="1769684" y="6431197"/>
                  <a:pt x="1666505" y="6422652"/>
                </a:cubicBezTo>
                <a:cubicBezTo>
                  <a:pt x="1505214" y="6442338"/>
                  <a:pt x="1310956" y="6427459"/>
                  <a:pt x="1160073" y="6422566"/>
                </a:cubicBezTo>
                <a:lnTo>
                  <a:pt x="1099096" y="6421365"/>
                </a:lnTo>
                <a:lnTo>
                  <a:pt x="1050180" y="6422652"/>
                </a:lnTo>
                <a:lnTo>
                  <a:pt x="988148" y="6424556"/>
                </a:lnTo>
                <a:lnTo>
                  <a:pt x="965094" y="6425701"/>
                </a:lnTo>
                <a:cubicBezTo>
                  <a:pt x="943240" y="6426609"/>
                  <a:pt x="920146" y="6427405"/>
                  <a:pt x="896270" y="6428070"/>
                </a:cubicBezTo>
                <a:lnTo>
                  <a:pt x="847611" y="6428827"/>
                </a:lnTo>
                <a:lnTo>
                  <a:pt x="839614" y="6429067"/>
                </a:lnTo>
                <a:lnTo>
                  <a:pt x="840893" y="6496889"/>
                </a:lnTo>
                <a:cubicBezTo>
                  <a:pt x="840992" y="6558823"/>
                  <a:pt x="839306" y="6625682"/>
                  <a:pt x="837322" y="6693432"/>
                </a:cubicBezTo>
                <a:lnTo>
                  <a:pt x="833636" y="6832393"/>
                </a:lnTo>
                <a:lnTo>
                  <a:pt x="833754" y="6849093"/>
                </a:lnTo>
                <a:lnTo>
                  <a:pt x="831675" y="6945245"/>
                </a:lnTo>
                <a:lnTo>
                  <a:pt x="831409" y="6990705"/>
                </a:lnTo>
                <a:cubicBezTo>
                  <a:pt x="831646" y="7021378"/>
                  <a:pt x="832365" y="7050760"/>
                  <a:pt x="833754" y="7078349"/>
                </a:cubicBezTo>
                <a:cubicBezTo>
                  <a:pt x="837922" y="7161115"/>
                  <a:pt x="830286" y="7322395"/>
                  <a:pt x="822367" y="7505792"/>
                </a:cubicBezTo>
                <a:lnTo>
                  <a:pt x="821943" y="7516338"/>
                </a:lnTo>
                <a:lnTo>
                  <a:pt x="823080" y="7543710"/>
                </a:lnTo>
                <a:cubicBezTo>
                  <a:pt x="825578" y="7584098"/>
                  <a:pt x="829058" y="7626613"/>
                  <a:pt x="833754" y="7671719"/>
                </a:cubicBezTo>
                <a:cubicBezTo>
                  <a:pt x="871329" y="8032565"/>
                  <a:pt x="836213" y="8192146"/>
                  <a:pt x="833754" y="8346003"/>
                </a:cubicBezTo>
                <a:lnTo>
                  <a:pt x="937282" y="8346804"/>
                </a:lnTo>
                <a:lnTo>
                  <a:pt x="957161" y="8346704"/>
                </a:lnTo>
                <a:cubicBezTo>
                  <a:pt x="1106500" y="8344987"/>
                  <a:pt x="1315512" y="8338199"/>
                  <a:pt x="1421051" y="8346003"/>
                </a:cubicBezTo>
                <a:lnTo>
                  <a:pt x="1444803" y="8346866"/>
                </a:lnTo>
                <a:lnTo>
                  <a:pt x="1508808" y="8346003"/>
                </a:lnTo>
                <a:cubicBezTo>
                  <a:pt x="1758443" y="8340672"/>
                  <a:pt x="1959496" y="8322281"/>
                  <a:pt x="2183861" y="8346003"/>
                </a:cubicBezTo>
                <a:lnTo>
                  <a:pt x="2184669" y="8346083"/>
                </a:lnTo>
                <a:lnTo>
                  <a:pt x="2244616" y="8346003"/>
                </a:lnTo>
                <a:cubicBezTo>
                  <a:pt x="2310866" y="8346862"/>
                  <a:pt x="2385491" y="8351532"/>
                  <a:pt x="2457714" y="8353652"/>
                </a:cubicBezTo>
                <a:lnTo>
                  <a:pt x="2535487" y="8354002"/>
                </a:lnTo>
                <a:lnTo>
                  <a:pt x="2595644" y="8346003"/>
                </a:lnTo>
                <a:cubicBezTo>
                  <a:pt x="2627605" y="8341146"/>
                  <a:pt x="2667513" y="8340120"/>
                  <a:pt x="2715334" y="8340962"/>
                </a:cubicBezTo>
                <a:lnTo>
                  <a:pt x="2720677" y="8341160"/>
                </a:lnTo>
                <a:lnTo>
                  <a:pt x="2778099" y="8340427"/>
                </a:lnTo>
                <a:cubicBezTo>
                  <a:pt x="2931273" y="8341642"/>
                  <a:pt x="3163085" y="8358298"/>
                  <a:pt x="3331452" y="8346003"/>
                </a:cubicBezTo>
                <a:cubicBezTo>
                  <a:pt x="3555942" y="8329610"/>
                  <a:pt x="3727440" y="8323643"/>
                  <a:pt x="3918749" y="8346003"/>
                </a:cubicBezTo>
                <a:cubicBezTo>
                  <a:pt x="4014404" y="8357183"/>
                  <a:pt x="4134650" y="8357915"/>
                  <a:pt x="4255241" y="8355485"/>
                </a:cubicBezTo>
                <a:lnTo>
                  <a:pt x="4354830" y="8352632"/>
                </a:lnTo>
                <a:lnTo>
                  <a:pt x="4445290" y="8346003"/>
                </a:lnTo>
                <a:cubicBezTo>
                  <a:pt x="4552877" y="8330797"/>
                  <a:pt x="4713934" y="8335017"/>
                  <a:pt x="4873887" y="8340928"/>
                </a:cubicBezTo>
                <a:lnTo>
                  <a:pt x="4904024" y="8341955"/>
                </a:lnTo>
                <a:lnTo>
                  <a:pt x="5024157" y="8341016"/>
                </a:lnTo>
                <a:cubicBezTo>
                  <a:pt x="5107067" y="8340550"/>
                  <a:pt x="5189551" y="8340500"/>
                  <a:pt x="5262591" y="8341215"/>
                </a:cubicBezTo>
                <a:lnTo>
                  <a:pt x="5341467" y="8342530"/>
                </a:lnTo>
                <a:lnTo>
                  <a:pt x="5367039" y="8340583"/>
                </a:lnTo>
                <a:cubicBezTo>
                  <a:pt x="5520106" y="8330017"/>
                  <a:pt x="5592155" y="8333749"/>
                  <a:pt x="5795401" y="8346003"/>
                </a:cubicBezTo>
                <a:lnTo>
                  <a:pt x="5959937" y="8348148"/>
                </a:lnTo>
                <a:lnTo>
                  <a:pt x="6000607" y="8347676"/>
                </a:lnTo>
                <a:lnTo>
                  <a:pt x="6004837" y="8347642"/>
                </a:lnTo>
                <a:lnTo>
                  <a:pt x="6156159" y="8342709"/>
                </a:lnTo>
                <a:lnTo>
                  <a:pt x="6157106" y="8303388"/>
                </a:lnTo>
                <a:cubicBezTo>
                  <a:pt x="6357162" y="8305352"/>
                  <a:pt x="6445985" y="8297684"/>
                  <a:pt x="6648512" y="8303388"/>
                </a:cubicBezTo>
                <a:lnTo>
                  <a:pt x="6674760" y="8304109"/>
                </a:lnTo>
                <a:lnTo>
                  <a:pt x="6855663" y="8297482"/>
                </a:lnTo>
                <a:cubicBezTo>
                  <a:pt x="6919549" y="8296409"/>
                  <a:pt x="6978138" y="8297582"/>
                  <a:pt x="7030713" y="8303388"/>
                </a:cubicBezTo>
                <a:lnTo>
                  <a:pt x="7036150" y="8303619"/>
                </a:lnTo>
                <a:lnTo>
                  <a:pt x="7044364" y="8303388"/>
                </a:lnTo>
                <a:cubicBezTo>
                  <a:pt x="7241232" y="8294446"/>
                  <a:pt x="7685300" y="8266508"/>
                  <a:pt x="7917971" y="8303388"/>
                </a:cubicBezTo>
                <a:lnTo>
                  <a:pt x="7982504" y="8310789"/>
                </a:lnTo>
                <a:lnTo>
                  <a:pt x="8109073" y="8303388"/>
                </a:lnTo>
                <a:cubicBezTo>
                  <a:pt x="8190384" y="8296435"/>
                  <a:pt x="8339327" y="8295532"/>
                  <a:pt x="8490727" y="8296818"/>
                </a:cubicBezTo>
                <a:lnTo>
                  <a:pt x="8558515" y="8297941"/>
                </a:lnTo>
                <a:lnTo>
                  <a:pt x="8632736" y="8290397"/>
                </a:lnTo>
                <a:cubicBezTo>
                  <a:pt x="8756774" y="8282001"/>
                  <a:pt x="8879576" y="8287125"/>
                  <a:pt x="9091881" y="8303388"/>
                </a:cubicBezTo>
                <a:lnTo>
                  <a:pt x="9255376" y="8303388"/>
                </a:lnTo>
                <a:lnTo>
                  <a:pt x="9255407" y="8304143"/>
                </a:lnTo>
                <a:lnTo>
                  <a:pt x="9282982" y="8303388"/>
                </a:lnTo>
                <a:cubicBezTo>
                  <a:pt x="9381826" y="8294843"/>
                  <a:pt x="9535924" y="8321886"/>
                  <a:pt x="9678836" y="8303388"/>
                </a:cubicBezTo>
                <a:cubicBezTo>
                  <a:pt x="9750292" y="8294139"/>
                  <a:pt x="9813372" y="8293775"/>
                  <a:pt x="9876530" y="8295904"/>
                </a:cubicBezTo>
                <a:lnTo>
                  <a:pt x="9913044" y="8297283"/>
                </a:lnTo>
                <a:lnTo>
                  <a:pt x="9977320" y="8294453"/>
                </a:lnTo>
                <a:cubicBezTo>
                  <a:pt x="10031134" y="8294772"/>
                  <a:pt x="10072762" y="8297619"/>
                  <a:pt x="10107136" y="8300692"/>
                </a:cubicBezTo>
                <a:lnTo>
                  <a:pt x="10121606" y="8301964"/>
                </a:lnTo>
                <a:lnTo>
                  <a:pt x="10219452" y="8298993"/>
                </a:lnTo>
                <a:lnTo>
                  <a:pt x="10351008" y="8293412"/>
                </a:lnTo>
                <a:lnTo>
                  <a:pt x="10381620" y="8289829"/>
                </a:lnTo>
                <a:cubicBezTo>
                  <a:pt x="10432556" y="8286230"/>
                  <a:pt x="10494625" y="8283747"/>
                  <a:pt x="10564242" y="8282966"/>
                </a:cubicBezTo>
                <a:cubicBezTo>
                  <a:pt x="10703475" y="8281404"/>
                  <a:pt x="10872901" y="8286650"/>
                  <a:pt x="11043847" y="8303388"/>
                </a:cubicBezTo>
                <a:lnTo>
                  <a:pt x="11149312" y="8310887"/>
                </a:lnTo>
                <a:lnTo>
                  <a:pt x="11166287" y="8308794"/>
                </a:lnTo>
                <a:cubicBezTo>
                  <a:pt x="11189066" y="8305967"/>
                  <a:pt x="11214334" y="8303623"/>
                  <a:pt x="11248599" y="8303388"/>
                </a:cubicBezTo>
                <a:cubicBezTo>
                  <a:pt x="11385657" y="8302450"/>
                  <a:pt x="11756378" y="8281661"/>
                  <a:pt x="11931105" y="8303388"/>
                </a:cubicBezTo>
                <a:lnTo>
                  <a:pt x="12072539" y="8313913"/>
                </a:lnTo>
                <a:lnTo>
                  <a:pt x="12217757" y="8303388"/>
                </a:lnTo>
                <a:cubicBezTo>
                  <a:pt x="12231522" y="8302299"/>
                  <a:pt x="12252323" y="8301061"/>
                  <a:pt x="12278583" y="8299781"/>
                </a:cubicBezTo>
                <a:lnTo>
                  <a:pt x="12347570" y="8296936"/>
                </a:lnTo>
                <a:lnTo>
                  <a:pt x="12349463" y="8259466"/>
                </a:lnTo>
                <a:cubicBezTo>
                  <a:pt x="12350772" y="8237658"/>
                  <a:pt x="12352185" y="8217942"/>
                  <a:pt x="12353689" y="8200767"/>
                </a:cubicBezTo>
                <a:lnTo>
                  <a:pt x="12355478" y="8167709"/>
                </a:lnTo>
                <a:lnTo>
                  <a:pt x="12353689" y="8091567"/>
                </a:lnTo>
                <a:cubicBezTo>
                  <a:pt x="12351043" y="7939104"/>
                  <a:pt x="12342053" y="7771015"/>
                  <a:pt x="12345458" y="7632118"/>
                </a:cubicBezTo>
                <a:lnTo>
                  <a:pt x="12347792" y="7595965"/>
                </a:lnTo>
                <a:lnTo>
                  <a:pt x="12348297" y="7538259"/>
                </a:lnTo>
                <a:cubicBezTo>
                  <a:pt x="12350707" y="7426428"/>
                  <a:pt x="12354914" y="7305656"/>
                  <a:pt x="12353689" y="7217959"/>
                </a:cubicBezTo>
                <a:lnTo>
                  <a:pt x="12353680" y="7213252"/>
                </a:lnTo>
                <a:lnTo>
                  <a:pt x="12353603" y="7210862"/>
                </a:lnTo>
                <a:cubicBezTo>
                  <a:pt x="12348991" y="7094222"/>
                  <a:pt x="12344408" y="6961747"/>
                  <a:pt x="12353689" y="6822106"/>
                </a:cubicBezTo>
                <a:lnTo>
                  <a:pt x="12355198" y="6770100"/>
                </a:lnTo>
                <a:lnTo>
                  <a:pt x="12355546" y="6691513"/>
                </a:lnTo>
                <a:cubicBezTo>
                  <a:pt x="12355493" y="6632999"/>
                  <a:pt x="12354994" y="6579354"/>
                  <a:pt x="12353689" y="6535453"/>
                </a:cubicBezTo>
                <a:lnTo>
                  <a:pt x="12353716" y="6369358"/>
                </a:lnTo>
                <a:lnTo>
                  <a:pt x="12350318" y="6241150"/>
                </a:lnTo>
                <a:cubicBezTo>
                  <a:pt x="12349533" y="6177270"/>
                  <a:pt x="12350145" y="6112081"/>
                  <a:pt x="12353689" y="6044049"/>
                </a:cubicBezTo>
                <a:lnTo>
                  <a:pt x="12354432" y="6017119"/>
                </a:lnTo>
                <a:lnTo>
                  <a:pt x="12354919" y="5992135"/>
                </a:lnTo>
                <a:lnTo>
                  <a:pt x="12358252" y="5859621"/>
                </a:lnTo>
                <a:lnTo>
                  <a:pt x="12355814" y="5737111"/>
                </a:lnTo>
                <a:cubicBezTo>
                  <a:pt x="12352979" y="5653917"/>
                  <a:pt x="12349434" y="5575210"/>
                  <a:pt x="12353689" y="5457094"/>
                </a:cubicBezTo>
                <a:lnTo>
                  <a:pt x="12356024" y="5319476"/>
                </a:lnTo>
                <a:lnTo>
                  <a:pt x="12353689" y="5265993"/>
                </a:lnTo>
                <a:cubicBezTo>
                  <a:pt x="12341342" y="5147860"/>
                  <a:pt x="12344334" y="5089228"/>
                  <a:pt x="12348918" y="5039963"/>
                </a:cubicBezTo>
                <a:lnTo>
                  <a:pt x="12353161" y="4991076"/>
                </a:lnTo>
                <a:lnTo>
                  <a:pt x="12352633" y="4920867"/>
                </a:lnTo>
                <a:cubicBezTo>
                  <a:pt x="12350957" y="4881119"/>
                  <a:pt x="12348598" y="4837917"/>
                  <a:pt x="12346399" y="4791339"/>
                </a:cubicBezTo>
                <a:lnTo>
                  <a:pt x="12342911" y="4692327"/>
                </a:lnTo>
                <a:lnTo>
                  <a:pt x="12335273" y="4692760"/>
                </a:lnTo>
                <a:cubicBezTo>
                  <a:pt x="12226861" y="4696889"/>
                  <a:pt x="12114310" y="4694812"/>
                  <a:pt x="11936567" y="4686562"/>
                </a:cubicBezTo>
                <a:lnTo>
                  <a:pt x="11672155" y="4676948"/>
                </a:lnTo>
                <a:lnTo>
                  <a:pt x="11579594" y="4686562"/>
                </a:lnTo>
                <a:cubicBezTo>
                  <a:pt x="11438407" y="4707400"/>
                  <a:pt x="11359754" y="4703478"/>
                  <a:pt x="11292224" y="4696308"/>
                </a:cubicBezTo>
                <a:lnTo>
                  <a:pt x="11216864" y="4688343"/>
                </a:lnTo>
                <a:lnTo>
                  <a:pt x="11147692" y="4689349"/>
                </a:lnTo>
                <a:lnTo>
                  <a:pt x="11085376" y="4686476"/>
                </a:lnTo>
                <a:lnTo>
                  <a:pt x="11071595" y="4686562"/>
                </a:lnTo>
                <a:cubicBezTo>
                  <a:pt x="10974902" y="4694406"/>
                  <a:pt x="10854204" y="4697663"/>
                  <a:pt x="10709908" y="4697331"/>
                </a:cubicBezTo>
                <a:lnTo>
                  <a:pt x="10541538" y="4693728"/>
                </a:lnTo>
                <a:lnTo>
                  <a:pt x="10500682" y="4696359"/>
                </a:lnTo>
                <a:cubicBezTo>
                  <a:pt x="10460831" y="4696392"/>
                  <a:pt x="10429984" y="4693906"/>
                  <a:pt x="10402546" y="4691047"/>
                </a:cubicBezTo>
                <a:lnTo>
                  <a:pt x="10398684" y="4690672"/>
                </a:lnTo>
                <a:lnTo>
                  <a:pt x="10226776" y="4686994"/>
                </a:lnTo>
                <a:lnTo>
                  <a:pt x="10100164" y="4694467"/>
                </a:lnTo>
                <a:cubicBezTo>
                  <a:pt x="9944062" y="4698140"/>
                  <a:pt x="9731022" y="4690713"/>
                  <a:pt x="9547597" y="4686562"/>
                </a:cubicBezTo>
                <a:cubicBezTo>
                  <a:pt x="9486456" y="4685179"/>
                  <a:pt x="9427211" y="4685197"/>
                  <a:pt x="9370573" y="4685824"/>
                </a:cubicBezTo>
                <a:lnTo>
                  <a:pt x="9345214" y="4686284"/>
                </a:lnTo>
                <a:lnTo>
                  <a:pt x="9341651" y="4686562"/>
                </a:lnTo>
                <a:cubicBezTo>
                  <a:pt x="8964636" y="4726795"/>
                  <a:pt x="8995580" y="4698643"/>
                  <a:pt x="8744409" y="4686562"/>
                </a:cubicBezTo>
                <a:cubicBezTo>
                  <a:pt x="8493238" y="4674481"/>
                  <a:pt x="8518947" y="4685172"/>
                  <a:pt x="8325652" y="4686562"/>
                </a:cubicBezTo>
                <a:lnTo>
                  <a:pt x="8199494" y="4684951"/>
                </a:lnTo>
                <a:lnTo>
                  <a:pt x="8085382" y="4686562"/>
                </a:lnTo>
                <a:cubicBezTo>
                  <a:pt x="7906403" y="4690575"/>
                  <a:pt x="7842462" y="4686367"/>
                  <a:pt x="7802892" y="4683260"/>
                </a:cubicBezTo>
                <a:lnTo>
                  <a:pt x="7792797" y="4682746"/>
                </a:lnTo>
                <a:lnTo>
                  <a:pt x="7728411" y="4686562"/>
                </a:lnTo>
                <a:cubicBezTo>
                  <a:pt x="7656956" y="4695676"/>
                  <a:pt x="7553814" y="4700279"/>
                  <a:pt x="7434297" y="4700302"/>
                </a:cubicBezTo>
                <a:lnTo>
                  <a:pt x="7058744" y="4687151"/>
                </a:lnTo>
                <a:lnTo>
                  <a:pt x="6936921" y="4693895"/>
                </a:lnTo>
                <a:cubicBezTo>
                  <a:pt x="6796744" y="4692726"/>
                  <a:pt x="6628082" y="4672109"/>
                  <a:pt x="6382898" y="4686562"/>
                </a:cubicBezTo>
                <a:lnTo>
                  <a:pt x="6339883" y="4688296"/>
                </a:lnTo>
                <a:lnTo>
                  <a:pt x="6204771" y="4703355"/>
                </a:lnTo>
                <a:cubicBezTo>
                  <a:pt x="6043614" y="4712675"/>
                  <a:pt x="5854498" y="4701454"/>
                  <a:pt x="5668954" y="4686562"/>
                </a:cubicBezTo>
                <a:lnTo>
                  <a:pt x="5614062" y="4684883"/>
                </a:lnTo>
                <a:lnTo>
                  <a:pt x="5545386" y="4686562"/>
                </a:lnTo>
                <a:cubicBezTo>
                  <a:pt x="5494237" y="4688927"/>
                  <a:pt x="5441183" y="4689626"/>
                  <a:pt x="5387910" y="4689465"/>
                </a:cubicBezTo>
                <a:lnTo>
                  <a:pt x="5367681" y="4689178"/>
                </a:lnTo>
                <a:lnTo>
                  <a:pt x="5248210" y="4694368"/>
                </a:lnTo>
                <a:cubicBezTo>
                  <a:pt x="5198438" y="4694742"/>
                  <a:pt x="5141619" y="4692843"/>
                  <a:pt x="5071710" y="4686562"/>
                </a:cubicBezTo>
                <a:lnTo>
                  <a:pt x="5040719" y="4685196"/>
                </a:lnTo>
                <a:lnTo>
                  <a:pt x="4948144" y="4686562"/>
                </a:lnTo>
                <a:lnTo>
                  <a:pt x="4750855" y="4684776"/>
                </a:lnTo>
                <a:lnTo>
                  <a:pt x="4627990" y="4691270"/>
                </a:lnTo>
                <a:cubicBezTo>
                  <a:pt x="4582787" y="4692317"/>
                  <a:pt x="4533447" y="4691446"/>
                  <a:pt x="4474468" y="4686562"/>
                </a:cubicBezTo>
                <a:lnTo>
                  <a:pt x="4307275" y="4675035"/>
                </a:lnTo>
                <a:lnTo>
                  <a:pt x="3972376" y="4672266"/>
                </a:lnTo>
                <a:cubicBezTo>
                  <a:pt x="3822914" y="4673371"/>
                  <a:pt x="3669097" y="4677446"/>
                  <a:pt x="3520254" y="4686562"/>
                </a:cubicBezTo>
                <a:cubicBezTo>
                  <a:pt x="3499456" y="4494807"/>
                  <a:pt x="3503707" y="4359506"/>
                  <a:pt x="3520254" y="4119502"/>
                </a:cubicBezTo>
                <a:cubicBezTo>
                  <a:pt x="3550691" y="4115156"/>
                  <a:pt x="3589450" y="4113808"/>
                  <a:pt x="3632520" y="4114026"/>
                </a:cubicBezTo>
                <a:lnTo>
                  <a:pt x="3659547" y="4114791"/>
                </a:lnTo>
                <a:lnTo>
                  <a:pt x="3809468" y="4109720"/>
                </a:lnTo>
                <a:cubicBezTo>
                  <a:pt x="3890656" y="4108915"/>
                  <a:pt x="3960105" y="4111370"/>
                  <a:pt x="4028253" y="4119502"/>
                </a:cubicBezTo>
                <a:cubicBezTo>
                  <a:pt x="4159603" y="4106291"/>
                  <a:pt x="4470792" y="4113313"/>
                  <a:pt x="4625495" y="4119502"/>
                </a:cubicBezTo>
                <a:lnTo>
                  <a:pt x="4691956" y="4120121"/>
                </a:lnTo>
                <a:lnTo>
                  <a:pt x="4714738" y="4119502"/>
                </a:lnTo>
                <a:cubicBezTo>
                  <a:pt x="5024213" y="4106203"/>
                  <a:pt x="5042243" y="4119584"/>
                  <a:pt x="5133495" y="4119502"/>
                </a:cubicBezTo>
                <a:cubicBezTo>
                  <a:pt x="5224746" y="4119420"/>
                  <a:pt x="5809294" y="4103039"/>
                  <a:pt x="5998466" y="4119502"/>
                </a:cubicBezTo>
                <a:lnTo>
                  <a:pt x="6022257" y="4120910"/>
                </a:lnTo>
                <a:lnTo>
                  <a:pt x="6060250" y="4119502"/>
                </a:lnTo>
                <a:cubicBezTo>
                  <a:pt x="6150338" y="4111869"/>
                  <a:pt x="6221586" y="4117445"/>
                  <a:pt x="6298187" y="4122142"/>
                </a:cubicBezTo>
                <a:lnTo>
                  <a:pt x="6371075" y="4124906"/>
                </a:lnTo>
                <a:lnTo>
                  <a:pt x="6417223" y="4119502"/>
                </a:lnTo>
                <a:cubicBezTo>
                  <a:pt x="6481012" y="4109389"/>
                  <a:pt x="6548923" y="4109283"/>
                  <a:pt x="6619274" y="4111758"/>
                </a:cubicBezTo>
                <a:lnTo>
                  <a:pt x="6652445" y="4112944"/>
                </a:lnTo>
                <a:lnTo>
                  <a:pt x="6730217" y="4106886"/>
                </a:lnTo>
                <a:cubicBezTo>
                  <a:pt x="6783151" y="4104059"/>
                  <a:pt x="6835740" y="4102618"/>
                  <a:pt x="6890112" y="4102587"/>
                </a:cubicBezTo>
                <a:cubicBezTo>
                  <a:pt x="6944484" y="4102556"/>
                  <a:pt x="7000636" y="4103934"/>
                  <a:pt x="7060697" y="4106746"/>
                </a:cubicBezTo>
                <a:lnTo>
                  <a:pt x="7109132" y="4109930"/>
                </a:lnTo>
                <a:lnTo>
                  <a:pt x="7119356" y="4109516"/>
                </a:lnTo>
                <a:cubicBezTo>
                  <a:pt x="7234243" y="4106082"/>
                  <a:pt x="7369085" y="4105976"/>
                  <a:pt x="7522464" y="4119502"/>
                </a:cubicBezTo>
                <a:lnTo>
                  <a:pt x="7582941" y="4123318"/>
                </a:lnTo>
                <a:lnTo>
                  <a:pt x="7626536" y="4122152"/>
                </a:lnTo>
                <a:cubicBezTo>
                  <a:pt x="7745107" y="4117335"/>
                  <a:pt x="7869033" y="4111634"/>
                  <a:pt x="8030463" y="4119502"/>
                </a:cubicBezTo>
                <a:cubicBezTo>
                  <a:pt x="8125047" y="4119208"/>
                  <a:pt x="8234535" y="4118691"/>
                  <a:pt x="8340289" y="4118506"/>
                </a:cubicBezTo>
                <a:lnTo>
                  <a:pt x="8455110" y="4118904"/>
                </a:lnTo>
                <a:lnTo>
                  <a:pt x="8478978" y="4118079"/>
                </a:lnTo>
                <a:cubicBezTo>
                  <a:pt x="8520947" y="4117254"/>
                  <a:pt x="8567966" y="4117348"/>
                  <a:pt x="8627706" y="4119502"/>
                </a:cubicBezTo>
                <a:lnTo>
                  <a:pt x="8837964" y="4122341"/>
                </a:lnTo>
                <a:lnTo>
                  <a:pt x="8926937" y="4121619"/>
                </a:lnTo>
                <a:cubicBezTo>
                  <a:pt x="9009274" y="4120169"/>
                  <a:pt x="9076533" y="4118015"/>
                  <a:pt x="9135705" y="4119502"/>
                </a:cubicBezTo>
                <a:cubicBezTo>
                  <a:pt x="9246930" y="4111778"/>
                  <a:pt x="9781237" y="4083688"/>
                  <a:pt x="10000677" y="4119502"/>
                </a:cubicBezTo>
                <a:lnTo>
                  <a:pt x="10032338" y="4123665"/>
                </a:lnTo>
                <a:lnTo>
                  <a:pt x="10134428" y="4120123"/>
                </a:lnTo>
                <a:cubicBezTo>
                  <a:pt x="10191518" y="4118711"/>
                  <a:pt x="10255772" y="4118079"/>
                  <a:pt x="10330190" y="4119502"/>
                </a:cubicBezTo>
                <a:lnTo>
                  <a:pt x="10460626" y="4123936"/>
                </a:lnTo>
                <a:lnTo>
                  <a:pt x="10508677" y="4119502"/>
                </a:lnTo>
                <a:cubicBezTo>
                  <a:pt x="10569734" y="4114200"/>
                  <a:pt x="10639376" y="4113223"/>
                  <a:pt x="10713230" y="4114323"/>
                </a:cubicBezTo>
                <a:lnTo>
                  <a:pt x="10910440" y="4120565"/>
                </a:lnTo>
                <a:lnTo>
                  <a:pt x="10927433" y="4119502"/>
                </a:lnTo>
                <a:cubicBezTo>
                  <a:pt x="11060942" y="4108292"/>
                  <a:pt x="11191332" y="4105122"/>
                  <a:pt x="11331270" y="4106339"/>
                </a:cubicBezTo>
                <a:lnTo>
                  <a:pt x="11563054" y="4112955"/>
                </a:lnTo>
                <a:lnTo>
                  <a:pt x="11608898" y="4111371"/>
                </a:lnTo>
                <a:cubicBezTo>
                  <a:pt x="11818792" y="4112511"/>
                  <a:pt x="12084962" y="4126034"/>
                  <a:pt x="12279138" y="4125585"/>
                </a:cubicBezTo>
                <a:lnTo>
                  <a:pt x="12350709" y="4124390"/>
                </a:lnTo>
                <a:lnTo>
                  <a:pt x="12349090" y="4090045"/>
                </a:lnTo>
                <a:cubicBezTo>
                  <a:pt x="12339158" y="3874040"/>
                  <a:pt x="12335541" y="3736325"/>
                  <a:pt x="12353689" y="3600678"/>
                </a:cubicBezTo>
                <a:cubicBezTo>
                  <a:pt x="12381304" y="3279346"/>
                  <a:pt x="12333601" y="3033538"/>
                  <a:pt x="12353689" y="2822622"/>
                </a:cubicBezTo>
                <a:lnTo>
                  <a:pt x="12355598" y="2750785"/>
                </a:lnTo>
                <a:lnTo>
                  <a:pt x="12353689" y="2727071"/>
                </a:lnTo>
                <a:cubicBezTo>
                  <a:pt x="12342662" y="2626027"/>
                  <a:pt x="12345876" y="2559867"/>
                  <a:pt x="12350240" y="2490622"/>
                </a:cubicBezTo>
                <a:lnTo>
                  <a:pt x="12351719" y="2462193"/>
                </a:lnTo>
                <a:lnTo>
                  <a:pt x="12351123" y="2445709"/>
                </a:lnTo>
                <a:cubicBezTo>
                  <a:pt x="12348184" y="2376835"/>
                  <a:pt x="12345459" y="2306952"/>
                  <a:pt x="12345152" y="2239086"/>
                </a:cubicBezTo>
                <a:lnTo>
                  <a:pt x="12351870" y="2086013"/>
                </a:lnTo>
                <a:lnTo>
                  <a:pt x="12351672" y="2069719"/>
                </a:lnTo>
                <a:cubicBezTo>
                  <a:pt x="12352962" y="2015968"/>
                  <a:pt x="12355635" y="1963971"/>
                  <a:pt x="12357953" y="1914298"/>
                </a:cubicBezTo>
                <a:lnTo>
                  <a:pt x="12360089" y="1841457"/>
                </a:lnTo>
                <a:lnTo>
                  <a:pt x="12358845" y="1816776"/>
                </a:lnTo>
                <a:cubicBezTo>
                  <a:pt x="12353831" y="1768664"/>
                  <a:pt x="12347098" y="1730507"/>
                  <a:pt x="12353689" y="1648712"/>
                </a:cubicBezTo>
                <a:lnTo>
                  <a:pt x="12351558" y="1631074"/>
                </a:lnTo>
                <a:lnTo>
                  <a:pt x="12328511" y="1630436"/>
                </a:lnTo>
                <a:lnTo>
                  <a:pt x="12197689" y="1625867"/>
                </a:lnTo>
                <a:lnTo>
                  <a:pt x="12147083" y="1625573"/>
                </a:lnTo>
                <a:cubicBezTo>
                  <a:pt x="12102654" y="1626605"/>
                  <a:pt x="12056118" y="1629216"/>
                  <a:pt x="12008258" y="1634319"/>
                </a:cubicBezTo>
                <a:cubicBezTo>
                  <a:pt x="11864680" y="1649629"/>
                  <a:pt x="11530357" y="1659541"/>
                  <a:pt x="11282222" y="1650365"/>
                </a:cubicBezTo>
                <a:lnTo>
                  <a:pt x="11127527" y="1638497"/>
                </a:lnTo>
                <a:lnTo>
                  <a:pt x="11036660" y="1640573"/>
                </a:lnTo>
                <a:cubicBezTo>
                  <a:pt x="10918537" y="1642408"/>
                  <a:pt x="10775330" y="1642159"/>
                  <a:pt x="10612457" y="1634319"/>
                </a:cubicBezTo>
                <a:lnTo>
                  <a:pt x="10435687" y="1631432"/>
                </a:lnTo>
                <a:lnTo>
                  <a:pt x="10350588" y="1632297"/>
                </a:lnTo>
                <a:lnTo>
                  <a:pt x="10214226" y="1636694"/>
                </a:lnTo>
                <a:cubicBezTo>
                  <a:pt x="10154550" y="1639050"/>
                  <a:pt x="10094037" y="1641208"/>
                  <a:pt x="10026411" y="1641401"/>
                </a:cubicBezTo>
                <a:lnTo>
                  <a:pt x="9824175" y="1635187"/>
                </a:lnTo>
                <a:lnTo>
                  <a:pt x="9813214" y="1635217"/>
                </a:lnTo>
                <a:lnTo>
                  <a:pt x="9486007" y="1634399"/>
                </a:lnTo>
                <a:lnTo>
                  <a:pt x="9448867" y="1636457"/>
                </a:lnTo>
                <a:cubicBezTo>
                  <a:pt x="9410955" y="1639565"/>
                  <a:pt x="9377829" y="1642495"/>
                  <a:pt x="9341717" y="1642915"/>
                </a:cubicBezTo>
                <a:lnTo>
                  <a:pt x="9262101" y="1637443"/>
                </a:lnTo>
                <a:lnTo>
                  <a:pt x="9208918" y="1640230"/>
                </a:lnTo>
                <a:cubicBezTo>
                  <a:pt x="9177173" y="1642439"/>
                  <a:pt x="9170107" y="1642677"/>
                  <a:pt x="9111970" y="1634319"/>
                </a:cubicBezTo>
                <a:lnTo>
                  <a:pt x="8936310" y="1627178"/>
                </a:lnTo>
                <a:lnTo>
                  <a:pt x="8874684" y="1634319"/>
                </a:lnTo>
                <a:cubicBezTo>
                  <a:pt x="8766896" y="1645112"/>
                  <a:pt x="8561161" y="1631499"/>
                  <a:pt x="8315273" y="1630181"/>
                </a:cubicBezTo>
                <a:lnTo>
                  <a:pt x="8292086" y="1630554"/>
                </a:lnTo>
                <a:lnTo>
                  <a:pt x="8176784" y="1634319"/>
                </a:lnTo>
                <a:cubicBezTo>
                  <a:pt x="8060054" y="1639250"/>
                  <a:pt x="7988213" y="1641227"/>
                  <a:pt x="7944139" y="1641541"/>
                </a:cubicBezTo>
                <a:lnTo>
                  <a:pt x="7894219" y="1639458"/>
                </a:lnTo>
                <a:lnTo>
                  <a:pt x="7842394" y="1641083"/>
                </a:lnTo>
                <a:cubicBezTo>
                  <a:pt x="7784249" y="1642102"/>
                  <a:pt x="7736807" y="1642047"/>
                  <a:pt x="7690894" y="1641401"/>
                </a:cubicBezTo>
                <a:lnTo>
                  <a:pt x="7498429" y="1637279"/>
                </a:lnTo>
                <a:lnTo>
                  <a:pt x="7136912" y="1634319"/>
                </a:lnTo>
                <a:cubicBezTo>
                  <a:pt x="7010826" y="1634208"/>
                  <a:pt x="6855664" y="1620530"/>
                  <a:pt x="6705245" y="1623998"/>
                </a:cubicBezTo>
                <a:close/>
                <a:moveTo>
                  <a:pt x="13382260" y="7"/>
                </a:moveTo>
                <a:cubicBezTo>
                  <a:pt x="13429849" y="-99"/>
                  <a:pt x="13473302" y="910"/>
                  <a:pt x="13510526" y="3789"/>
                </a:cubicBezTo>
                <a:lnTo>
                  <a:pt x="13556055" y="9277"/>
                </a:lnTo>
                <a:lnTo>
                  <a:pt x="13600806" y="8320"/>
                </a:lnTo>
                <a:cubicBezTo>
                  <a:pt x="13709904" y="5870"/>
                  <a:pt x="13851363" y="2618"/>
                  <a:pt x="13966751" y="4140"/>
                </a:cubicBezTo>
                <a:lnTo>
                  <a:pt x="14022464" y="5605"/>
                </a:lnTo>
                <a:lnTo>
                  <a:pt x="14037368" y="5676"/>
                </a:lnTo>
                <a:cubicBezTo>
                  <a:pt x="14068922" y="6496"/>
                  <a:pt x="14102310" y="8082"/>
                  <a:pt x="14137756" y="10698"/>
                </a:cubicBezTo>
                <a:lnTo>
                  <a:pt x="14327297" y="21320"/>
                </a:lnTo>
                <a:lnTo>
                  <a:pt x="14328163" y="21342"/>
                </a:lnTo>
                <a:cubicBezTo>
                  <a:pt x="14470846" y="23615"/>
                  <a:pt x="14647046" y="19912"/>
                  <a:pt x="14831560" y="10698"/>
                </a:cubicBezTo>
                <a:cubicBezTo>
                  <a:pt x="14851737" y="243133"/>
                  <a:pt x="14861527" y="364231"/>
                  <a:pt x="14831560" y="693204"/>
                </a:cubicBezTo>
                <a:lnTo>
                  <a:pt x="14826664" y="753705"/>
                </a:lnTo>
                <a:lnTo>
                  <a:pt x="14826985" y="781531"/>
                </a:lnTo>
                <a:cubicBezTo>
                  <a:pt x="14827850" y="812048"/>
                  <a:pt x="14829324" y="848739"/>
                  <a:pt x="14831560" y="897956"/>
                </a:cubicBezTo>
                <a:cubicBezTo>
                  <a:pt x="14838266" y="1045607"/>
                  <a:pt x="14855658" y="1332308"/>
                  <a:pt x="14848376" y="1564589"/>
                </a:cubicBezTo>
                <a:lnTo>
                  <a:pt x="14845858" y="1595578"/>
                </a:lnTo>
                <a:lnTo>
                  <a:pt x="14846386" y="1653643"/>
                </a:lnTo>
                <a:cubicBezTo>
                  <a:pt x="14844830" y="1727826"/>
                  <a:pt x="14840467" y="1800694"/>
                  <a:pt x="14831560" y="1867114"/>
                </a:cubicBezTo>
                <a:cubicBezTo>
                  <a:pt x="14795930" y="2132796"/>
                  <a:pt x="14830622" y="2125909"/>
                  <a:pt x="14831560" y="2262967"/>
                </a:cubicBezTo>
                <a:lnTo>
                  <a:pt x="14834673" y="2389143"/>
                </a:lnTo>
                <a:lnTo>
                  <a:pt x="14844551" y="2486328"/>
                </a:lnTo>
                <a:cubicBezTo>
                  <a:pt x="14852947" y="2610366"/>
                  <a:pt x="14847823" y="2733168"/>
                  <a:pt x="14831560" y="2945473"/>
                </a:cubicBezTo>
                <a:lnTo>
                  <a:pt x="14820707" y="3093912"/>
                </a:lnTo>
                <a:lnTo>
                  <a:pt x="14818998" y="3259105"/>
                </a:lnTo>
                <a:cubicBezTo>
                  <a:pt x="14820242" y="3376843"/>
                  <a:pt x="14825674" y="3503787"/>
                  <a:pt x="14831560" y="3627980"/>
                </a:cubicBezTo>
                <a:cubicBezTo>
                  <a:pt x="14845646" y="3794217"/>
                  <a:pt x="14840401" y="3891980"/>
                  <a:pt x="14834257" y="3960728"/>
                </a:cubicBezTo>
                <a:lnTo>
                  <a:pt x="14832455" y="3981215"/>
                </a:lnTo>
                <a:lnTo>
                  <a:pt x="14831560" y="4023833"/>
                </a:lnTo>
                <a:lnTo>
                  <a:pt x="14829681" y="4091573"/>
                </a:lnTo>
                <a:lnTo>
                  <a:pt x="14831560" y="4119383"/>
                </a:lnTo>
                <a:cubicBezTo>
                  <a:pt x="14842051" y="4169560"/>
                  <a:pt x="14850420" y="4278600"/>
                  <a:pt x="14851982" y="4417833"/>
                </a:cubicBezTo>
                <a:cubicBezTo>
                  <a:pt x="14852763" y="4487451"/>
                  <a:pt x="14851842" y="4564616"/>
                  <a:pt x="14848634" y="4645744"/>
                </a:cubicBezTo>
                <a:lnTo>
                  <a:pt x="14840801" y="4761205"/>
                </a:lnTo>
                <a:lnTo>
                  <a:pt x="14840806" y="4762341"/>
                </a:lnTo>
                <a:cubicBezTo>
                  <a:pt x="14839350" y="4892279"/>
                  <a:pt x="14834813" y="5037674"/>
                  <a:pt x="14831560" y="5197742"/>
                </a:cubicBezTo>
                <a:cubicBezTo>
                  <a:pt x="14830747" y="5237759"/>
                  <a:pt x="14829943" y="5272556"/>
                  <a:pt x="14829183" y="5302989"/>
                </a:cubicBezTo>
                <a:lnTo>
                  <a:pt x="14827955" y="5348998"/>
                </a:lnTo>
                <a:lnTo>
                  <a:pt x="14836014" y="5510019"/>
                </a:lnTo>
                <a:lnTo>
                  <a:pt x="14832927" y="5624713"/>
                </a:lnTo>
                <a:lnTo>
                  <a:pt x="14836607" y="5708493"/>
                </a:lnTo>
                <a:cubicBezTo>
                  <a:pt x="14837087" y="5760261"/>
                  <a:pt x="14836578" y="5823073"/>
                  <a:pt x="14835722" y="5889652"/>
                </a:cubicBezTo>
                <a:lnTo>
                  <a:pt x="14832779" y="6091902"/>
                </a:lnTo>
                <a:lnTo>
                  <a:pt x="14835167" y="6132175"/>
                </a:lnTo>
                <a:cubicBezTo>
                  <a:pt x="14844127" y="6315993"/>
                  <a:pt x="14855139" y="6767281"/>
                  <a:pt x="14831560" y="6944957"/>
                </a:cubicBezTo>
                <a:lnTo>
                  <a:pt x="14831503" y="6945936"/>
                </a:lnTo>
                <a:lnTo>
                  <a:pt x="14831560" y="6958607"/>
                </a:lnTo>
                <a:cubicBezTo>
                  <a:pt x="14832225" y="7036949"/>
                  <a:pt x="14831755" y="7108202"/>
                  <a:pt x="14830878" y="7175150"/>
                </a:cubicBezTo>
                <a:lnTo>
                  <a:pt x="14828741" y="7305274"/>
                </a:lnTo>
                <a:lnTo>
                  <a:pt x="14833986" y="7416339"/>
                </a:lnTo>
                <a:cubicBezTo>
                  <a:pt x="14835401" y="7461326"/>
                  <a:pt x="14835243" y="7500851"/>
                  <a:pt x="14831560" y="7531912"/>
                </a:cubicBezTo>
                <a:lnTo>
                  <a:pt x="14827920" y="7599995"/>
                </a:lnTo>
                <a:lnTo>
                  <a:pt x="14831560" y="7736663"/>
                </a:lnTo>
                <a:cubicBezTo>
                  <a:pt x="14844392" y="8001420"/>
                  <a:pt x="14833654" y="8078147"/>
                  <a:pt x="14831560" y="8228068"/>
                </a:cubicBezTo>
                <a:cubicBezTo>
                  <a:pt x="14831429" y="8237438"/>
                  <a:pt x="14831055" y="8248817"/>
                  <a:pt x="14830485" y="8262043"/>
                </a:cubicBezTo>
                <a:lnTo>
                  <a:pt x="14828559" y="8300624"/>
                </a:lnTo>
                <a:lnTo>
                  <a:pt x="14843407" y="8300782"/>
                </a:lnTo>
                <a:lnTo>
                  <a:pt x="14962203" y="8297212"/>
                </a:lnTo>
                <a:cubicBezTo>
                  <a:pt x="15172257" y="8296598"/>
                  <a:pt x="15402493" y="8309169"/>
                  <a:pt x="15712187" y="8303388"/>
                </a:cubicBezTo>
                <a:cubicBezTo>
                  <a:pt x="15741142" y="8597901"/>
                  <a:pt x="15735766" y="8746541"/>
                  <a:pt x="15712187" y="8900976"/>
                </a:cubicBezTo>
                <a:cubicBezTo>
                  <a:pt x="15585399" y="8900845"/>
                  <a:pt x="15461720" y="8909440"/>
                  <a:pt x="15340799" y="8907349"/>
                </a:cubicBezTo>
                <a:lnTo>
                  <a:pt x="15234095" y="8901683"/>
                </a:lnTo>
                <a:lnTo>
                  <a:pt x="15187244" y="8902086"/>
                </a:lnTo>
                <a:cubicBezTo>
                  <a:pt x="15103595" y="8904186"/>
                  <a:pt x="14995387" y="8907740"/>
                  <a:pt x="14881076" y="8908853"/>
                </a:cubicBezTo>
                <a:lnTo>
                  <a:pt x="14836628" y="8908688"/>
                </a:lnTo>
                <a:lnTo>
                  <a:pt x="14835124" y="9034772"/>
                </a:lnTo>
                <a:cubicBezTo>
                  <a:pt x="14832009" y="9188168"/>
                  <a:pt x="14827706" y="9359316"/>
                  <a:pt x="14831560" y="9565779"/>
                </a:cubicBezTo>
                <a:cubicBezTo>
                  <a:pt x="14688218" y="9576231"/>
                  <a:pt x="14580785" y="9574838"/>
                  <a:pt x="14482372" y="9571528"/>
                </a:cubicBezTo>
                <a:lnTo>
                  <a:pt x="14371058" y="9567545"/>
                </a:lnTo>
                <a:lnTo>
                  <a:pt x="14308482" y="9571041"/>
                </a:lnTo>
                <a:lnTo>
                  <a:pt x="14173226" y="9566164"/>
                </a:lnTo>
                <a:lnTo>
                  <a:pt x="14032726" y="9570008"/>
                </a:lnTo>
                <a:cubicBezTo>
                  <a:pt x="13883868" y="9573923"/>
                  <a:pt x="13750508" y="9575797"/>
                  <a:pt x="13617403" y="9565779"/>
                </a:cubicBezTo>
                <a:lnTo>
                  <a:pt x="13553996" y="9563480"/>
                </a:lnTo>
                <a:lnTo>
                  <a:pt x="13518288" y="9565779"/>
                </a:lnTo>
                <a:cubicBezTo>
                  <a:pt x="13369379" y="9575921"/>
                  <a:pt x="13288361" y="9578001"/>
                  <a:pt x="13210744" y="9576506"/>
                </a:cubicBezTo>
                <a:lnTo>
                  <a:pt x="13180887" y="9575628"/>
                </a:lnTo>
                <a:lnTo>
                  <a:pt x="13130533" y="9576980"/>
                </a:lnTo>
                <a:lnTo>
                  <a:pt x="13023964" y="9569395"/>
                </a:lnTo>
                <a:lnTo>
                  <a:pt x="13014634" y="9569000"/>
                </a:lnTo>
                <a:cubicBezTo>
                  <a:pt x="12987435" y="9567916"/>
                  <a:pt x="12957426" y="9566819"/>
                  <a:pt x="12923599" y="9565779"/>
                </a:cubicBezTo>
                <a:cubicBezTo>
                  <a:pt x="12652981" y="9557459"/>
                  <a:pt x="12586678" y="9592982"/>
                  <a:pt x="12353689" y="9565779"/>
                </a:cubicBezTo>
                <a:cubicBezTo>
                  <a:pt x="12353656" y="9517852"/>
                  <a:pt x="12355004" y="9476810"/>
                  <a:pt x="12356704" y="9438797"/>
                </a:cubicBezTo>
                <a:lnTo>
                  <a:pt x="12360726" y="9353397"/>
                </a:lnTo>
                <a:lnTo>
                  <a:pt x="12353689" y="9169926"/>
                </a:lnTo>
                <a:cubicBezTo>
                  <a:pt x="12352863" y="9133869"/>
                  <a:pt x="12351228" y="9096423"/>
                  <a:pt x="12349544" y="9059206"/>
                </a:cubicBezTo>
                <a:lnTo>
                  <a:pt x="12349204" y="9050808"/>
                </a:lnTo>
                <a:lnTo>
                  <a:pt x="12273408" y="9051798"/>
                </a:lnTo>
                <a:cubicBezTo>
                  <a:pt x="11836950" y="9062008"/>
                  <a:pt x="11319861" y="9095578"/>
                  <a:pt x="10656095" y="9067234"/>
                </a:cubicBezTo>
                <a:lnTo>
                  <a:pt x="10621107" y="9066232"/>
                </a:lnTo>
                <a:lnTo>
                  <a:pt x="10081018" y="9061893"/>
                </a:lnTo>
                <a:cubicBezTo>
                  <a:pt x="9929088" y="9062445"/>
                  <a:pt x="9785524" y="9064052"/>
                  <a:pt x="9645022" y="9065903"/>
                </a:cubicBezTo>
                <a:lnTo>
                  <a:pt x="9607815" y="9066390"/>
                </a:lnTo>
                <a:lnTo>
                  <a:pt x="9609450" y="9163486"/>
                </a:lnTo>
                <a:cubicBezTo>
                  <a:pt x="9458246" y="9162159"/>
                  <a:pt x="9295795" y="9167290"/>
                  <a:pt x="9160503" y="9166588"/>
                </a:cubicBezTo>
                <a:lnTo>
                  <a:pt x="9047695" y="9163785"/>
                </a:lnTo>
                <a:lnTo>
                  <a:pt x="9034016" y="9163990"/>
                </a:lnTo>
                <a:cubicBezTo>
                  <a:pt x="9005605" y="9164150"/>
                  <a:pt x="8975280" y="9164026"/>
                  <a:pt x="8942283" y="9163486"/>
                </a:cubicBezTo>
                <a:cubicBezTo>
                  <a:pt x="8678306" y="9159170"/>
                  <a:pt x="8433626" y="9163361"/>
                  <a:pt x="8181712" y="9163486"/>
                </a:cubicBezTo>
                <a:cubicBezTo>
                  <a:pt x="8009129" y="9168652"/>
                  <a:pt x="7857191" y="9165549"/>
                  <a:pt x="7717621" y="9162706"/>
                </a:cubicBezTo>
                <a:lnTo>
                  <a:pt x="7713340" y="9162643"/>
                </a:lnTo>
                <a:lnTo>
                  <a:pt x="7701352" y="9163486"/>
                </a:lnTo>
                <a:cubicBezTo>
                  <a:pt x="7535119" y="9177090"/>
                  <a:pt x="7426935" y="9176219"/>
                  <a:pt x="7324055" y="9170485"/>
                </a:cubicBezTo>
                <a:lnTo>
                  <a:pt x="7266054" y="9166546"/>
                </a:lnTo>
                <a:lnTo>
                  <a:pt x="7135630" y="9173016"/>
                </a:lnTo>
                <a:cubicBezTo>
                  <a:pt x="6938102" y="9181917"/>
                  <a:pt x="6730394" y="9186387"/>
                  <a:pt x="6567168" y="9163486"/>
                </a:cubicBezTo>
                <a:lnTo>
                  <a:pt x="6559215" y="9162782"/>
                </a:lnTo>
                <a:lnTo>
                  <a:pt x="6488849" y="9162449"/>
                </a:lnTo>
                <a:cubicBezTo>
                  <a:pt x="6404122" y="9162165"/>
                  <a:pt x="6307694" y="9162226"/>
                  <a:pt x="6166867" y="9163486"/>
                </a:cubicBezTo>
                <a:lnTo>
                  <a:pt x="6128841" y="9163124"/>
                </a:lnTo>
                <a:lnTo>
                  <a:pt x="5972248" y="9169571"/>
                </a:lnTo>
                <a:cubicBezTo>
                  <a:pt x="5909345" y="9170803"/>
                  <a:pt x="5852473" y="9169636"/>
                  <a:pt x="5806596" y="9163486"/>
                </a:cubicBezTo>
                <a:lnTo>
                  <a:pt x="5713369" y="9155997"/>
                </a:lnTo>
                <a:lnTo>
                  <a:pt x="5629297" y="9155362"/>
                </a:lnTo>
                <a:lnTo>
                  <a:pt x="5592868" y="9156303"/>
                </a:lnTo>
                <a:cubicBezTo>
                  <a:pt x="5535253" y="9160058"/>
                  <a:pt x="5484390" y="9166209"/>
                  <a:pt x="5419640" y="9163486"/>
                </a:cubicBezTo>
                <a:lnTo>
                  <a:pt x="5364570" y="9161372"/>
                </a:lnTo>
                <a:lnTo>
                  <a:pt x="5312893" y="9163486"/>
                </a:lnTo>
                <a:cubicBezTo>
                  <a:pt x="5166952" y="9174426"/>
                  <a:pt x="5034267" y="9168636"/>
                  <a:pt x="4921016" y="9163006"/>
                </a:cubicBezTo>
                <a:lnTo>
                  <a:pt x="4873675" y="9161102"/>
                </a:lnTo>
                <a:lnTo>
                  <a:pt x="4845876" y="9163486"/>
                </a:lnTo>
                <a:cubicBezTo>
                  <a:pt x="4816156" y="9167285"/>
                  <a:pt x="4782491" y="9168468"/>
                  <a:pt x="4745906" y="9168284"/>
                </a:cubicBezTo>
                <a:lnTo>
                  <a:pt x="4630452" y="9164941"/>
                </a:lnTo>
                <a:lnTo>
                  <a:pt x="4530880" y="9174428"/>
                </a:lnTo>
                <a:cubicBezTo>
                  <a:pt x="4446468" y="9177902"/>
                  <a:pt x="4347356" y="9174658"/>
                  <a:pt x="4239517" y="9170258"/>
                </a:cubicBezTo>
                <a:lnTo>
                  <a:pt x="4229797" y="9169865"/>
                </a:lnTo>
                <a:lnTo>
                  <a:pt x="4135334" y="9171321"/>
                </a:lnTo>
                <a:cubicBezTo>
                  <a:pt x="4063448" y="9171064"/>
                  <a:pt x="3988230" y="9168196"/>
                  <a:pt x="3885154" y="9163486"/>
                </a:cubicBezTo>
                <a:cubicBezTo>
                  <a:pt x="3782079" y="9158776"/>
                  <a:pt x="3646049" y="9156365"/>
                  <a:pt x="3508731" y="9156337"/>
                </a:cubicBezTo>
                <a:lnTo>
                  <a:pt x="3327459" y="9157905"/>
                </a:lnTo>
                <a:lnTo>
                  <a:pt x="3217987" y="9163486"/>
                </a:lnTo>
                <a:cubicBezTo>
                  <a:pt x="2903009" y="9188981"/>
                  <a:pt x="2935551" y="9187370"/>
                  <a:pt x="2737626" y="9163486"/>
                </a:cubicBezTo>
                <a:lnTo>
                  <a:pt x="2714555" y="9161753"/>
                </a:lnTo>
                <a:lnTo>
                  <a:pt x="2644223" y="9163486"/>
                </a:lnTo>
                <a:cubicBezTo>
                  <a:pt x="2453881" y="9173999"/>
                  <a:pt x="2193447" y="9182785"/>
                  <a:pt x="2070459" y="9163486"/>
                </a:cubicBezTo>
                <a:lnTo>
                  <a:pt x="1996299" y="9156246"/>
                </a:lnTo>
                <a:lnTo>
                  <a:pt x="1870309" y="9163486"/>
                </a:lnTo>
                <a:cubicBezTo>
                  <a:pt x="1777188" y="9172306"/>
                  <a:pt x="1671807" y="9169409"/>
                  <a:pt x="1570676" y="9165755"/>
                </a:cubicBezTo>
                <a:lnTo>
                  <a:pt x="1570042" y="9165735"/>
                </a:lnTo>
                <a:lnTo>
                  <a:pt x="1498631" y="9173741"/>
                </a:lnTo>
                <a:cubicBezTo>
                  <a:pt x="1398798" y="9179940"/>
                  <a:pt x="1272690" y="9174609"/>
                  <a:pt x="1109738" y="9163486"/>
                </a:cubicBezTo>
                <a:lnTo>
                  <a:pt x="1039739" y="9159401"/>
                </a:lnTo>
                <a:lnTo>
                  <a:pt x="1009483" y="9158215"/>
                </a:lnTo>
                <a:cubicBezTo>
                  <a:pt x="967090" y="9156490"/>
                  <a:pt x="921988" y="9154683"/>
                  <a:pt x="874967" y="9153092"/>
                </a:cubicBezTo>
                <a:lnTo>
                  <a:pt x="629067" y="9149341"/>
                </a:lnTo>
                <a:lnTo>
                  <a:pt x="540487" y="9151078"/>
                </a:lnTo>
                <a:cubicBezTo>
                  <a:pt x="459699" y="9153383"/>
                  <a:pt x="370195" y="9157369"/>
                  <a:pt x="269107" y="9163486"/>
                </a:cubicBezTo>
                <a:cubicBezTo>
                  <a:pt x="276233" y="9042424"/>
                  <a:pt x="253638" y="8966524"/>
                  <a:pt x="269107" y="8822094"/>
                </a:cubicBezTo>
                <a:lnTo>
                  <a:pt x="269766" y="8809710"/>
                </a:lnTo>
                <a:lnTo>
                  <a:pt x="269107" y="8800303"/>
                </a:lnTo>
                <a:cubicBezTo>
                  <a:pt x="261132" y="8741730"/>
                  <a:pt x="264693" y="8688892"/>
                  <a:pt x="268467" y="8631719"/>
                </a:cubicBezTo>
                <a:lnTo>
                  <a:pt x="271013" y="8579561"/>
                </a:lnTo>
                <a:lnTo>
                  <a:pt x="268612" y="8522365"/>
                </a:lnTo>
                <a:cubicBezTo>
                  <a:pt x="267700" y="8492513"/>
                  <a:pt x="267525" y="8464026"/>
                  <a:pt x="269107" y="8437120"/>
                </a:cubicBezTo>
                <a:cubicBezTo>
                  <a:pt x="230916" y="8442719"/>
                  <a:pt x="189710" y="8439971"/>
                  <a:pt x="147051" y="8437197"/>
                </a:cubicBezTo>
                <a:lnTo>
                  <a:pt x="82831" y="8434090"/>
                </a:lnTo>
                <a:lnTo>
                  <a:pt x="16271" y="8437120"/>
                </a:lnTo>
                <a:cubicBezTo>
                  <a:pt x="14549" y="8370329"/>
                  <a:pt x="15634" y="8299618"/>
                  <a:pt x="17743" y="8228613"/>
                </a:cubicBezTo>
                <a:lnTo>
                  <a:pt x="18792" y="8199661"/>
                </a:lnTo>
                <a:lnTo>
                  <a:pt x="19518" y="8131244"/>
                </a:lnTo>
                <a:cubicBezTo>
                  <a:pt x="19426" y="8030755"/>
                  <a:pt x="18252" y="7930978"/>
                  <a:pt x="16271" y="7829635"/>
                </a:cubicBezTo>
                <a:cubicBezTo>
                  <a:pt x="15776" y="7804299"/>
                  <a:pt x="15804" y="7775907"/>
                  <a:pt x="16182" y="7745166"/>
                </a:cubicBezTo>
                <a:lnTo>
                  <a:pt x="17350" y="7687909"/>
                </a:lnTo>
                <a:lnTo>
                  <a:pt x="16271" y="7679470"/>
                </a:lnTo>
                <a:cubicBezTo>
                  <a:pt x="-14860" y="7518864"/>
                  <a:pt x="30126" y="7204334"/>
                  <a:pt x="16271" y="7071986"/>
                </a:cubicBezTo>
                <a:cubicBezTo>
                  <a:pt x="14540" y="7055443"/>
                  <a:pt x="13528" y="7035993"/>
                  <a:pt x="13047" y="7014171"/>
                </a:cubicBezTo>
                <a:lnTo>
                  <a:pt x="13018" y="6956939"/>
                </a:lnTo>
                <a:lnTo>
                  <a:pt x="9789" y="6917260"/>
                </a:lnTo>
                <a:cubicBezTo>
                  <a:pt x="6132" y="6844373"/>
                  <a:pt x="10139" y="6790236"/>
                  <a:pt x="14482" y="6741174"/>
                </a:cubicBezTo>
                <a:lnTo>
                  <a:pt x="20215" y="6662589"/>
                </a:lnTo>
                <a:lnTo>
                  <a:pt x="21276" y="6612845"/>
                </a:lnTo>
                <a:lnTo>
                  <a:pt x="21188" y="6595541"/>
                </a:lnTo>
                <a:cubicBezTo>
                  <a:pt x="20417" y="6578013"/>
                  <a:pt x="18868" y="6559529"/>
                  <a:pt x="16271" y="6539583"/>
                </a:cubicBezTo>
                <a:cubicBezTo>
                  <a:pt x="11078" y="6499692"/>
                  <a:pt x="8624" y="6455469"/>
                  <a:pt x="7828" y="6409323"/>
                </a:cubicBezTo>
                <a:lnTo>
                  <a:pt x="9321" y="6268852"/>
                </a:lnTo>
                <a:lnTo>
                  <a:pt x="6160" y="6214021"/>
                </a:lnTo>
                <a:cubicBezTo>
                  <a:pt x="1817" y="6095577"/>
                  <a:pt x="2169" y="5973039"/>
                  <a:pt x="6613" y="5840001"/>
                </a:cubicBezTo>
                <a:lnTo>
                  <a:pt x="12320" y="5716967"/>
                </a:lnTo>
                <a:lnTo>
                  <a:pt x="12422" y="5614939"/>
                </a:lnTo>
                <a:cubicBezTo>
                  <a:pt x="12992" y="5567693"/>
                  <a:pt x="14180" y="5520536"/>
                  <a:pt x="16271" y="5474778"/>
                </a:cubicBezTo>
                <a:cubicBezTo>
                  <a:pt x="18363" y="5429019"/>
                  <a:pt x="20118" y="5372057"/>
                  <a:pt x="21397" y="5307861"/>
                </a:cubicBezTo>
                <a:lnTo>
                  <a:pt x="22093" y="5262237"/>
                </a:lnTo>
                <a:lnTo>
                  <a:pt x="20693" y="5241486"/>
                </a:lnTo>
                <a:cubicBezTo>
                  <a:pt x="19378" y="5222234"/>
                  <a:pt x="17897" y="5200263"/>
                  <a:pt x="16271" y="5174449"/>
                </a:cubicBezTo>
                <a:cubicBezTo>
                  <a:pt x="8143" y="5045376"/>
                  <a:pt x="8161" y="4837503"/>
                  <a:pt x="10576" y="4646533"/>
                </a:cubicBezTo>
                <a:lnTo>
                  <a:pt x="12091" y="4546402"/>
                </a:lnTo>
                <a:lnTo>
                  <a:pt x="7248" y="4435602"/>
                </a:lnTo>
                <a:cubicBezTo>
                  <a:pt x="4365" y="4369537"/>
                  <a:pt x="1898" y="4305935"/>
                  <a:pt x="727" y="4243938"/>
                </a:cubicBezTo>
                <a:cubicBezTo>
                  <a:pt x="-444" y="4181943"/>
                  <a:pt x="-320" y="4121554"/>
                  <a:pt x="1978" y="4061916"/>
                </a:cubicBezTo>
                <a:lnTo>
                  <a:pt x="8175" y="3984944"/>
                </a:lnTo>
                <a:lnTo>
                  <a:pt x="8160" y="3984255"/>
                </a:lnTo>
                <a:cubicBezTo>
                  <a:pt x="8739" y="3951849"/>
                  <a:pt x="11035" y="3919391"/>
                  <a:pt x="16271" y="3884397"/>
                </a:cubicBezTo>
                <a:cubicBezTo>
                  <a:pt x="46367" y="3648424"/>
                  <a:pt x="-9591" y="3463122"/>
                  <a:pt x="16271" y="3126747"/>
                </a:cubicBezTo>
                <a:lnTo>
                  <a:pt x="19343" y="3084189"/>
                </a:lnTo>
                <a:lnTo>
                  <a:pt x="16271" y="3051665"/>
                </a:lnTo>
                <a:cubicBezTo>
                  <a:pt x="-10396" y="2824005"/>
                  <a:pt x="11536" y="2674001"/>
                  <a:pt x="17720" y="2459795"/>
                </a:cubicBezTo>
                <a:lnTo>
                  <a:pt x="17736" y="2458621"/>
                </a:lnTo>
                <a:lnTo>
                  <a:pt x="16271" y="2444180"/>
                </a:lnTo>
                <a:cubicBezTo>
                  <a:pt x="3266" y="2343731"/>
                  <a:pt x="7567" y="2276850"/>
                  <a:pt x="12968" y="2201972"/>
                </a:cubicBezTo>
                <a:lnTo>
                  <a:pt x="14718" y="2176493"/>
                </a:lnTo>
                <a:lnTo>
                  <a:pt x="13936" y="2155124"/>
                </a:lnTo>
                <a:cubicBezTo>
                  <a:pt x="10891" y="2055869"/>
                  <a:pt x="11879" y="1991022"/>
                  <a:pt x="13970" y="1944686"/>
                </a:cubicBezTo>
                <a:lnTo>
                  <a:pt x="16252" y="1906455"/>
                </a:lnTo>
                <a:lnTo>
                  <a:pt x="15706" y="1755336"/>
                </a:lnTo>
                <a:lnTo>
                  <a:pt x="11497" y="1708591"/>
                </a:lnTo>
                <a:cubicBezTo>
                  <a:pt x="3629" y="1562409"/>
                  <a:pt x="16994" y="1264423"/>
                  <a:pt x="16271" y="928881"/>
                </a:cubicBezTo>
                <a:lnTo>
                  <a:pt x="128200" y="931098"/>
                </a:lnTo>
                <a:lnTo>
                  <a:pt x="197507" y="928696"/>
                </a:lnTo>
                <a:cubicBezTo>
                  <a:pt x="257513" y="926002"/>
                  <a:pt x="321143" y="923369"/>
                  <a:pt x="400488" y="928881"/>
                </a:cubicBezTo>
                <a:lnTo>
                  <a:pt x="419211" y="929231"/>
                </a:lnTo>
                <a:lnTo>
                  <a:pt x="425013" y="928881"/>
                </a:lnTo>
                <a:cubicBezTo>
                  <a:pt x="453402" y="925508"/>
                  <a:pt x="482076" y="925063"/>
                  <a:pt x="511886" y="925982"/>
                </a:cubicBezTo>
                <a:lnTo>
                  <a:pt x="563642" y="928903"/>
                </a:lnTo>
                <a:lnTo>
                  <a:pt x="623094" y="926314"/>
                </a:lnTo>
                <a:cubicBezTo>
                  <a:pt x="693729" y="922702"/>
                  <a:pt x="762373" y="919946"/>
                  <a:pt x="833754" y="928881"/>
                </a:cubicBezTo>
                <a:lnTo>
                  <a:pt x="827349" y="1029723"/>
                </a:lnTo>
                <a:lnTo>
                  <a:pt x="859108" y="1029651"/>
                </a:lnTo>
                <a:lnTo>
                  <a:pt x="936744" y="1032319"/>
                </a:lnTo>
                <a:lnTo>
                  <a:pt x="970400" y="1031101"/>
                </a:lnTo>
                <a:cubicBezTo>
                  <a:pt x="1006462" y="1030822"/>
                  <a:pt x="1038790" y="1032189"/>
                  <a:pt x="1065177" y="1036731"/>
                </a:cubicBezTo>
                <a:cubicBezTo>
                  <a:pt x="1095644" y="1037761"/>
                  <a:pt x="1149815" y="1038200"/>
                  <a:pt x="1216958" y="1038298"/>
                </a:cubicBezTo>
                <a:lnTo>
                  <a:pt x="1372435" y="1037976"/>
                </a:lnTo>
                <a:lnTo>
                  <a:pt x="1407149" y="1036731"/>
                </a:lnTo>
                <a:lnTo>
                  <a:pt x="1449088" y="1037815"/>
                </a:lnTo>
                <a:lnTo>
                  <a:pt x="1881721" y="1036731"/>
                </a:lnTo>
                <a:cubicBezTo>
                  <a:pt x="2075265" y="1037941"/>
                  <a:pt x="2132363" y="1042998"/>
                  <a:pt x="2223692" y="1036731"/>
                </a:cubicBezTo>
                <a:lnTo>
                  <a:pt x="2388794" y="1033241"/>
                </a:lnTo>
                <a:lnTo>
                  <a:pt x="2487176" y="1025850"/>
                </a:lnTo>
                <a:cubicBezTo>
                  <a:pt x="2529750" y="1025432"/>
                  <a:pt x="2568517" y="1027556"/>
                  <a:pt x="2609183" y="1030222"/>
                </a:cubicBezTo>
                <a:lnTo>
                  <a:pt x="2632983" y="1031583"/>
                </a:lnTo>
                <a:lnTo>
                  <a:pt x="2921594" y="1036731"/>
                </a:lnTo>
                <a:cubicBezTo>
                  <a:pt x="3205899" y="1024077"/>
                  <a:pt x="3381637" y="1044321"/>
                  <a:pt x="3500851" y="1036731"/>
                </a:cubicBezTo>
                <a:lnTo>
                  <a:pt x="3680939" y="1030475"/>
                </a:lnTo>
                <a:lnTo>
                  <a:pt x="3751801" y="1023260"/>
                </a:lnTo>
                <a:cubicBezTo>
                  <a:pt x="3787351" y="1021088"/>
                  <a:pt x="3815464" y="1020962"/>
                  <a:pt x="3839494" y="1022058"/>
                </a:cubicBezTo>
                <a:lnTo>
                  <a:pt x="3883628" y="1027367"/>
                </a:lnTo>
                <a:lnTo>
                  <a:pt x="3981674" y="1027816"/>
                </a:lnTo>
                <a:cubicBezTo>
                  <a:pt x="4051655" y="1029281"/>
                  <a:pt x="4124799" y="1032081"/>
                  <a:pt x="4198752" y="1036731"/>
                </a:cubicBezTo>
                <a:lnTo>
                  <a:pt x="4243029" y="1038284"/>
                </a:lnTo>
                <a:lnTo>
                  <a:pt x="4303437" y="1036731"/>
                </a:lnTo>
                <a:cubicBezTo>
                  <a:pt x="4325481" y="1036475"/>
                  <a:pt x="4371644" y="1037889"/>
                  <a:pt x="4432463" y="1039769"/>
                </a:cubicBezTo>
                <a:lnTo>
                  <a:pt x="4442321" y="1040035"/>
                </a:lnTo>
                <a:lnTo>
                  <a:pt x="4473486" y="1038851"/>
                </a:lnTo>
                <a:cubicBezTo>
                  <a:pt x="4529496" y="1034908"/>
                  <a:pt x="4570697" y="1030257"/>
                  <a:pt x="4659366" y="1036731"/>
                </a:cubicBezTo>
                <a:cubicBezTo>
                  <a:pt x="4792368" y="1046442"/>
                  <a:pt x="4989653" y="1026661"/>
                  <a:pt x="5226623" y="1027358"/>
                </a:cubicBezTo>
                <a:lnTo>
                  <a:pt x="5237479" y="1027766"/>
                </a:lnTo>
                <a:lnTo>
                  <a:pt x="5270531" y="1025244"/>
                </a:lnTo>
                <a:cubicBezTo>
                  <a:pt x="5308869" y="1023490"/>
                  <a:pt x="5336902" y="1023544"/>
                  <a:pt x="5359242" y="1024609"/>
                </a:cubicBezTo>
                <a:lnTo>
                  <a:pt x="5455425" y="1035961"/>
                </a:lnTo>
                <a:lnTo>
                  <a:pt x="5475909" y="1036731"/>
                </a:lnTo>
                <a:lnTo>
                  <a:pt x="5479469" y="1036973"/>
                </a:lnTo>
                <a:lnTo>
                  <a:pt x="5559033" y="1038070"/>
                </a:lnTo>
                <a:cubicBezTo>
                  <a:pt x="5694762" y="1036001"/>
                  <a:pt x="5933583" y="1026671"/>
                  <a:pt x="6159853" y="1036731"/>
                </a:cubicBezTo>
                <a:lnTo>
                  <a:pt x="6271245" y="1038910"/>
                </a:lnTo>
                <a:lnTo>
                  <a:pt x="6292452" y="1036731"/>
                </a:lnTo>
                <a:cubicBezTo>
                  <a:pt x="6478844" y="1009838"/>
                  <a:pt x="6523807" y="1025897"/>
                  <a:pt x="6575291" y="1033648"/>
                </a:cubicBezTo>
                <a:lnTo>
                  <a:pt x="6613930" y="1035663"/>
                </a:lnTo>
                <a:lnTo>
                  <a:pt x="6698496" y="1033699"/>
                </a:lnTo>
                <a:cubicBezTo>
                  <a:pt x="6750649" y="1033197"/>
                  <a:pt x="6802859" y="1033816"/>
                  <a:pt x="6857753" y="1036731"/>
                </a:cubicBezTo>
                <a:cubicBezTo>
                  <a:pt x="6967542" y="1042561"/>
                  <a:pt x="7070321" y="1043059"/>
                  <a:pt x="7196329" y="1041851"/>
                </a:cubicBezTo>
                <a:lnTo>
                  <a:pt x="7555715" y="1038001"/>
                </a:lnTo>
                <a:lnTo>
                  <a:pt x="7569610" y="1036731"/>
                </a:lnTo>
                <a:cubicBezTo>
                  <a:pt x="7646869" y="1026619"/>
                  <a:pt x="7705288" y="1021500"/>
                  <a:pt x="7753566" y="1019525"/>
                </a:cubicBezTo>
                <a:cubicBezTo>
                  <a:pt x="7850117" y="1015574"/>
                  <a:pt x="7906092" y="1024200"/>
                  <a:pt x="7991035" y="1030615"/>
                </a:cubicBezTo>
                <a:lnTo>
                  <a:pt x="8140656" y="1036413"/>
                </a:lnTo>
                <a:lnTo>
                  <a:pt x="8320908" y="1026430"/>
                </a:lnTo>
                <a:cubicBezTo>
                  <a:pt x="8393470" y="1024657"/>
                  <a:pt x="8473746" y="1024372"/>
                  <a:pt x="8553188" y="1025060"/>
                </a:cubicBezTo>
                <a:lnTo>
                  <a:pt x="8847545" y="1033686"/>
                </a:lnTo>
                <a:lnTo>
                  <a:pt x="8959418" y="1033028"/>
                </a:lnTo>
                <a:cubicBezTo>
                  <a:pt x="9033307" y="1033239"/>
                  <a:pt x="9110929" y="1034269"/>
                  <a:pt x="9188740" y="1036731"/>
                </a:cubicBezTo>
                <a:cubicBezTo>
                  <a:pt x="9344363" y="1041656"/>
                  <a:pt x="9478511" y="1045642"/>
                  <a:pt x="9623578" y="1046404"/>
                </a:cubicBezTo>
                <a:lnTo>
                  <a:pt x="9649409" y="1046228"/>
                </a:lnTo>
                <a:lnTo>
                  <a:pt x="9886640" y="1036731"/>
                </a:lnTo>
                <a:cubicBezTo>
                  <a:pt x="10056538" y="1025792"/>
                  <a:pt x="10182162" y="1024179"/>
                  <a:pt x="10304568" y="1026107"/>
                </a:cubicBezTo>
                <a:lnTo>
                  <a:pt x="10361469" y="1027624"/>
                </a:lnTo>
                <a:lnTo>
                  <a:pt x="10394258" y="1026367"/>
                </a:lnTo>
                <a:cubicBezTo>
                  <a:pt x="10637615" y="1018061"/>
                  <a:pt x="10804955" y="1017326"/>
                  <a:pt x="10940470" y="1036731"/>
                </a:cubicBezTo>
                <a:lnTo>
                  <a:pt x="10989823" y="1040846"/>
                </a:lnTo>
                <a:lnTo>
                  <a:pt x="11045155" y="1036731"/>
                </a:lnTo>
                <a:cubicBezTo>
                  <a:pt x="11101674" y="1029451"/>
                  <a:pt x="11406114" y="1022131"/>
                  <a:pt x="11649757" y="1027146"/>
                </a:cubicBezTo>
                <a:lnTo>
                  <a:pt x="11820698" y="1034877"/>
                </a:lnTo>
                <a:lnTo>
                  <a:pt x="11954454" y="1030982"/>
                </a:lnTo>
                <a:cubicBezTo>
                  <a:pt x="12078004" y="1030826"/>
                  <a:pt x="12161106" y="1037982"/>
                  <a:pt x="12303298" y="1038686"/>
                </a:cubicBezTo>
                <a:lnTo>
                  <a:pt x="12354516" y="1038520"/>
                </a:lnTo>
                <a:lnTo>
                  <a:pt x="12355062" y="1023191"/>
                </a:lnTo>
                <a:lnTo>
                  <a:pt x="12346332" y="738940"/>
                </a:lnTo>
                <a:cubicBezTo>
                  <a:pt x="12339542" y="509822"/>
                  <a:pt x="12335204" y="244983"/>
                  <a:pt x="12353689" y="10698"/>
                </a:cubicBezTo>
                <a:cubicBezTo>
                  <a:pt x="12513370" y="-9732"/>
                  <a:pt x="12653965" y="10724"/>
                  <a:pt x="12898821" y="10698"/>
                </a:cubicBezTo>
                <a:cubicBezTo>
                  <a:pt x="13059508" y="10681"/>
                  <a:pt x="13239494" y="325"/>
                  <a:pt x="13382260" y="7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590375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" dur="50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50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9F3D27FD-B93E-42E9-8A53-AA3403A3C9CB}"/>
              </a:ext>
            </a:extLst>
          </p:cNvPr>
          <p:cNvSpPr/>
          <p:nvPr/>
        </p:nvSpPr>
        <p:spPr>
          <a:xfrm flipV="1">
            <a:off x="-118981" y="-535837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A6CF2D00-6933-458D-82FF-1B6203426E63}"/>
              </a:ext>
            </a:extLst>
          </p:cNvPr>
          <p:cNvSpPr/>
          <p:nvPr/>
        </p:nvSpPr>
        <p:spPr>
          <a:xfrm flipH="1" flipV="1">
            <a:off x="3984641" y="-575341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2CABC54C-8627-4074-99A9-9CEE93F13CDD}"/>
              </a:ext>
            </a:extLst>
          </p:cNvPr>
          <p:cNvGrpSpPr/>
          <p:nvPr/>
        </p:nvGrpSpPr>
        <p:grpSpPr>
          <a:xfrm>
            <a:off x="1403434" y="5301802"/>
            <a:ext cx="4095612" cy="4291327"/>
            <a:chOff x="-6445428" y="-1028566"/>
            <a:chExt cx="4764000" cy="4991655"/>
          </a:xfrm>
        </p:grpSpPr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00C01D6E-4314-4273-B1F7-1E3D61FE04FB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35" name="Forma libre: forma 34">
              <a:hlinkClick r:id="rId2" action="ppaction://hlinksldjump">
                <a:snd r:embed="rId3" name="explode.wav"/>
              </a:hlinkClick>
              <a:hlinkHover r:id="rId2" action="ppaction://hlinksldjump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6AE031BB-84F9-4189-9FE5-0AC39D333E07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F878A699-ABCF-40D0-B5F2-80BEEF3B8CAB}"/>
              </a:ext>
            </a:extLst>
          </p:cNvPr>
          <p:cNvGrpSpPr/>
          <p:nvPr/>
        </p:nvGrpSpPr>
        <p:grpSpPr>
          <a:xfrm>
            <a:off x="8060015" y="-57454"/>
            <a:ext cx="3893623" cy="7252005"/>
            <a:chOff x="8060015" y="-57454"/>
            <a:chExt cx="3893623" cy="7252005"/>
          </a:xfrm>
        </p:grpSpPr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B3B9F007-8C22-484D-9507-108ECFC7300E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B04A8F16-0F36-43F3-93A8-0A9DB8142357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43DDD88E-1818-4AF8-9558-DE43B147DCAD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8D869614-ACE1-4238-BD1F-5A67DA207D5D}"/>
              </a:ext>
            </a:extLst>
          </p:cNvPr>
          <p:cNvSpPr/>
          <p:nvPr/>
        </p:nvSpPr>
        <p:spPr>
          <a:xfrm>
            <a:off x="98361" y="3891280"/>
            <a:ext cx="2261600" cy="3375160"/>
          </a:xfrm>
          <a:custGeom>
            <a:avLst/>
            <a:gdLst>
              <a:gd name="connsiteX0" fmla="*/ 1644187 w 2261600"/>
              <a:gd name="connsiteY0" fmla="*/ 0 h 3436120"/>
              <a:gd name="connsiteX1" fmla="*/ 2261600 w 2261600"/>
              <a:gd name="connsiteY1" fmla="*/ 0 h 3436120"/>
              <a:gd name="connsiteX2" fmla="*/ 2261600 w 2261600"/>
              <a:gd name="connsiteY2" fmla="*/ 3436120 h 3436120"/>
              <a:gd name="connsiteX3" fmla="*/ 0 w 2261600"/>
              <a:gd name="connsiteY3" fmla="*/ 3436120 h 3436120"/>
              <a:gd name="connsiteX4" fmla="*/ 0 w 2261600"/>
              <a:gd name="connsiteY4" fmla="*/ 1236355 h 3436120"/>
              <a:gd name="connsiteX5" fmla="*/ 25697 w 2261600"/>
              <a:gd name="connsiteY5" fmla="*/ 1215388 h 3436120"/>
              <a:gd name="connsiteX6" fmla="*/ 103098 w 2261600"/>
              <a:gd name="connsiteY6" fmla="*/ 1154631 h 3436120"/>
              <a:gd name="connsiteX7" fmla="*/ 169358 w 2261600"/>
              <a:gd name="connsiteY7" fmla="*/ 1108676 h 3436120"/>
              <a:gd name="connsiteX8" fmla="*/ 258962 w 2261600"/>
              <a:gd name="connsiteY8" fmla="*/ 1045519 h 3436120"/>
              <a:gd name="connsiteX9" fmla="*/ 388810 w 2261600"/>
              <a:gd name="connsiteY9" fmla="*/ 955173 h 3436120"/>
              <a:gd name="connsiteX10" fmla="*/ 406044 w 2261600"/>
              <a:gd name="connsiteY10" fmla="*/ 941181 h 3436120"/>
              <a:gd name="connsiteX11" fmla="*/ 416891 w 2261600"/>
              <a:gd name="connsiteY11" fmla="*/ 933500 h 3436120"/>
              <a:gd name="connsiteX12" fmla="*/ 687432 w 2261600"/>
              <a:gd name="connsiteY12" fmla="*/ 727963 h 3436120"/>
              <a:gd name="connsiteX13" fmla="*/ 740302 w 2261600"/>
              <a:gd name="connsiteY13" fmla="*/ 682933 h 3436120"/>
              <a:gd name="connsiteX14" fmla="*/ 797948 w 2261600"/>
              <a:gd name="connsiteY14" fmla="*/ 644235 h 3436120"/>
              <a:gd name="connsiteX15" fmla="*/ 1220217 w 2261600"/>
              <a:gd name="connsiteY15" fmla="*/ 319588 h 3436120"/>
              <a:gd name="connsiteX16" fmla="*/ 1297157 w 2261600"/>
              <a:gd name="connsiteY16" fmla="*/ 261540 h 3436120"/>
              <a:gd name="connsiteX17" fmla="*/ 1301133 w 2261600"/>
              <a:gd name="connsiteY17" fmla="*/ 258401 h 3436120"/>
              <a:gd name="connsiteX18" fmla="*/ 1302026 w 2261600"/>
              <a:gd name="connsiteY18" fmla="*/ 257806 h 3436120"/>
              <a:gd name="connsiteX19" fmla="*/ 1543532 w 2261600"/>
              <a:gd name="connsiteY19" fmla="*/ 79936 h 343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261600" h="3436120">
                <a:moveTo>
                  <a:pt x="1644187" y="0"/>
                </a:moveTo>
                <a:lnTo>
                  <a:pt x="2261600" y="0"/>
                </a:lnTo>
                <a:lnTo>
                  <a:pt x="2261600" y="3436120"/>
                </a:lnTo>
                <a:lnTo>
                  <a:pt x="0" y="3436120"/>
                </a:lnTo>
                <a:lnTo>
                  <a:pt x="0" y="1236355"/>
                </a:lnTo>
                <a:lnTo>
                  <a:pt x="25697" y="1215388"/>
                </a:lnTo>
                <a:lnTo>
                  <a:pt x="103098" y="1154631"/>
                </a:lnTo>
                <a:lnTo>
                  <a:pt x="169358" y="1108676"/>
                </a:lnTo>
                <a:cubicBezTo>
                  <a:pt x="197588" y="1088979"/>
                  <a:pt x="227397" y="1068019"/>
                  <a:pt x="258962" y="1045519"/>
                </a:cubicBezTo>
                <a:cubicBezTo>
                  <a:pt x="308727" y="1014231"/>
                  <a:pt x="350729" y="984366"/>
                  <a:pt x="388810" y="955173"/>
                </a:cubicBezTo>
                <a:lnTo>
                  <a:pt x="406044" y="941181"/>
                </a:lnTo>
                <a:lnTo>
                  <a:pt x="416891" y="933500"/>
                </a:lnTo>
                <a:cubicBezTo>
                  <a:pt x="526391" y="855858"/>
                  <a:pt x="590893" y="808873"/>
                  <a:pt x="687432" y="727963"/>
                </a:cubicBezTo>
                <a:lnTo>
                  <a:pt x="740302" y="682933"/>
                </a:lnTo>
                <a:lnTo>
                  <a:pt x="797948" y="644235"/>
                </a:lnTo>
                <a:cubicBezTo>
                  <a:pt x="947264" y="540570"/>
                  <a:pt x="1029893" y="459397"/>
                  <a:pt x="1220217" y="319588"/>
                </a:cubicBezTo>
                <a:cubicBezTo>
                  <a:pt x="1247406" y="299615"/>
                  <a:pt x="1272892" y="280320"/>
                  <a:pt x="1297157" y="261540"/>
                </a:cubicBezTo>
                <a:lnTo>
                  <a:pt x="1301133" y="258401"/>
                </a:lnTo>
                <a:lnTo>
                  <a:pt x="1302026" y="257806"/>
                </a:lnTo>
                <a:cubicBezTo>
                  <a:pt x="1375570" y="212057"/>
                  <a:pt x="1458898" y="147242"/>
                  <a:pt x="1543532" y="79936"/>
                </a:cubicBezTo>
                <a:close/>
              </a:path>
            </a:pathLst>
          </a:cu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42" name="Forma libre: forma 41"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9FB79DA-5264-4F48-AA14-856972757268}"/>
              </a:ext>
            </a:extLst>
          </p:cNvPr>
          <p:cNvSpPr/>
          <p:nvPr/>
        </p:nvSpPr>
        <p:spPr>
          <a:xfrm flipH="1">
            <a:off x="-85304" y="4635787"/>
            <a:ext cx="2648823" cy="2358188"/>
          </a:xfrm>
          <a:custGeom>
            <a:avLst/>
            <a:gdLst>
              <a:gd name="connsiteX0" fmla="*/ 0 w 2648823"/>
              <a:gd name="connsiteY0" fmla="*/ 2358188 h 2358188"/>
              <a:gd name="connsiteX1" fmla="*/ 0 w 2648823"/>
              <a:gd name="connsiteY1" fmla="*/ 1742267 h 2358188"/>
              <a:gd name="connsiteX2" fmla="*/ 0 w 2648823"/>
              <a:gd name="connsiteY2" fmla="*/ 1171970 h 2358188"/>
              <a:gd name="connsiteX3" fmla="*/ 0 w 2648823"/>
              <a:gd name="connsiteY3" fmla="*/ 670109 h 2358188"/>
              <a:gd name="connsiteX4" fmla="*/ 0 w 2648823"/>
              <a:gd name="connsiteY4" fmla="*/ 77000 h 2358188"/>
              <a:gd name="connsiteX5" fmla="*/ 278340 w 2648823"/>
              <a:gd name="connsiteY5" fmla="*/ 77000 h 2358188"/>
              <a:gd name="connsiteX6" fmla="*/ 278340 w 2648823"/>
              <a:gd name="connsiteY6" fmla="*/ 777591 h 2358188"/>
              <a:gd name="connsiteX7" fmla="*/ 278340 w 2648823"/>
              <a:gd name="connsiteY7" fmla="*/ 1416966 h 2358188"/>
              <a:gd name="connsiteX8" fmla="*/ 278340 w 2648823"/>
              <a:gd name="connsiteY8" fmla="*/ 2117557 h 2358188"/>
              <a:gd name="connsiteX9" fmla="*/ 954799 w 2648823"/>
              <a:gd name="connsiteY9" fmla="*/ 2117557 h 2358188"/>
              <a:gd name="connsiteX10" fmla="*/ 1652180 w 2648823"/>
              <a:gd name="connsiteY10" fmla="*/ 2117557 h 2358188"/>
              <a:gd name="connsiteX11" fmla="*/ 2370482 w 2648823"/>
              <a:gd name="connsiteY11" fmla="*/ 2117557 h 2358188"/>
              <a:gd name="connsiteX12" fmla="*/ 2370482 w 2648823"/>
              <a:gd name="connsiteY12" fmla="*/ 1651694 h 2358188"/>
              <a:gd name="connsiteX13" fmla="*/ 2370482 w 2648823"/>
              <a:gd name="connsiteY13" fmla="*/ 1101130 h 2358188"/>
              <a:gd name="connsiteX14" fmla="*/ 2370482 w 2648823"/>
              <a:gd name="connsiteY14" fmla="*/ 592916 h 2358188"/>
              <a:gd name="connsiteX15" fmla="*/ 2370482 w 2648823"/>
              <a:gd name="connsiteY15" fmla="*/ 0 h 2358188"/>
              <a:gd name="connsiteX16" fmla="*/ 2648823 w 2648823"/>
              <a:gd name="connsiteY16" fmla="*/ 0 h 2358188"/>
              <a:gd name="connsiteX17" fmla="*/ 2648823 w 2648823"/>
              <a:gd name="connsiteY17" fmla="*/ 570297 h 2358188"/>
              <a:gd name="connsiteX18" fmla="*/ 2648823 w 2648823"/>
              <a:gd name="connsiteY18" fmla="*/ 1186218 h 2358188"/>
              <a:gd name="connsiteX19" fmla="*/ 2648823 w 2648823"/>
              <a:gd name="connsiteY19" fmla="*/ 1688079 h 2358188"/>
              <a:gd name="connsiteX20" fmla="*/ 2648823 w 2648823"/>
              <a:gd name="connsiteY20" fmla="*/ 2281188 h 2358188"/>
              <a:gd name="connsiteX21" fmla="*/ 2648823 w 2648823"/>
              <a:gd name="connsiteY21" fmla="*/ 2281188 h 2358188"/>
              <a:gd name="connsiteX22" fmla="*/ 2648823 w 2648823"/>
              <a:gd name="connsiteY22" fmla="*/ 2358188 h 2358188"/>
              <a:gd name="connsiteX23" fmla="*/ 2079907 w 2648823"/>
              <a:gd name="connsiteY23" fmla="*/ 2358188 h 2358188"/>
              <a:gd name="connsiteX24" fmla="*/ 1463582 w 2648823"/>
              <a:gd name="connsiteY24" fmla="*/ 2358188 h 2358188"/>
              <a:gd name="connsiteX25" fmla="*/ 894666 w 2648823"/>
              <a:gd name="connsiteY25" fmla="*/ 2358188 h 2358188"/>
              <a:gd name="connsiteX26" fmla="*/ 278340 w 2648823"/>
              <a:gd name="connsiteY26" fmla="*/ 2358188 h 2358188"/>
              <a:gd name="connsiteX27" fmla="*/ 278340 w 2648823"/>
              <a:gd name="connsiteY27" fmla="*/ 2358188 h 2358188"/>
              <a:gd name="connsiteX28" fmla="*/ 0 w 2648823"/>
              <a:gd name="connsiteY28" fmla="*/ 2358188 h 235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648823" h="2358188" fill="none" extrusionOk="0">
                <a:moveTo>
                  <a:pt x="0" y="2358188"/>
                </a:moveTo>
                <a:cubicBezTo>
                  <a:pt x="28257" y="2102956"/>
                  <a:pt x="2770" y="1884297"/>
                  <a:pt x="0" y="1742267"/>
                </a:cubicBezTo>
                <a:cubicBezTo>
                  <a:pt x="-2770" y="1600237"/>
                  <a:pt x="-4006" y="1374303"/>
                  <a:pt x="0" y="1171970"/>
                </a:cubicBezTo>
                <a:cubicBezTo>
                  <a:pt x="4006" y="969637"/>
                  <a:pt x="-22734" y="809871"/>
                  <a:pt x="0" y="670109"/>
                </a:cubicBezTo>
                <a:cubicBezTo>
                  <a:pt x="22734" y="530347"/>
                  <a:pt x="-4176" y="220126"/>
                  <a:pt x="0" y="77000"/>
                </a:cubicBezTo>
                <a:cubicBezTo>
                  <a:pt x="115148" y="83915"/>
                  <a:pt x="145174" y="71331"/>
                  <a:pt x="278340" y="77000"/>
                </a:cubicBezTo>
                <a:cubicBezTo>
                  <a:pt x="308417" y="237521"/>
                  <a:pt x="284369" y="494482"/>
                  <a:pt x="278340" y="777591"/>
                </a:cubicBezTo>
                <a:cubicBezTo>
                  <a:pt x="272311" y="1060700"/>
                  <a:pt x="289782" y="1118856"/>
                  <a:pt x="278340" y="1416966"/>
                </a:cubicBezTo>
                <a:cubicBezTo>
                  <a:pt x="266898" y="1715076"/>
                  <a:pt x="275466" y="1833320"/>
                  <a:pt x="278340" y="2117557"/>
                </a:cubicBezTo>
                <a:cubicBezTo>
                  <a:pt x="475519" y="2113690"/>
                  <a:pt x="703568" y="2114705"/>
                  <a:pt x="954799" y="2117557"/>
                </a:cubicBezTo>
                <a:cubicBezTo>
                  <a:pt x="1206030" y="2120409"/>
                  <a:pt x="1449315" y="2087366"/>
                  <a:pt x="1652180" y="2117557"/>
                </a:cubicBezTo>
                <a:cubicBezTo>
                  <a:pt x="1855045" y="2147748"/>
                  <a:pt x="2029986" y="2126108"/>
                  <a:pt x="2370482" y="2117557"/>
                </a:cubicBezTo>
                <a:cubicBezTo>
                  <a:pt x="2359838" y="2011810"/>
                  <a:pt x="2350763" y="1758574"/>
                  <a:pt x="2370482" y="1651694"/>
                </a:cubicBezTo>
                <a:cubicBezTo>
                  <a:pt x="2390201" y="1544814"/>
                  <a:pt x="2387571" y="1365212"/>
                  <a:pt x="2370482" y="1101130"/>
                </a:cubicBezTo>
                <a:cubicBezTo>
                  <a:pt x="2353393" y="837048"/>
                  <a:pt x="2392510" y="779213"/>
                  <a:pt x="2370482" y="592916"/>
                </a:cubicBezTo>
                <a:cubicBezTo>
                  <a:pt x="2348454" y="406619"/>
                  <a:pt x="2355069" y="192226"/>
                  <a:pt x="2370482" y="0"/>
                </a:cubicBezTo>
                <a:cubicBezTo>
                  <a:pt x="2463648" y="-11368"/>
                  <a:pt x="2515044" y="-2395"/>
                  <a:pt x="2648823" y="0"/>
                </a:cubicBezTo>
                <a:cubicBezTo>
                  <a:pt x="2674431" y="272268"/>
                  <a:pt x="2642034" y="390699"/>
                  <a:pt x="2648823" y="570297"/>
                </a:cubicBezTo>
                <a:cubicBezTo>
                  <a:pt x="2655612" y="749895"/>
                  <a:pt x="2649890" y="1012352"/>
                  <a:pt x="2648823" y="1186218"/>
                </a:cubicBezTo>
                <a:cubicBezTo>
                  <a:pt x="2647756" y="1360084"/>
                  <a:pt x="2659947" y="1534413"/>
                  <a:pt x="2648823" y="1688079"/>
                </a:cubicBezTo>
                <a:cubicBezTo>
                  <a:pt x="2637699" y="1841745"/>
                  <a:pt x="2638455" y="2103297"/>
                  <a:pt x="2648823" y="2281188"/>
                </a:cubicBezTo>
                <a:lnTo>
                  <a:pt x="2648823" y="2281188"/>
                </a:lnTo>
                <a:cubicBezTo>
                  <a:pt x="2652468" y="2302952"/>
                  <a:pt x="2646232" y="2333438"/>
                  <a:pt x="2648823" y="2358188"/>
                </a:cubicBezTo>
                <a:cubicBezTo>
                  <a:pt x="2441398" y="2376633"/>
                  <a:pt x="2285734" y="2362702"/>
                  <a:pt x="2079907" y="2358188"/>
                </a:cubicBezTo>
                <a:cubicBezTo>
                  <a:pt x="1874080" y="2353674"/>
                  <a:pt x="1669941" y="2341098"/>
                  <a:pt x="1463582" y="2358188"/>
                </a:cubicBezTo>
                <a:cubicBezTo>
                  <a:pt x="1257224" y="2375278"/>
                  <a:pt x="1095996" y="2360274"/>
                  <a:pt x="894666" y="2358188"/>
                </a:cubicBezTo>
                <a:cubicBezTo>
                  <a:pt x="693336" y="2356102"/>
                  <a:pt x="477366" y="2330157"/>
                  <a:pt x="278340" y="2358188"/>
                </a:cubicBezTo>
                <a:lnTo>
                  <a:pt x="278340" y="2358188"/>
                </a:lnTo>
                <a:cubicBezTo>
                  <a:pt x="212920" y="2362548"/>
                  <a:pt x="95597" y="2362843"/>
                  <a:pt x="0" y="2358188"/>
                </a:cubicBezTo>
                <a:close/>
              </a:path>
              <a:path w="2648823" h="2358188" stroke="0" extrusionOk="0">
                <a:moveTo>
                  <a:pt x="0" y="2358188"/>
                </a:moveTo>
                <a:cubicBezTo>
                  <a:pt x="-4771" y="2145250"/>
                  <a:pt x="-18600" y="2049586"/>
                  <a:pt x="0" y="1856327"/>
                </a:cubicBezTo>
                <a:cubicBezTo>
                  <a:pt x="18600" y="1663068"/>
                  <a:pt x="-25584" y="1582547"/>
                  <a:pt x="0" y="1331653"/>
                </a:cubicBezTo>
                <a:cubicBezTo>
                  <a:pt x="25584" y="1080759"/>
                  <a:pt x="12515" y="996101"/>
                  <a:pt x="0" y="829792"/>
                </a:cubicBezTo>
                <a:cubicBezTo>
                  <a:pt x="-12515" y="663483"/>
                  <a:pt x="3574" y="450477"/>
                  <a:pt x="0" y="77000"/>
                </a:cubicBezTo>
                <a:cubicBezTo>
                  <a:pt x="57922" y="86220"/>
                  <a:pt x="185722" y="79847"/>
                  <a:pt x="278340" y="77000"/>
                </a:cubicBezTo>
                <a:cubicBezTo>
                  <a:pt x="249669" y="299648"/>
                  <a:pt x="285794" y="514939"/>
                  <a:pt x="278340" y="695969"/>
                </a:cubicBezTo>
                <a:cubicBezTo>
                  <a:pt x="270886" y="876999"/>
                  <a:pt x="251753" y="1061493"/>
                  <a:pt x="278340" y="1396560"/>
                </a:cubicBezTo>
                <a:cubicBezTo>
                  <a:pt x="304927" y="1731627"/>
                  <a:pt x="267213" y="1803816"/>
                  <a:pt x="278340" y="2117557"/>
                </a:cubicBezTo>
                <a:cubicBezTo>
                  <a:pt x="460943" y="2144297"/>
                  <a:pt x="748017" y="2145562"/>
                  <a:pt x="1017564" y="2117557"/>
                </a:cubicBezTo>
                <a:cubicBezTo>
                  <a:pt x="1287111" y="2089552"/>
                  <a:pt x="1484604" y="2136270"/>
                  <a:pt x="1714944" y="2117557"/>
                </a:cubicBezTo>
                <a:cubicBezTo>
                  <a:pt x="1945284" y="2098844"/>
                  <a:pt x="2055994" y="2148486"/>
                  <a:pt x="2370482" y="2117557"/>
                </a:cubicBezTo>
                <a:cubicBezTo>
                  <a:pt x="2384518" y="1988269"/>
                  <a:pt x="2359338" y="1832404"/>
                  <a:pt x="2370482" y="1566992"/>
                </a:cubicBezTo>
                <a:cubicBezTo>
                  <a:pt x="2381626" y="1301581"/>
                  <a:pt x="2359585" y="1198388"/>
                  <a:pt x="2370482" y="995252"/>
                </a:cubicBezTo>
                <a:cubicBezTo>
                  <a:pt x="2381379" y="792116"/>
                  <a:pt x="2382211" y="606654"/>
                  <a:pt x="2370482" y="465863"/>
                </a:cubicBezTo>
                <a:cubicBezTo>
                  <a:pt x="2358753" y="325072"/>
                  <a:pt x="2386101" y="147633"/>
                  <a:pt x="2370482" y="0"/>
                </a:cubicBezTo>
                <a:cubicBezTo>
                  <a:pt x="2496783" y="9082"/>
                  <a:pt x="2534650" y="3416"/>
                  <a:pt x="2648823" y="0"/>
                </a:cubicBezTo>
                <a:cubicBezTo>
                  <a:pt x="2661702" y="152475"/>
                  <a:pt x="2620287" y="363074"/>
                  <a:pt x="2648823" y="593109"/>
                </a:cubicBezTo>
                <a:cubicBezTo>
                  <a:pt x="2677359" y="823144"/>
                  <a:pt x="2624225" y="962655"/>
                  <a:pt x="2648823" y="1140594"/>
                </a:cubicBezTo>
                <a:cubicBezTo>
                  <a:pt x="2673421" y="1318534"/>
                  <a:pt x="2638755" y="1555774"/>
                  <a:pt x="2648823" y="1733703"/>
                </a:cubicBezTo>
                <a:cubicBezTo>
                  <a:pt x="2658891" y="1911632"/>
                  <a:pt x="2632918" y="2058006"/>
                  <a:pt x="2648823" y="2281188"/>
                </a:cubicBezTo>
                <a:lnTo>
                  <a:pt x="2648823" y="2281188"/>
                </a:lnTo>
                <a:cubicBezTo>
                  <a:pt x="2648085" y="2311312"/>
                  <a:pt x="2648767" y="2339742"/>
                  <a:pt x="2648823" y="2358188"/>
                </a:cubicBezTo>
                <a:cubicBezTo>
                  <a:pt x="2514994" y="2369864"/>
                  <a:pt x="2254925" y="2367140"/>
                  <a:pt x="2103612" y="2358188"/>
                </a:cubicBezTo>
                <a:cubicBezTo>
                  <a:pt x="1952299" y="2349236"/>
                  <a:pt x="1678637" y="2384436"/>
                  <a:pt x="1463582" y="2358188"/>
                </a:cubicBezTo>
                <a:cubicBezTo>
                  <a:pt x="1248527" y="2331941"/>
                  <a:pt x="1137634" y="2388960"/>
                  <a:pt x="847256" y="2358188"/>
                </a:cubicBezTo>
                <a:cubicBezTo>
                  <a:pt x="556878" y="2327416"/>
                  <a:pt x="500076" y="2331384"/>
                  <a:pt x="278340" y="2358188"/>
                </a:cubicBezTo>
                <a:lnTo>
                  <a:pt x="278340" y="2358188"/>
                </a:lnTo>
                <a:cubicBezTo>
                  <a:pt x="218120" y="2350871"/>
                  <a:pt x="77309" y="2355662"/>
                  <a:pt x="0" y="2358188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768060237">
                  <a:custGeom>
                    <a:avLst/>
                    <a:gdLst>
                      <a:gd name="connsiteX0" fmla="*/ 0 w 2289962"/>
                      <a:gd name="connsiteY0" fmla="*/ 2358188 h 2358188"/>
                      <a:gd name="connsiteX1" fmla="*/ 0 w 2289962"/>
                      <a:gd name="connsiteY1" fmla="*/ 77000 h 2358188"/>
                      <a:gd name="connsiteX2" fmla="*/ 240631 w 2289962"/>
                      <a:gd name="connsiteY2" fmla="*/ 77000 h 2358188"/>
                      <a:gd name="connsiteX3" fmla="*/ 240631 w 2289962"/>
                      <a:gd name="connsiteY3" fmla="*/ 2117557 h 2358188"/>
                      <a:gd name="connsiteX4" fmla="*/ 2049331 w 2289962"/>
                      <a:gd name="connsiteY4" fmla="*/ 2117557 h 2358188"/>
                      <a:gd name="connsiteX5" fmla="*/ 2049331 w 2289962"/>
                      <a:gd name="connsiteY5" fmla="*/ 0 h 2358188"/>
                      <a:gd name="connsiteX6" fmla="*/ 2289962 w 2289962"/>
                      <a:gd name="connsiteY6" fmla="*/ 0 h 2358188"/>
                      <a:gd name="connsiteX7" fmla="*/ 2289962 w 2289962"/>
                      <a:gd name="connsiteY7" fmla="*/ 2281188 h 2358188"/>
                      <a:gd name="connsiteX8" fmla="*/ 2289962 w 2289962"/>
                      <a:gd name="connsiteY8" fmla="*/ 2281188 h 2358188"/>
                      <a:gd name="connsiteX9" fmla="*/ 2289962 w 2289962"/>
                      <a:gd name="connsiteY9" fmla="*/ 2358188 h 2358188"/>
                      <a:gd name="connsiteX10" fmla="*/ 240631 w 2289962"/>
                      <a:gd name="connsiteY10" fmla="*/ 2358188 h 2358188"/>
                      <a:gd name="connsiteX11" fmla="*/ 240631 w 2289962"/>
                      <a:gd name="connsiteY11" fmla="*/ 2358188 h 2358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89962" h="2358188">
                        <a:moveTo>
                          <a:pt x="0" y="2358188"/>
                        </a:moveTo>
                        <a:lnTo>
                          <a:pt x="0" y="77000"/>
                        </a:lnTo>
                        <a:lnTo>
                          <a:pt x="240631" y="77000"/>
                        </a:lnTo>
                        <a:lnTo>
                          <a:pt x="240631" y="2117557"/>
                        </a:lnTo>
                        <a:lnTo>
                          <a:pt x="2049331" y="2117557"/>
                        </a:lnTo>
                        <a:lnTo>
                          <a:pt x="2049331" y="0"/>
                        </a:lnTo>
                        <a:lnTo>
                          <a:pt x="2289962" y="0"/>
                        </a:lnTo>
                        <a:lnTo>
                          <a:pt x="2289962" y="2281188"/>
                        </a:lnTo>
                        <a:lnTo>
                          <a:pt x="2289962" y="2281188"/>
                        </a:lnTo>
                        <a:lnTo>
                          <a:pt x="2289962" y="2358188"/>
                        </a:lnTo>
                        <a:lnTo>
                          <a:pt x="240631" y="2358188"/>
                        </a:lnTo>
                        <a:lnTo>
                          <a:pt x="240631" y="235818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 dirty="0"/>
          </a:p>
        </p:txBody>
      </p:sp>
      <p:sp>
        <p:nvSpPr>
          <p:cNvPr id="41" name="Forma libre: forma 40">
            <a:hlinkClick r:id="" action="ppaction://hlinkshowjump?jump=nextslide"/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E8661505-47B3-4ED4-BEA7-BFBBF1092990}"/>
              </a:ext>
            </a:extLst>
          </p:cNvPr>
          <p:cNvSpPr/>
          <p:nvPr/>
        </p:nvSpPr>
        <p:spPr>
          <a:xfrm>
            <a:off x="-553867" y="-1579121"/>
            <a:ext cx="15731938" cy="9576980"/>
          </a:xfrm>
          <a:custGeom>
            <a:avLst/>
            <a:gdLst>
              <a:gd name="connsiteX0" fmla="*/ 6705244 w 15731938"/>
              <a:gd name="connsiteY0" fmla="*/ 1623998 h 9576980"/>
              <a:gd name="connsiteX1" fmla="*/ 6557656 w 15731938"/>
              <a:gd name="connsiteY1" fmla="*/ 1634319 h 9576980"/>
              <a:gd name="connsiteX2" fmla="*/ 6466281 w 15731938"/>
              <a:gd name="connsiteY2" fmla="*/ 1643170 h 9576980"/>
              <a:gd name="connsiteX3" fmla="*/ 6378658 w 15731938"/>
              <a:gd name="connsiteY3" fmla="*/ 1653187 h 9576980"/>
              <a:gd name="connsiteX4" fmla="*/ 6283500 w 15731938"/>
              <a:gd name="connsiteY4" fmla="*/ 1654586 h 9576980"/>
              <a:gd name="connsiteX5" fmla="*/ 6184562 w 15731938"/>
              <a:gd name="connsiteY5" fmla="*/ 1658496 h 9576980"/>
              <a:gd name="connsiteX6" fmla="*/ 5622468 w 15731938"/>
              <a:gd name="connsiteY6" fmla="*/ 1634319 h 9576980"/>
              <a:gd name="connsiteX7" fmla="*/ 5532120 w 15731938"/>
              <a:gd name="connsiteY7" fmla="*/ 1627185 h 9576980"/>
              <a:gd name="connsiteX8" fmla="*/ 5479915 w 15731938"/>
              <a:gd name="connsiteY8" fmla="*/ 1628537 h 9576980"/>
              <a:gd name="connsiteX9" fmla="*/ 5385182 w 15731938"/>
              <a:gd name="connsiteY9" fmla="*/ 1634319 h 9576980"/>
              <a:gd name="connsiteX10" fmla="*/ 5217579 w 15731938"/>
              <a:gd name="connsiteY10" fmla="*/ 1629407 h 9576980"/>
              <a:gd name="connsiteX11" fmla="*/ 5161854 w 15731938"/>
              <a:gd name="connsiteY11" fmla="*/ 1634319 h 9576980"/>
              <a:gd name="connsiteX12" fmla="*/ 5030572 w 15731938"/>
              <a:gd name="connsiteY12" fmla="*/ 1635069 h 9576980"/>
              <a:gd name="connsiteX13" fmla="*/ 4905077 w 15731938"/>
              <a:gd name="connsiteY13" fmla="*/ 1642510 h 9576980"/>
              <a:gd name="connsiteX14" fmla="*/ 4433651 w 15731938"/>
              <a:gd name="connsiteY14" fmla="*/ 1649107 h 9576980"/>
              <a:gd name="connsiteX15" fmla="*/ 4366197 w 15731938"/>
              <a:gd name="connsiteY15" fmla="*/ 1644288 h 9576980"/>
              <a:gd name="connsiteX16" fmla="*/ 4294210 w 15731938"/>
              <a:gd name="connsiteY16" fmla="*/ 1645360 h 9576980"/>
              <a:gd name="connsiteX17" fmla="*/ 4003339 w 15731938"/>
              <a:gd name="connsiteY17" fmla="*/ 1634319 h 9576980"/>
              <a:gd name="connsiteX18" fmla="*/ 3954362 w 15731938"/>
              <a:gd name="connsiteY18" fmla="*/ 1633155 h 9576980"/>
              <a:gd name="connsiteX19" fmla="*/ 3884696 w 15731938"/>
              <a:gd name="connsiteY19" fmla="*/ 1634319 h 9576980"/>
              <a:gd name="connsiteX20" fmla="*/ 3365888 w 15731938"/>
              <a:gd name="connsiteY20" fmla="*/ 1640250 h 9576980"/>
              <a:gd name="connsiteX21" fmla="*/ 3275102 w 15731938"/>
              <a:gd name="connsiteY21" fmla="*/ 1637244 h 9576980"/>
              <a:gd name="connsiteX22" fmla="*/ 3248201 w 15731938"/>
              <a:gd name="connsiteY22" fmla="*/ 1638546 h 9576980"/>
              <a:gd name="connsiteX23" fmla="*/ 3082111 w 15731938"/>
              <a:gd name="connsiteY23" fmla="*/ 1634319 h 9576980"/>
              <a:gd name="connsiteX24" fmla="*/ 2981065 w 15731938"/>
              <a:gd name="connsiteY24" fmla="*/ 1630934 h 9576980"/>
              <a:gd name="connsiteX25" fmla="*/ 2772036 w 15731938"/>
              <a:gd name="connsiteY25" fmla="*/ 1636635 h 9576980"/>
              <a:gd name="connsiteX26" fmla="*/ 2370251 w 15731938"/>
              <a:gd name="connsiteY26" fmla="*/ 1634319 h 9576980"/>
              <a:gd name="connsiteX27" fmla="*/ 2325404 w 15731938"/>
              <a:gd name="connsiteY27" fmla="*/ 1630817 h 9576980"/>
              <a:gd name="connsiteX28" fmla="*/ 2265566 w 15731938"/>
              <a:gd name="connsiteY28" fmla="*/ 1634319 h 9576980"/>
              <a:gd name="connsiteX29" fmla="*/ 2067873 w 15731938"/>
              <a:gd name="connsiteY29" fmla="*/ 1642418 h 9576980"/>
              <a:gd name="connsiteX30" fmla="*/ 1941696 w 15731938"/>
              <a:gd name="connsiteY30" fmla="*/ 1635335 h 9576980"/>
              <a:gd name="connsiteX31" fmla="*/ 1823922 w 15731938"/>
              <a:gd name="connsiteY31" fmla="*/ 1636717 h 9576980"/>
              <a:gd name="connsiteX32" fmla="*/ 865381 w 15731938"/>
              <a:gd name="connsiteY32" fmla="*/ 1636639 h 9576980"/>
              <a:gd name="connsiteX33" fmla="*/ 835832 w 15731938"/>
              <a:gd name="connsiteY33" fmla="*/ 1636434 h 9576980"/>
              <a:gd name="connsiteX34" fmla="*/ 839826 w 15731938"/>
              <a:gd name="connsiteY34" fmla="*/ 1700352 h 9576980"/>
              <a:gd name="connsiteX35" fmla="*/ 841074 w 15731938"/>
              <a:gd name="connsiteY35" fmla="*/ 1789301 h 9576980"/>
              <a:gd name="connsiteX36" fmla="*/ 839704 w 15731938"/>
              <a:gd name="connsiteY36" fmla="*/ 1828944 h 9576980"/>
              <a:gd name="connsiteX37" fmla="*/ 839066 w 15731938"/>
              <a:gd name="connsiteY37" fmla="*/ 2000679 h 9576980"/>
              <a:gd name="connsiteX38" fmla="*/ 834281 w 15731938"/>
              <a:gd name="connsiteY38" fmla="*/ 2310926 h 9576980"/>
              <a:gd name="connsiteX39" fmla="*/ 834069 w 15731938"/>
              <a:gd name="connsiteY39" fmla="*/ 2357193 h 9576980"/>
              <a:gd name="connsiteX40" fmla="*/ 836995 w 15731938"/>
              <a:gd name="connsiteY40" fmla="*/ 2409040 h 9576980"/>
              <a:gd name="connsiteX41" fmla="*/ 839808 w 15731938"/>
              <a:gd name="connsiteY41" fmla="*/ 2650773 h 9576980"/>
              <a:gd name="connsiteX42" fmla="*/ 839418 w 15731938"/>
              <a:gd name="connsiteY42" fmla="*/ 2657914 h 9576980"/>
              <a:gd name="connsiteX43" fmla="*/ 840944 w 15731938"/>
              <a:gd name="connsiteY43" fmla="*/ 2691520 h 9576980"/>
              <a:gd name="connsiteX44" fmla="*/ 833754 w 15731938"/>
              <a:gd name="connsiteY44" fmla="*/ 3100075 h 9576980"/>
              <a:gd name="connsiteX45" fmla="*/ 829621 w 15731938"/>
              <a:gd name="connsiteY45" fmla="*/ 3154867 h 9576980"/>
              <a:gd name="connsiteX46" fmla="*/ 829087 w 15731938"/>
              <a:gd name="connsiteY46" fmla="*/ 3173131 h 9576980"/>
              <a:gd name="connsiteX47" fmla="*/ 833754 w 15731938"/>
              <a:gd name="connsiteY47" fmla="*/ 3403503 h 9576980"/>
              <a:gd name="connsiteX48" fmla="*/ 833204 w 15731938"/>
              <a:gd name="connsiteY48" fmla="*/ 3656862 h 9576980"/>
              <a:gd name="connsiteX49" fmla="*/ 831923 w 15731938"/>
              <a:gd name="connsiteY49" fmla="*/ 3689200 h 9576980"/>
              <a:gd name="connsiteX50" fmla="*/ 831859 w 15731938"/>
              <a:gd name="connsiteY50" fmla="*/ 3694011 h 9576980"/>
              <a:gd name="connsiteX51" fmla="*/ 837970 w 15731938"/>
              <a:gd name="connsiteY51" fmla="*/ 4117206 h 9576980"/>
              <a:gd name="connsiteX52" fmla="*/ 835852 w 15731938"/>
              <a:gd name="connsiteY52" fmla="*/ 4171946 h 9576980"/>
              <a:gd name="connsiteX53" fmla="*/ 847291 w 15731938"/>
              <a:gd name="connsiteY53" fmla="*/ 4280969 h 9576980"/>
              <a:gd name="connsiteX54" fmla="*/ 833754 w 15731938"/>
              <a:gd name="connsiteY54" fmla="*/ 4677899 h 9576980"/>
              <a:gd name="connsiteX55" fmla="*/ 837477 w 15731938"/>
              <a:gd name="connsiteY55" fmla="*/ 5022324 h 9576980"/>
              <a:gd name="connsiteX56" fmla="*/ 837452 w 15731938"/>
              <a:gd name="connsiteY56" fmla="*/ 5023034 h 9576980"/>
              <a:gd name="connsiteX57" fmla="*/ 840141 w 15731938"/>
              <a:gd name="connsiteY57" fmla="*/ 5058264 h 9576980"/>
              <a:gd name="connsiteX58" fmla="*/ 835930 w 15731938"/>
              <a:gd name="connsiteY58" fmla="*/ 5263667 h 9576980"/>
              <a:gd name="connsiteX59" fmla="*/ 830931 w 15731938"/>
              <a:gd name="connsiteY59" fmla="*/ 5350627 h 9576980"/>
              <a:gd name="connsiteX60" fmla="*/ 831783 w 15731938"/>
              <a:gd name="connsiteY60" fmla="*/ 5412921 h 9576980"/>
              <a:gd name="connsiteX61" fmla="*/ 833158 w 15731938"/>
              <a:gd name="connsiteY61" fmla="*/ 5484993 h 9576980"/>
              <a:gd name="connsiteX62" fmla="*/ 833754 w 15731938"/>
              <a:gd name="connsiteY62" fmla="*/ 5500525 h 9576980"/>
              <a:gd name="connsiteX63" fmla="*/ 833754 w 15731938"/>
              <a:gd name="connsiteY63" fmla="*/ 6100638 h 9576980"/>
              <a:gd name="connsiteX64" fmla="*/ 832835 w 15731938"/>
              <a:gd name="connsiteY64" fmla="*/ 6301815 h 9576980"/>
              <a:gd name="connsiteX65" fmla="*/ 832791 w 15731938"/>
              <a:gd name="connsiteY65" fmla="*/ 6315195 h 9576980"/>
              <a:gd name="connsiteX66" fmla="*/ 833754 w 15731938"/>
              <a:gd name="connsiteY66" fmla="*/ 6329894 h 9576980"/>
              <a:gd name="connsiteX67" fmla="*/ 837322 w 15731938"/>
              <a:gd name="connsiteY67" fmla="*/ 6693432 h 9576980"/>
              <a:gd name="connsiteX68" fmla="*/ 833636 w 15731938"/>
              <a:gd name="connsiteY68" fmla="*/ 6832393 h 9576980"/>
              <a:gd name="connsiteX69" fmla="*/ 833754 w 15731938"/>
              <a:gd name="connsiteY69" fmla="*/ 6849093 h 9576980"/>
              <a:gd name="connsiteX70" fmla="*/ 831675 w 15731938"/>
              <a:gd name="connsiteY70" fmla="*/ 6945245 h 9576980"/>
              <a:gd name="connsiteX71" fmla="*/ 831409 w 15731938"/>
              <a:gd name="connsiteY71" fmla="*/ 6990705 h 9576980"/>
              <a:gd name="connsiteX72" fmla="*/ 833754 w 15731938"/>
              <a:gd name="connsiteY72" fmla="*/ 7078349 h 9576980"/>
              <a:gd name="connsiteX73" fmla="*/ 822367 w 15731938"/>
              <a:gd name="connsiteY73" fmla="*/ 7505792 h 9576980"/>
              <a:gd name="connsiteX74" fmla="*/ 821943 w 15731938"/>
              <a:gd name="connsiteY74" fmla="*/ 7516338 h 9576980"/>
              <a:gd name="connsiteX75" fmla="*/ 823080 w 15731938"/>
              <a:gd name="connsiteY75" fmla="*/ 7543710 h 9576980"/>
              <a:gd name="connsiteX76" fmla="*/ 833754 w 15731938"/>
              <a:gd name="connsiteY76" fmla="*/ 7671719 h 9576980"/>
              <a:gd name="connsiteX77" fmla="*/ 833754 w 15731938"/>
              <a:gd name="connsiteY77" fmla="*/ 8346003 h 9576980"/>
              <a:gd name="connsiteX78" fmla="*/ 937282 w 15731938"/>
              <a:gd name="connsiteY78" fmla="*/ 8346804 h 9576980"/>
              <a:gd name="connsiteX79" fmla="*/ 957161 w 15731938"/>
              <a:gd name="connsiteY79" fmla="*/ 8346704 h 9576980"/>
              <a:gd name="connsiteX80" fmla="*/ 1421051 w 15731938"/>
              <a:gd name="connsiteY80" fmla="*/ 8346003 h 9576980"/>
              <a:gd name="connsiteX81" fmla="*/ 1444803 w 15731938"/>
              <a:gd name="connsiteY81" fmla="*/ 8346866 h 9576980"/>
              <a:gd name="connsiteX82" fmla="*/ 1508808 w 15731938"/>
              <a:gd name="connsiteY82" fmla="*/ 8346003 h 9576980"/>
              <a:gd name="connsiteX83" fmla="*/ 2183861 w 15731938"/>
              <a:gd name="connsiteY83" fmla="*/ 8346003 h 9576980"/>
              <a:gd name="connsiteX84" fmla="*/ 2184669 w 15731938"/>
              <a:gd name="connsiteY84" fmla="*/ 8346083 h 9576980"/>
              <a:gd name="connsiteX85" fmla="*/ 2244616 w 15731938"/>
              <a:gd name="connsiteY85" fmla="*/ 8346003 h 9576980"/>
              <a:gd name="connsiteX86" fmla="*/ 2457714 w 15731938"/>
              <a:gd name="connsiteY86" fmla="*/ 8353652 h 9576980"/>
              <a:gd name="connsiteX87" fmla="*/ 2535487 w 15731938"/>
              <a:gd name="connsiteY87" fmla="*/ 8354002 h 9576980"/>
              <a:gd name="connsiteX88" fmla="*/ 2595644 w 15731938"/>
              <a:gd name="connsiteY88" fmla="*/ 8346003 h 9576980"/>
              <a:gd name="connsiteX89" fmla="*/ 2715334 w 15731938"/>
              <a:gd name="connsiteY89" fmla="*/ 8340962 h 9576980"/>
              <a:gd name="connsiteX90" fmla="*/ 2720677 w 15731938"/>
              <a:gd name="connsiteY90" fmla="*/ 8341160 h 9576980"/>
              <a:gd name="connsiteX91" fmla="*/ 2778099 w 15731938"/>
              <a:gd name="connsiteY91" fmla="*/ 8340427 h 9576980"/>
              <a:gd name="connsiteX92" fmla="*/ 3331452 w 15731938"/>
              <a:gd name="connsiteY92" fmla="*/ 8346003 h 9576980"/>
              <a:gd name="connsiteX93" fmla="*/ 3918749 w 15731938"/>
              <a:gd name="connsiteY93" fmla="*/ 8346003 h 9576980"/>
              <a:gd name="connsiteX94" fmla="*/ 4255241 w 15731938"/>
              <a:gd name="connsiteY94" fmla="*/ 8355485 h 9576980"/>
              <a:gd name="connsiteX95" fmla="*/ 4354830 w 15731938"/>
              <a:gd name="connsiteY95" fmla="*/ 8352632 h 9576980"/>
              <a:gd name="connsiteX96" fmla="*/ 4445290 w 15731938"/>
              <a:gd name="connsiteY96" fmla="*/ 8346003 h 9576980"/>
              <a:gd name="connsiteX97" fmla="*/ 4873887 w 15731938"/>
              <a:gd name="connsiteY97" fmla="*/ 8340928 h 9576980"/>
              <a:gd name="connsiteX98" fmla="*/ 4904024 w 15731938"/>
              <a:gd name="connsiteY98" fmla="*/ 8341955 h 9576980"/>
              <a:gd name="connsiteX99" fmla="*/ 5024157 w 15731938"/>
              <a:gd name="connsiteY99" fmla="*/ 8341016 h 9576980"/>
              <a:gd name="connsiteX100" fmla="*/ 5262591 w 15731938"/>
              <a:gd name="connsiteY100" fmla="*/ 8341215 h 9576980"/>
              <a:gd name="connsiteX101" fmla="*/ 5341467 w 15731938"/>
              <a:gd name="connsiteY101" fmla="*/ 8342530 h 9576980"/>
              <a:gd name="connsiteX102" fmla="*/ 5367039 w 15731938"/>
              <a:gd name="connsiteY102" fmla="*/ 8340583 h 9576980"/>
              <a:gd name="connsiteX103" fmla="*/ 5795401 w 15731938"/>
              <a:gd name="connsiteY103" fmla="*/ 8346003 h 9576980"/>
              <a:gd name="connsiteX104" fmla="*/ 5959937 w 15731938"/>
              <a:gd name="connsiteY104" fmla="*/ 8348148 h 9576980"/>
              <a:gd name="connsiteX105" fmla="*/ 6000607 w 15731938"/>
              <a:gd name="connsiteY105" fmla="*/ 8347676 h 9576980"/>
              <a:gd name="connsiteX106" fmla="*/ 6004837 w 15731938"/>
              <a:gd name="connsiteY106" fmla="*/ 8347642 h 9576980"/>
              <a:gd name="connsiteX107" fmla="*/ 6156159 w 15731938"/>
              <a:gd name="connsiteY107" fmla="*/ 8342709 h 9576980"/>
              <a:gd name="connsiteX108" fmla="*/ 6157106 w 15731938"/>
              <a:gd name="connsiteY108" fmla="*/ 8303388 h 9576980"/>
              <a:gd name="connsiteX109" fmla="*/ 6648512 w 15731938"/>
              <a:gd name="connsiteY109" fmla="*/ 8303388 h 9576980"/>
              <a:gd name="connsiteX110" fmla="*/ 6674760 w 15731938"/>
              <a:gd name="connsiteY110" fmla="*/ 8304109 h 9576980"/>
              <a:gd name="connsiteX111" fmla="*/ 6855663 w 15731938"/>
              <a:gd name="connsiteY111" fmla="*/ 8297482 h 9576980"/>
              <a:gd name="connsiteX112" fmla="*/ 7030713 w 15731938"/>
              <a:gd name="connsiteY112" fmla="*/ 8303388 h 9576980"/>
              <a:gd name="connsiteX113" fmla="*/ 7036150 w 15731938"/>
              <a:gd name="connsiteY113" fmla="*/ 8303619 h 9576980"/>
              <a:gd name="connsiteX114" fmla="*/ 7044364 w 15731938"/>
              <a:gd name="connsiteY114" fmla="*/ 8303388 h 9576980"/>
              <a:gd name="connsiteX115" fmla="*/ 7917971 w 15731938"/>
              <a:gd name="connsiteY115" fmla="*/ 8303388 h 9576980"/>
              <a:gd name="connsiteX116" fmla="*/ 7982504 w 15731938"/>
              <a:gd name="connsiteY116" fmla="*/ 8310789 h 9576980"/>
              <a:gd name="connsiteX117" fmla="*/ 8109073 w 15731938"/>
              <a:gd name="connsiteY117" fmla="*/ 8303388 h 9576980"/>
              <a:gd name="connsiteX118" fmla="*/ 8490727 w 15731938"/>
              <a:gd name="connsiteY118" fmla="*/ 8296818 h 9576980"/>
              <a:gd name="connsiteX119" fmla="*/ 8558515 w 15731938"/>
              <a:gd name="connsiteY119" fmla="*/ 8297941 h 9576980"/>
              <a:gd name="connsiteX120" fmla="*/ 8632736 w 15731938"/>
              <a:gd name="connsiteY120" fmla="*/ 8290397 h 9576980"/>
              <a:gd name="connsiteX121" fmla="*/ 9091881 w 15731938"/>
              <a:gd name="connsiteY121" fmla="*/ 8303388 h 9576980"/>
              <a:gd name="connsiteX122" fmla="*/ 9255376 w 15731938"/>
              <a:gd name="connsiteY122" fmla="*/ 8303388 h 9576980"/>
              <a:gd name="connsiteX123" fmla="*/ 9255407 w 15731938"/>
              <a:gd name="connsiteY123" fmla="*/ 8304143 h 9576980"/>
              <a:gd name="connsiteX124" fmla="*/ 9282982 w 15731938"/>
              <a:gd name="connsiteY124" fmla="*/ 8303388 h 9576980"/>
              <a:gd name="connsiteX125" fmla="*/ 9678836 w 15731938"/>
              <a:gd name="connsiteY125" fmla="*/ 8303388 h 9576980"/>
              <a:gd name="connsiteX126" fmla="*/ 9876530 w 15731938"/>
              <a:gd name="connsiteY126" fmla="*/ 8295904 h 9576980"/>
              <a:gd name="connsiteX127" fmla="*/ 9913044 w 15731938"/>
              <a:gd name="connsiteY127" fmla="*/ 8297283 h 9576980"/>
              <a:gd name="connsiteX128" fmla="*/ 9977320 w 15731938"/>
              <a:gd name="connsiteY128" fmla="*/ 8294453 h 9576980"/>
              <a:gd name="connsiteX129" fmla="*/ 10107136 w 15731938"/>
              <a:gd name="connsiteY129" fmla="*/ 8300692 h 9576980"/>
              <a:gd name="connsiteX130" fmla="*/ 10121606 w 15731938"/>
              <a:gd name="connsiteY130" fmla="*/ 8301964 h 9576980"/>
              <a:gd name="connsiteX131" fmla="*/ 10219452 w 15731938"/>
              <a:gd name="connsiteY131" fmla="*/ 8298993 h 9576980"/>
              <a:gd name="connsiteX132" fmla="*/ 10351008 w 15731938"/>
              <a:gd name="connsiteY132" fmla="*/ 8293412 h 9576980"/>
              <a:gd name="connsiteX133" fmla="*/ 10381620 w 15731938"/>
              <a:gd name="connsiteY133" fmla="*/ 8289829 h 9576980"/>
              <a:gd name="connsiteX134" fmla="*/ 10564242 w 15731938"/>
              <a:gd name="connsiteY134" fmla="*/ 8282966 h 9576980"/>
              <a:gd name="connsiteX135" fmla="*/ 11043847 w 15731938"/>
              <a:gd name="connsiteY135" fmla="*/ 8303388 h 9576980"/>
              <a:gd name="connsiteX136" fmla="*/ 11149312 w 15731938"/>
              <a:gd name="connsiteY136" fmla="*/ 8310887 h 9576980"/>
              <a:gd name="connsiteX137" fmla="*/ 11166287 w 15731938"/>
              <a:gd name="connsiteY137" fmla="*/ 8308794 h 9576980"/>
              <a:gd name="connsiteX138" fmla="*/ 11248599 w 15731938"/>
              <a:gd name="connsiteY138" fmla="*/ 8303388 h 9576980"/>
              <a:gd name="connsiteX139" fmla="*/ 11931105 w 15731938"/>
              <a:gd name="connsiteY139" fmla="*/ 8303388 h 9576980"/>
              <a:gd name="connsiteX140" fmla="*/ 12072539 w 15731938"/>
              <a:gd name="connsiteY140" fmla="*/ 8313913 h 9576980"/>
              <a:gd name="connsiteX141" fmla="*/ 12217757 w 15731938"/>
              <a:gd name="connsiteY141" fmla="*/ 8303388 h 9576980"/>
              <a:gd name="connsiteX142" fmla="*/ 12278583 w 15731938"/>
              <a:gd name="connsiteY142" fmla="*/ 8299781 h 9576980"/>
              <a:gd name="connsiteX143" fmla="*/ 12347570 w 15731938"/>
              <a:gd name="connsiteY143" fmla="*/ 8296936 h 9576980"/>
              <a:gd name="connsiteX144" fmla="*/ 12349463 w 15731938"/>
              <a:gd name="connsiteY144" fmla="*/ 8259466 h 9576980"/>
              <a:gd name="connsiteX145" fmla="*/ 12353689 w 15731938"/>
              <a:gd name="connsiteY145" fmla="*/ 8200767 h 9576980"/>
              <a:gd name="connsiteX146" fmla="*/ 12355478 w 15731938"/>
              <a:gd name="connsiteY146" fmla="*/ 8167709 h 9576980"/>
              <a:gd name="connsiteX147" fmla="*/ 12353689 w 15731938"/>
              <a:gd name="connsiteY147" fmla="*/ 8091567 h 9576980"/>
              <a:gd name="connsiteX148" fmla="*/ 12345458 w 15731938"/>
              <a:gd name="connsiteY148" fmla="*/ 7632118 h 9576980"/>
              <a:gd name="connsiteX149" fmla="*/ 12347792 w 15731938"/>
              <a:gd name="connsiteY149" fmla="*/ 7595965 h 9576980"/>
              <a:gd name="connsiteX150" fmla="*/ 12348297 w 15731938"/>
              <a:gd name="connsiteY150" fmla="*/ 7538259 h 9576980"/>
              <a:gd name="connsiteX151" fmla="*/ 12353689 w 15731938"/>
              <a:gd name="connsiteY151" fmla="*/ 7217959 h 9576980"/>
              <a:gd name="connsiteX152" fmla="*/ 12353680 w 15731938"/>
              <a:gd name="connsiteY152" fmla="*/ 7213252 h 9576980"/>
              <a:gd name="connsiteX153" fmla="*/ 12353603 w 15731938"/>
              <a:gd name="connsiteY153" fmla="*/ 7210862 h 9576980"/>
              <a:gd name="connsiteX154" fmla="*/ 12353689 w 15731938"/>
              <a:gd name="connsiteY154" fmla="*/ 6822106 h 9576980"/>
              <a:gd name="connsiteX155" fmla="*/ 12355198 w 15731938"/>
              <a:gd name="connsiteY155" fmla="*/ 6770100 h 9576980"/>
              <a:gd name="connsiteX156" fmla="*/ 12355546 w 15731938"/>
              <a:gd name="connsiteY156" fmla="*/ 6691513 h 9576980"/>
              <a:gd name="connsiteX157" fmla="*/ 12353689 w 15731938"/>
              <a:gd name="connsiteY157" fmla="*/ 6535453 h 9576980"/>
              <a:gd name="connsiteX158" fmla="*/ 12353716 w 15731938"/>
              <a:gd name="connsiteY158" fmla="*/ 6369358 h 9576980"/>
              <a:gd name="connsiteX159" fmla="*/ 12350318 w 15731938"/>
              <a:gd name="connsiteY159" fmla="*/ 6241150 h 9576980"/>
              <a:gd name="connsiteX160" fmla="*/ 12353689 w 15731938"/>
              <a:gd name="connsiteY160" fmla="*/ 6044049 h 9576980"/>
              <a:gd name="connsiteX161" fmla="*/ 12354432 w 15731938"/>
              <a:gd name="connsiteY161" fmla="*/ 6017119 h 9576980"/>
              <a:gd name="connsiteX162" fmla="*/ 12354919 w 15731938"/>
              <a:gd name="connsiteY162" fmla="*/ 5992135 h 9576980"/>
              <a:gd name="connsiteX163" fmla="*/ 12358252 w 15731938"/>
              <a:gd name="connsiteY163" fmla="*/ 5859621 h 9576980"/>
              <a:gd name="connsiteX164" fmla="*/ 12355814 w 15731938"/>
              <a:gd name="connsiteY164" fmla="*/ 5737111 h 9576980"/>
              <a:gd name="connsiteX165" fmla="*/ 12353689 w 15731938"/>
              <a:gd name="connsiteY165" fmla="*/ 5457094 h 9576980"/>
              <a:gd name="connsiteX166" fmla="*/ 12356024 w 15731938"/>
              <a:gd name="connsiteY166" fmla="*/ 5319476 h 9576980"/>
              <a:gd name="connsiteX167" fmla="*/ 12353689 w 15731938"/>
              <a:gd name="connsiteY167" fmla="*/ 5265993 h 9576980"/>
              <a:gd name="connsiteX168" fmla="*/ 12348918 w 15731938"/>
              <a:gd name="connsiteY168" fmla="*/ 5039963 h 9576980"/>
              <a:gd name="connsiteX169" fmla="*/ 12353161 w 15731938"/>
              <a:gd name="connsiteY169" fmla="*/ 4991076 h 9576980"/>
              <a:gd name="connsiteX170" fmla="*/ 12352633 w 15731938"/>
              <a:gd name="connsiteY170" fmla="*/ 4920867 h 9576980"/>
              <a:gd name="connsiteX171" fmla="*/ 12353689 w 15731938"/>
              <a:gd name="connsiteY171" fmla="*/ 4283184 h 9576980"/>
              <a:gd name="connsiteX172" fmla="*/ 12355140 w 15731938"/>
              <a:gd name="connsiteY172" fmla="*/ 4263366 h 9576980"/>
              <a:gd name="connsiteX173" fmla="*/ 12353689 w 15731938"/>
              <a:gd name="connsiteY173" fmla="*/ 4187634 h 9576980"/>
              <a:gd name="connsiteX174" fmla="*/ 12353689 w 15731938"/>
              <a:gd name="connsiteY174" fmla="*/ 3600678 h 9576980"/>
              <a:gd name="connsiteX175" fmla="*/ 12353689 w 15731938"/>
              <a:gd name="connsiteY175" fmla="*/ 2822622 h 9576980"/>
              <a:gd name="connsiteX176" fmla="*/ 12355598 w 15731938"/>
              <a:gd name="connsiteY176" fmla="*/ 2750785 h 9576980"/>
              <a:gd name="connsiteX177" fmla="*/ 12353689 w 15731938"/>
              <a:gd name="connsiteY177" fmla="*/ 2727071 h 9576980"/>
              <a:gd name="connsiteX178" fmla="*/ 12350240 w 15731938"/>
              <a:gd name="connsiteY178" fmla="*/ 2490622 h 9576980"/>
              <a:gd name="connsiteX179" fmla="*/ 12351719 w 15731938"/>
              <a:gd name="connsiteY179" fmla="*/ 2462193 h 9576980"/>
              <a:gd name="connsiteX180" fmla="*/ 12351123 w 15731938"/>
              <a:gd name="connsiteY180" fmla="*/ 2445709 h 9576980"/>
              <a:gd name="connsiteX181" fmla="*/ 12345152 w 15731938"/>
              <a:gd name="connsiteY181" fmla="*/ 2239086 h 9576980"/>
              <a:gd name="connsiteX182" fmla="*/ 12351870 w 15731938"/>
              <a:gd name="connsiteY182" fmla="*/ 2086013 h 9576980"/>
              <a:gd name="connsiteX183" fmla="*/ 12351672 w 15731938"/>
              <a:gd name="connsiteY183" fmla="*/ 2069719 h 9576980"/>
              <a:gd name="connsiteX184" fmla="*/ 12357953 w 15731938"/>
              <a:gd name="connsiteY184" fmla="*/ 1914298 h 9576980"/>
              <a:gd name="connsiteX185" fmla="*/ 12360089 w 15731938"/>
              <a:gd name="connsiteY185" fmla="*/ 1841457 h 9576980"/>
              <a:gd name="connsiteX186" fmla="*/ 12358845 w 15731938"/>
              <a:gd name="connsiteY186" fmla="*/ 1816776 h 9576980"/>
              <a:gd name="connsiteX187" fmla="*/ 12353689 w 15731938"/>
              <a:gd name="connsiteY187" fmla="*/ 1648712 h 9576980"/>
              <a:gd name="connsiteX188" fmla="*/ 12351558 w 15731938"/>
              <a:gd name="connsiteY188" fmla="*/ 1631074 h 9576980"/>
              <a:gd name="connsiteX189" fmla="*/ 12328511 w 15731938"/>
              <a:gd name="connsiteY189" fmla="*/ 1630436 h 9576980"/>
              <a:gd name="connsiteX190" fmla="*/ 12197689 w 15731938"/>
              <a:gd name="connsiteY190" fmla="*/ 1625867 h 9576980"/>
              <a:gd name="connsiteX191" fmla="*/ 12147083 w 15731938"/>
              <a:gd name="connsiteY191" fmla="*/ 1625573 h 9576980"/>
              <a:gd name="connsiteX192" fmla="*/ 12008258 w 15731938"/>
              <a:gd name="connsiteY192" fmla="*/ 1634319 h 9576980"/>
              <a:gd name="connsiteX193" fmla="*/ 11282222 w 15731938"/>
              <a:gd name="connsiteY193" fmla="*/ 1650365 h 9576980"/>
              <a:gd name="connsiteX194" fmla="*/ 11127527 w 15731938"/>
              <a:gd name="connsiteY194" fmla="*/ 1638497 h 9576980"/>
              <a:gd name="connsiteX195" fmla="*/ 11036660 w 15731938"/>
              <a:gd name="connsiteY195" fmla="*/ 1640573 h 9576980"/>
              <a:gd name="connsiteX196" fmla="*/ 10612457 w 15731938"/>
              <a:gd name="connsiteY196" fmla="*/ 1634319 h 9576980"/>
              <a:gd name="connsiteX197" fmla="*/ 10435687 w 15731938"/>
              <a:gd name="connsiteY197" fmla="*/ 1631432 h 9576980"/>
              <a:gd name="connsiteX198" fmla="*/ 10350588 w 15731938"/>
              <a:gd name="connsiteY198" fmla="*/ 1632297 h 9576980"/>
              <a:gd name="connsiteX199" fmla="*/ 10214226 w 15731938"/>
              <a:gd name="connsiteY199" fmla="*/ 1636694 h 9576980"/>
              <a:gd name="connsiteX200" fmla="*/ 10026411 w 15731938"/>
              <a:gd name="connsiteY200" fmla="*/ 1641401 h 9576980"/>
              <a:gd name="connsiteX201" fmla="*/ 9824175 w 15731938"/>
              <a:gd name="connsiteY201" fmla="*/ 1635187 h 9576980"/>
              <a:gd name="connsiteX202" fmla="*/ 9813214 w 15731938"/>
              <a:gd name="connsiteY202" fmla="*/ 1635217 h 9576980"/>
              <a:gd name="connsiteX203" fmla="*/ 9486007 w 15731938"/>
              <a:gd name="connsiteY203" fmla="*/ 1634399 h 9576980"/>
              <a:gd name="connsiteX204" fmla="*/ 9448867 w 15731938"/>
              <a:gd name="connsiteY204" fmla="*/ 1636457 h 9576980"/>
              <a:gd name="connsiteX205" fmla="*/ 9341717 w 15731938"/>
              <a:gd name="connsiteY205" fmla="*/ 1642915 h 9576980"/>
              <a:gd name="connsiteX206" fmla="*/ 9262101 w 15731938"/>
              <a:gd name="connsiteY206" fmla="*/ 1637443 h 9576980"/>
              <a:gd name="connsiteX207" fmla="*/ 9208918 w 15731938"/>
              <a:gd name="connsiteY207" fmla="*/ 1640230 h 9576980"/>
              <a:gd name="connsiteX208" fmla="*/ 9111970 w 15731938"/>
              <a:gd name="connsiteY208" fmla="*/ 1634319 h 9576980"/>
              <a:gd name="connsiteX209" fmla="*/ 8936310 w 15731938"/>
              <a:gd name="connsiteY209" fmla="*/ 1627178 h 9576980"/>
              <a:gd name="connsiteX210" fmla="*/ 8874684 w 15731938"/>
              <a:gd name="connsiteY210" fmla="*/ 1634319 h 9576980"/>
              <a:gd name="connsiteX211" fmla="*/ 8315273 w 15731938"/>
              <a:gd name="connsiteY211" fmla="*/ 1630181 h 9576980"/>
              <a:gd name="connsiteX212" fmla="*/ 8292086 w 15731938"/>
              <a:gd name="connsiteY212" fmla="*/ 1630554 h 9576980"/>
              <a:gd name="connsiteX213" fmla="*/ 8176784 w 15731938"/>
              <a:gd name="connsiteY213" fmla="*/ 1634319 h 9576980"/>
              <a:gd name="connsiteX214" fmla="*/ 7944139 w 15731938"/>
              <a:gd name="connsiteY214" fmla="*/ 1641541 h 9576980"/>
              <a:gd name="connsiteX215" fmla="*/ 7894219 w 15731938"/>
              <a:gd name="connsiteY215" fmla="*/ 1639458 h 9576980"/>
              <a:gd name="connsiteX216" fmla="*/ 7842394 w 15731938"/>
              <a:gd name="connsiteY216" fmla="*/ 1641083 h 9576980"/>
              <a:gd name="connsiteX217" fmla="*/ 7690893 w 15731938"/>
              <a:gd name="connsiteY217" fmla="*/ 1641401 h 9576980"/>
              <a:gd name="connsiteX218" fmla="*/ 7498428 w 15731938"/>
              <a:gd name="connsiteY218" fmla="*/ 1637279 h 9576980"/>
              <a:gd name="connsiteX219" fmla="*/ 7136912 w 15731938"/>
              <a:gd name="connsiteY219" fmla="*/ 1634319 h 9576980"/>
              <a:gd name="connsiteX220" fmla="*/ 6705244 w 15731938"/>
              <a:gd name="connsiteY220" fmla="*/ 1623998 h 9576980"/>
              <a:gd name="connsiteX221" fmla="*/ 13382260 w 15731938"/>
              <a:gd name="connsiteY221" fmla="*/ 7 h 9576980"/>
              <a:gd name="connsiteX222" fmla="*/ 13510526 w 15731938"/>
              <a:gd name="connsiteY222" fmla="*/ 3789 h 9576980"/>
              <a:gd name="connsiteX223" fmla="*/ 13556055 w 15731938"/>
              <a:gd name="connsiteY223" fmla="*/ 9277 h 9576980"/>
              <a:gd name="connsiteX224" fmla="*/ 13600806 w 15731938"/>
              <a:gd name="connsiteY224" fmla="*/ 8320 h 9576980"/>
              <a:gd name="connsiteX225" fmla="*/ 13966751 w 15731938"/>
              <a:gd name="connsiteY225" fmla="*/ 4140 h 9576980"/>
              <a:gd name="connsiteX226" fmla="*/ 14022464 w 15731938"/>
              <a:gd name="connsiteY226" fmla="*/ 5605 h 9576980"/>
              <a:gd name="connsiteX227" fmla="*/ 14037368 w 15731938"/>
              <a:gd name="connsiteY227" fmla="*/ 5676 h 9576980"/>
              <a:gd name="connsiteX228" fmla="*/ 14137756 w 15731938"/>
              <a:gd name="connsiteY228" fmla="*/ 10698 h 9576980"/>
              <a:gd name="connsiteX229" fmla="*/ 14327297 w 15731938"/>
              <a:gd name="connsiteY229" fmla="*/ 21320 h 9576980"/>
              <a:gd name="connsiteX230" fmla="*/ 14328163 w 15731938"/>
              <a:gd name="connsiteY230" fmla="*/ 21342 h 9576980"/>
              <a:gd name="connsiteX231" fmla="*/ 14831560 w 15731938"/>
              <a:gd name="connsiteY231" fmla="*/ 10698 h 9576980"/>
              <a:gd name="connsiteX232" fmla="*/ 14831560 w 15731938"/>
              <a:gd name="connsiteY232" fmla="*/ 693204 h 9576980"/>
              <a:gd name="connsiteX233" fmla="*/ 14826664 w 15731938"/>
              <a:gd name="connsiteY233" fmla="*/ 753705 h 9576980"/>
              <a:gd name="connsiteX234" fmla="*/ 14826985 w 15731938"/>
              <a:gd name="connsiteY234" fmla="*/ 781531 h 9576980"/>
              <a:gd name="connsiteX235" fmla="*/ 14831560 w 15731938"/>
              <a:gd name="connsiteY235" fmla="*/ 897956 h 9576980"/>
              <a:gd name="connsiteX236" fmla="*/ 14848376 w 15731938"/>
              <a:gd name="connsiteY236" fmla="*/ 1564589 h 9576980"/>
              <a:gd name="connsiteX237" fmla="*/ 14845858 w 15731938"/>
              <a:gd name="connsiteY237" fmla="*/ 1595578 h 9576980"/>
              <a:gd name="connsiteX238" fmla="*/ 14846386 w 15731938"/>
              <a:gd name="connsiteY238" fmla="*/ 1653643 h 9576980"/>
              <a:gd name="connsiteX239" fmla="*/ 14831560 w 15731938"/>
              <a:gd name="connsiteY239" fmla="*/ 1867114 h 9576980"/>
              <a:gd name="connsiteX240" fmla="*/ 14831560 w 15731938"/>
              <a:gd name="connsiteY240" fmla="*/ 2262967 h 9576980"/>
              <a:gd name="connsiteX241" fmla="*/ 14834673 w 15731938"/>
              <a:gd name="connsiteY241" fmla="*/ 2389143 h 9576980"/>
              <a:gd name="connsiteX242" fmla="*/ 14844551 w 15731938"/>
              <a:gd name="connsiteY242" fmla="*/ 2486328 h 9576980"/>
              <a:gd name="connsiteX243" fmla="*/ 14831560 w 15731938"/>
              <a:gd name="connsiteY243" fmla="*/ 2945473 h 9576980"/>
              <a:gd name="connsiteX244" fmla="*/ 14820707 w 15731938"/>
              <a:gd name="connsiteY244" fmla="*/ 3093912 h 9576980"/>
              <a:gd name="connsiteX245" fmla="*/ 14818998 w 15731938"/>
              <a:gd name="connsiteY245" fmla="*/ 3259105 h 9576980"/>
              <a:gd name="connsiteX246" fmla="*/ 14831560 w 15731938"/>
              <a:gd name="connsiteY246" fmla="*/ 3627980 h 9576980"/>
              <a:gd name="connsiteX247" fmla="*/ 14834257 w 15731938"/>
              <a:gd name="connsiteY247" fmla="*/ 3960728 h 9576980"/>
              <a:gd name="connsiteX248" fmla="*/ 14832455 w 15731938"/>
              <a:gd name="connsiteY248" fmla="*/ 3981215 h 9576980"/>
              <a:gd name="connsiteX249" fmla="*/ 14831560 w 15731938"/>
              <a:gd name="connsiteY249" fmla="*/ 4023833 h 9576980"/>
              <a:gd name="connsiteX250" fmla="*/ 14829681 w 15731938"/>
              <a:gd name="connsiteY250" fmla="*/ 4091573 h 9576980"/>
              <a:gd name="connsiteX251" fmla="*/ 14831560 w 15731938"/>
              <a:gd name="connsiteY251" fmla="*/ 4119383 h 9576980"/>
              <a:gd name="connsiteX252" fmla="*/ 14851982 w 15731938"/>
              <a:gd name="connsiteY252" fmla="*/ 4417833 h 9576980"/>
              <a:gd name="connsiteX253" fmla="*/ 14848634 w 15731938"/>
              <a:gd name="connsiteY253" fmla="*/ 4645744 h 9576980"/>
              <a:gd name="connsiteX254" fmla="*/ 14840801 w 15731938"/>
              <a:gd name="connsiteY254" fmla="*/ 4761205 h 9576980"/>
              <a:gd name="connsiteX255" fmla="*/ 14840806 w 15731938"/>
              <a:gd name="connsiteY255" fmla="*/ 4762341 h 9576980"/>
              <a:gd name="connsiteX256" fmla="*/ 14831560 w 15731938"/>
              <a:gd name="connsiteY256" fmla="*/ 5197742 h 9576980"/>
              <a:gd name="connsiteX257" fmla="*/ 14829183 w 15731938"/>
              <a:gd name="connsiteY257" fmla="*/ 5302989 h 9576980"/>
              <a:gd name="connsiteX258" fmla="*/ 14827955 w 15731938"/>
              <a:gd name="connsiteY258" fmla="*/ 5348998 h 9576980"/>
              <a:gd name="connsiteX259" fmla="*/ 14836014 w 15731938"/>
              <a:gd name="connsiteY259" fmla="*/ 5510019 h 9576980"/>
              <a:gd name="connsiteX260" fmla="*/ 14832927 w 15731938"/>
              <a:gd name="connsiteY260" fmla="*/ 5624713 h 9576980"/>
              <a:gd name="connsiteX261" fmla="*/ 14836607 w 15731938"/>
              <a:gd name="connsiteY261" fmla="*/ 5708493 h 9576980"/>
              <a:gd name="connsiteX262" fmla="*/ 14835722 w 15731938"/>
              <a:gd name="connsiteY262" fmla="*/ 5889652 h 9576980"/>
              <a:gd name="connsiteX263" fmla="*/ 14832779 w 15731938"/>
              <a:gd name="connsiteY263" fmla="*/ 6091902 h 9576980"/>
              <a:gd name="connsiteX264" fmla="*/ 14835167 w 15731938"/>
              <a:gd name="connsiteY264" fmla="*/ 6132175 h 9576980"/>
              <a:gd name="connsiteX265" fmla="*/ 14831560 w 15731938"/>
              <a:gd name="connsiteY265" fmla="*/ 6944957 h 9576980"/>
              <a:gd name="connsiteX266" fmla="*/ 14831503 w 15731938"/>
              <a:gd name="connsiteY266" fmla="*/ 6945936 h 9576980"/>
              <a:gd name="connsiteX267" fmla="*/ 14831560 w 15731938"/>
              <a:gd name="connsiteY267" fmla="*/ 6958607 h 9576980"/>
              <a:gd name="connsiteX268" fmla="*/ 14830878 w 15731938"/>
              <a:gd name="connsiteY268" fmla="*/ 7175150 h 9576980"/>
              <a:gd name="connsiteX269" fmla="*/ 14828741 w 15731938"/>
              <a:gd name="connsiteY269" fmla="*/ 7305274 h 9576980"/>
              <a:gd name="connsiteX270" fmla="*/ 14833986 w 15731938"/>
              <a:gd name="connsiteY270" fmla="*/ 7416339 h 9576980"/>
              <a:gd name="connsiteX271" fmla="*/ 14831560 w 15731938"/>
              <a:gd name="connsiteY271" fmla="*/ 7531912 h 9576980"/>
              <a:gd name="connsiteX272" fmla="*/ 14827920 w 15731938"/>
              <a:gd name="connsiteY272" fmla="*/ 7599995 h 9576980"/>
              <a:gd name="connsiteX273" fmla="*/ 14831560 w 15731938"/>
              <a:gd name="connsiteY273" fmla="*/ 7736663 h 9576980"/>
              <a:gd name="connsiteX274" fmla="*/ 14831560 w 15731938"/>
              <a:gd name="connsiteY274" fmla="*/ 8228068 h 9576980"/>
              <a:gd name="connsiteX275" fmla="*/ 14830485 w 15731938"/>
              <a:gd name="connsiteY275" fmla="*/ 8262043 h 9576980"/>
              <a:gd name="connsiteX276" fmla="*/ 14828559 w 15731938"/>
              <a:gd name="connsiteY276" fmla="*/ 8300624 h 9576980"/>
              <a:gd name="connsiteX277" fmla="*/ 14843407 w 15731938"/>
              <a:gd name="connsiteY277" fmla="*/ 8300782 h 9576980"/>
              <a:gd name="connsiteX278" fmla="*/ 14962203 w 15731938"/>
              <a:gd name="connsiteY278" fmla="*/ 8297212 h 9576980"/>
              <a:gd name="connsiteX279" fmla="*/ 15712187 w 15731938"/>
              <a:gd name="connsiteY279" fmla="*/ 8303388 h 9576980"/>
              <a:gd name="connsiteX280" fmla="*/ 15712187 w 15731938"/>
              <a:gd name="connsiteY280" fmla="*/ 8900976 h 9576980"/>
              <a:gd name="connsiteX281" fmla="*/ 15340799 w 15731938"/>
              <a:gd name="connsiteY281" fmla="*/ 8907349 h 9576980"/>
              <a:gd name="connsiteX282" fmla="*/ 15234095 w 15731938"/>
              <a:gd name="connsiteY282" fmla="*/ 8901683 h 9576980"/>
              <a:gd name="connsiteX283" fmla="*/ 15187244 w 15731938"/>
              <a:gd name="connsiteY283" fmla="*/ 8902086 h 9576980"/>
              <a:gd name="connsiteX284" fmla="*/ 14881076 w 15731938"/>
              <a:gd name="connsiteY284" fmla="*/ 8908853 h 9576980"/>
              <a:gd name="connsiteX285" fmla="*/ 14836628 w 15731938"/>
              <a:gd name="connsiteY285" fmla="*/ 8908688 h 9576980"/>
              <a:gd name="connsiteX286" fmla="*/ 14835124 w 15731938"/>
              <a:gd name="connsiteY286" fmla="*/ 9034772 h 9576980"/>
              <a:gd name="connsiteX287" fmla="*/ 14831560 w 15731938"/>
              <a:gd name="connsiteY287" fmla="*/ 9565779 h 9576980"/>
              <a:gd name="connsiteX288" fmla="*/ 14482372 w 15731938"/>
              <a:gd name="connsiteY288" fmla="*/ 9571528 h 9576980"/>
              <a:gd name="connsiteX289" fmla="*/ 14371058 w 15731938"/>
              <a:gd name="connsiteY289" fmla="*/ 9567545 h 9576980"/>
              <a:gd name="connsiteX290" fmla="*/ 14308482 w 15731938"/>
              <a:gd name="connsiteY290" fmla="*/ 9571041 h 9576980"/>
              <a:gd name="connsiteX291" fmla="*/ 14173226 w 15731938"/>
              <a:gd name="connsiteY291" fmla="*/ 9566164 h 9576980"/>
              <a:gd name="connsiteX292" fmla="*/ 14032726 w 15731938"/>
              <a:gd name="connsiteY292" fmla="*/ 9570008 h 9576980"/>
              <a:gd name="connsiteX293" fmla="*/ 13617403 w 15731938"/>
              <a:gd name="connsiteY293" fmla="*/ 9565779 h 9576980"/>
              <a:gd name="connsiteX294" fmla="*/ 13553996 w 15731938"/>
              <a:gd name="connsiteY294" fmla="*/ 9563480 h 9576980"/>
              <a:gd name="connsiteX295" fmla="*/ 13518288 w 15731938"/>
              <a:gd name="connsiteY295" fmla="*/ 9565779 h 9576980"/>
              <a:gd name="connsiteX296" fmla="*/ 13210744 w 15731938"/>
              <a:gd name="connsiteY296" fmla="*/ 9576506 h 9576980"/>
              <a:gd name="connsiteX297" fmla="*/ 13180887 w 15731938"/>
              <a:gd name="connsiteY297" fmla="*/ 9575628 h 9576980"/>
              <a:gd name="connsiteX298" fmla="*/ 13130533 w 15731938"/>
              <a:gd name="connsiteY298" fmla="*/ 9576980 h 9576980"/>
              <a:gd name="connsiteX299" fmla="*/ 13023964 w 15731938"/>
              <a:gd name="connsiteY299" fmla="*/ 9569395 h 9576980"/>
              <a:gd name="connsiteX300" fmla="*/ 13014634 w 15731938"/>
              <a:gd name="connsiteY300" fmla="*/ 9569000 h 9576980"/>
              <a:gd name="connsiteX301" fmla="*/ 12923599 w 15731938"/>
              <a:gd name="connsiteY301" fmla="*/ 9565779 h 9576980"/>
              <a:gd name="connsiteX302" fmla="*/ 12353689 w 15731938"/>
              <a:gd name="connsiteY302" fmla="*/ 9565779 h 9576980"/>
              <a:gd name="connsiteX303" fmla="*/ 12356704 w 15731938"/>
              <a:gd name="connsiteY303" fmla="*/ 9438797 h 9576980"/>
              <a:gd name="connsiteX304" fmla="*/ 12360726 w 15731938"/>
              <a:gd name="connsiteY304" fmla="*/ 9353397 h 9576980"/>
              <a:gd name="connsiteX305" fmla="*/ 12353689 w 15731938"/>
              <a:gd name="connsiteY305" fmla="*/ 9169926 h 9576980"/>
              <a:gd name="connsiteX306" fmla="*/ 12349544 w 15731938"/>
              <a:gd name="connsiteY306" fmla="*/ 9059206 h 9576980"/>
              <a:gd name="connsiteX307" fmla="*/ 12349204 w 15731938"/>
              <a:gd name="connsiteY307" fmla="*/ 9050808 h 9576980"/>
              <a:gd name="connsiteX308" fmla="*/ 12273408 w 15731938"/>
              <a:gd name="connsiteY308" fmla="*/ 9051798 h 9576980"/>
              <a:gd name="connsiteX309" fmla="*/ 10656095 w 15731938"/>
              <a:gd name="connsiteY309" fmla="*/ 9067234 h 9576980"/>
              <a:gd name="connsiteX310" fmla="*/ 10621107 w 15731938"/>
              <a:gd name="connsiteY310" fmla="*/ 9066232 h 9576980"/>
              <a:gd name="connsiteX311" fmla="*/ 10081018 w 15731938"/>
              <a:gd name="connsiteY311" fmla="*/ 9061893 h 9576980"/>
              <a:gd name="connsiteX312" fmla="*/ 9645022 w 15731938"/>
              <a:gd name="connsiteY312" fmla="*/ 9065903 h 9576980"/>
              <a:gd name="connsiteX313" fmla="*/ 9607815 w 15731938"/>
              <a:gd name="connsiteY313" fmla="*/ 9066390 h 9576980"/>
              <a:gd name="connsiteX314" fmla="*/ 9609450 w 15731938"/>
              <a:gd name="connsiteY314" fmla="*/ 9163486 h 9576980"/>
              <a:gd name="connsiteX315" fmla="*/ 9160503 w 15731938"/>
              <a:gd name="connsiteY315" fmla="*/ 9166588 h 9576980"/>
              <a:gd name="connsiteX316" fmla="*/ 9047695 w 15731938"/>
              <a:gd name="connsiteY316" fmla="*/ 9163785 h 9576980"/>
              <a:gd name="connsiteX317" fmla="*/ 9034016 w 15731938"/>
              <a:gd name="connsiteY317" fmla="*/ 9163990 h 9576980"/>
              <a:gd name="connsiteX318" fmla="*/ 8942283 w 15731938"/>
              <a:gd name="connsiteY318" fmla="*/ 9163486 h 9576980"/>
              <a:gd name="connsiteX319" fmla="*/ 8181712 w 15731938"/>
              <a:gd name="connsiteY319" fmla="*/ 9163486 h 9576980"/>
              <a:gd name="connsiteX320" fmla="*/ 7717621 w 15731938"/>
              <a:gd name="connsiteY320" fmla="*/ 9162706 h 9576980"/>
              <a:gd name="connsiteX321" fmla="*/ 7713340 w 15731938"/>
              <a:gd name="connsiteY321" fmla="*/ 9162643 h 9576980"/>
              <a:gd name="connsiteX322" fmla="*/ 7701351 w 15731938"/>
              <a:gd name="connsiteY322" fmla="*/ 9163486 h 9576980"/>
              <a:gd name="connsiteX323" fmla="*/ 7324055 w 15731938"/>
              <a:gd name="connsiteY323" fmla="*/ 9170485 h 9576980"/>
              <a:gd name="connsiteX324" fmla="*/ 7266053 w 15731938"/>
              <a:gd name="connsiteY324" fmla="*/ 9166546 h 9576980"/>
              <a:gd name="connsiteX325" fmla="*/ 7135630 w 15731938"/>
              <a:gd name="connsiteY325" fmla="*/ 9173016 h 9576980"/>
              <a:gd name="connsiteX326" fmla="*/ 6567168 w 15731938"/>
              <a:gd name="connsiteY326" fmla="*/ 9163486 h 9576980"/>
              <a:gd name="connsiteX327" fmla="*/ 6559215 w 15731938"/>
              <a:gd name="connsiteY327" fmla="*/ 9162782 h 9576980"/>
              <a:gd name="connsiteX328" fmla="*/ 6488849 w 15731938"/>
              <a:gd name="connsiteY328" fmla="*/ 9162449 h 9576980"/>
              <a:gd name="connsiteX329" fmla="*/ 6166867 w 15731938"/>
              <a:gd name="connsiteY329" fmla="*/ 9163486 h 9576980"/>
              <a:gd name="connsiteX330" fmla="*/ 6128841 w 15731938"/>
              <a:gd name="connsiteY330" fmla="*/ 9163124 h 9576980"/>
              <a:gd name="connsiteX331" fmla="*/ 5972248 w 15731938"/>
              <a:gd name="connsiteY331" fmla="*/ 9169571 h 9576980"/>
              <a:gd name="connsiteX332" fmla="*/ 5806596 w 15731938"/>
              <a:gd name="connsiteY332" fmla="*/ 9163486 h 9576980"/>
              <a:gd name="connsiteX333" fmla="*/ 5713369 w 15731938"/>
              <a:gd name="connsiteY333" fmla="*/ 9155997 h 9576980"/>
              <a:gd name="connsiteX334" fmla="*/ 5629297 w 15731938"/>
              <a:gd name="connsiteY334" fmla="*/ 9155362 h 9576980"/>
              <a:gd name="connsiteX335" fmla="*/ 5592868 w 15731938"/>
              <a:gd name="connsiteY335" fmla="*/ 9156303 h 9576980"/>
              <a:gd name="connsiteX336" fmla="*/ 5419640 w 15731938"/>
              <a:gd name="connsiteY336" fmla="*/ 9163486 h 9576980"/>
              <a:gd name="connsiteX337" fmla="*/ 5364570 w 15731938"/>
              <a:gd name="connsiteY337" fmla="*/ 9161372 h 9576980"/>
              <a:gd name="connsiteX338" fmla="*/ 5312893 w 15731938"/>
              <a:gd name="connsiteY338" fmla="*/ 9163486 h 9576980"/>
              <a:gd name="connsiteX339" fmla="*/ 4921016 w 15731938"/>
              <a:gd name="connsiteY339" fmla="*/ 9163006 h 9576980"/>
              <a:gd name="connsiteX340" fmla="*/ 4873675 w 15731938"/>
              <a:gd name="connsiteY340" fmla="*/ 9161102 h 9576980"/>
              <a:gd name="connsiteX341" fmla="*/ 4845876 w 15731938"/>
              <a:gd name="connsiteY341" fmla="*/ 9163486 h 9576980"/>
              <a:gd name="connsiteX342" fmla="*/ 4745906 w 15731938"/>
              <a:gd name="connsiteY342" fmla="*/ 9168284 h 9576980"/>
              <a:gd name="connsiteX343" fmla="*/ 4630452 w 15731938"/>
              <a:gd name="connsiteY343" fmla="*/ 9164941 h 9576980"/>
              <a:gd name="connsiteX344" fmla="*/ 4530880 w 15731938"/>
              <a:gd name="connsiteY344" fmla="*/ 9174428 h 9576980"/>
              <a:gd name="connsiteX345" fmla="*/ 4239517 w 15731938"/>
              <a:gd name="connsiteY345" fmla="*/ 9170258 h 9576980"/>
              <a:gd name="connsiteX346" fmla="*/ 4229797 w 15731938"/>
              <a:gd name="connsiteY346" fmla="*/ 9169865 h 9576980"/>
              <a:gd name="connsiteX347" fmla="*/ 4135334 w 15731938"/>
              <a:gd name="connsiteY347" fmla="*/ 9171321 h 9576980"/>
              <a:gd name="connsiteX348" fmla="*/ 3885154 w 15731938"/>
              <a:gd name="connsiteY348" fmla="*/ 9163486 h 9576980"/>
              <a:gd name="connsiteX349" fmla="*/ 3508731 w 15731938"/>
              <a:gd name="connsiteY349" fmla="*/ 9156337 h 9576980"/>
              <a:gd name="connsiteX350" fmla="*/ 3327459 w 15731938"/>
              <a:gd name="connsiteY350" fmla="*/ 9157905 h 9576980"/>
              <a:gd name="connsiteX351" fmla="*/ 3217987 w 15731938"/>
              <a:gd name="connsiteY351" fmla="*/ 9163486 h 9576980"/>
              <a:gd name="connsiteX352" fmla="*/ 2737626 w 15731938"/>
              <a:gd name="connsiteY352" fmla="*/ 9163486 h 9576980"/>
              <a:gd name="connsiteX353" fmla="*/ 2714555 w 15731938"/>
              <a:gd name="connsiteY353" fmla="*/ 9161753 h 9576980"/>
              <a:gd name="connsiteX354" fmla="*/ 2644223 w 15731938"/>
              <a:gd name="connsiteY354" fmla="*/ 9163486 h 9576980"/>
              <a:gd name="connsiteX355" fmla="*/ 2070459 w 15731938"/>
              <a:gd name="connsiteY355" fmla="*/ 9163486 h 9576980"/>
              <a:gd name="connsiteX356" fmla="*/ 1996299 w 15731938"/>
              <a:gd name="connsiteY356" fmla="*/ 9156246 h 9576980"/>
              <a:gd name="connsiteX357" fmla="*/ 1870309 w 15731938"/>
              <a:gd name="connsiteY357" fmla="*/ 9163486 h 9576980"/>
              <a:gd name="connsiteX358" fmla="*/ 1570676 w 15731938"/>
              <a:gd name="connsiteY358" fmla="*/ 9165755 h 9576980"/>
              <a:gd name="connsiteX359" fmla="*/ 1570042 w 15731938"/>
              <a:gd name="connsiteY359" fmla="*/ 9165735 h 9576980"/>
              <a:gd name="connsiteX360" fmla="*/ 1498631 w 15731938"/>
              <a:gd name="connsiteY360" fmla="*/ 9173741 h 9576980"/>
              <a:gd name="connsiteX361" fmla="*/ 1109738 w 15731938"/>
              <a:gd name="connsiteY361" fmla="*/ 9163486 h 9576980"/>
              <a:gd name="connsiteX362" fmla="*/ 1039739 w 15731938"/>
              <a:gd name="connsiteY362" fmla="*/ 9159401 h 9576980"/>
              <a:gd name="connsiteX363" fmla="*/ 1009483 w 15731938"/>
              <a:gd name="connsiteY363" fmla="*/ 9158215 h 9576980"/>
              <a:gd name="connsiteX364" fmla="*/ 874967 w 15731938"/>
              <a:gd name="connsiteY364" fmla="*/ 9153092 h 9576980"/>
              <a:gd name="connsiteX365" fmla="*/ 629067 w 15731938"/>
              <a:gd name="connsiteY365" fmla="*/ 9149341 h 9576980"/>
              <a:gd name="connsiteX366" fmla="*/ 540487 w 15731938"/>
              <a:gd name="connsiteY366" fmla="*/ 9151078 h 9576980"/>
              <a:gd name="connsiteX367" fmla="*/ 269107 w 15731938"/>
              <a:gd name="connsiteY367" fmla="*/ 9163486 h 9576980"/>
              <a:gd name="connsiteX368" fmla="*/ 269107 w 15731938"/>
              <a:gd name="connsiteY368" fmla="*/ 8822094 h 9576980"/>
              <a:gd name="connsiteX369" fmla="*/ 269766 w 15731938"/>
              <a:gd name="connsiteY369" fmla="*/ 8809710 h 9576980"/>
              <a:gd name="connsiteX370" fmla="*/ 269107 w 15731938"/>
              <a:gd name="connsiteY370" fmla="*/ 8800303 h 9576980"/>
              <a:gd name="connsiteX371" fmla="*/ 268467 w 15731938"/>
              <a:gd name="connsiteY371" fmla="*/ 8631719 h 9576980"/>
              <a:gd name="connsiteX372" fmla="*/ 271013 w 15731938"/>
              <a:gd name="connsiteY372" fmla="*/ 8579561 h 9576980"/>
              <a:gd name="connsiteX373" fmla="*/ 268612 w 15731938"/>
              <a:gd name="connsiteY373" fmla="*/ 8522365 h 9576980"/>
              <a:gd name="connsiteX374" fmla="*/ 269107 w 15731938"/>
              <a:gd name="connsiteY374" fmla="*/ 8437120 h 9576980"/>
              <a:gd name="connsiteX375" fmla="*/ 147051 w 15731938"/>
              <a:gd name="connsiteY375" fmla="*/ 8437197 h 9576980"/>
              <a:gd name="connsiteX376" fmla="*/ 82831 w 15731938"/>
              <a:gd name="connsiteY376" fmla="*/ 8434090 h 9576980"/>
              <a:gd name="connsiteX377" fmla="*/ 16271 w 15731938"/>
              <a:gd name="connsiteY377" fmla="*/ 8437120 h 9576980"/>
              <a:gd name="connsiteX378" fmla="*/ 17743 w 15731938"/>
              <a:gd name="connsiteY378" fmla="*/ 8228613 h 9576980"/>
              <a:gd name="connsiteX379" fmla="*/ 18792 w 15731938"/>
              <a:gd name="connsiteY379" fmla="*/ 8199661 h 9576980"/>
              <a:gd name="connsiteX380" fmla="*/ 19518 w 15731938"/>
              <a:gd name="connsiteY380" fmla="*/ 8131244 h 9576980"/>
              <a:gd name="connsiteX381" fmla="*/ 16271 w 15731938"/>
              <a:gd name="connsiteY381" fmla="*/ 7829635 h 9576980"/>
              <a:gd name="connsiteX382" fmla="*/ 16182 w 15731938"/>
              <a:gd name="connsiteY382" fmla="*/ 7745166 h 9576980"/>
              <a:gd name="connsiteX383" fmla="*/ 17350 w 15731938"/>
              <a:gd name="connsiteY383" fmla="*/ 7687909 h 9576980"/>
              <a:gd name="connsiteX384" fmla="*/ 16271 w 15731938"/>
              <a:gd name="connsiteY384" fmla="*/ 7679470 h 9576980"/>
              <a:gd name="connsiteX385" fmla="*/ 16271 w 15731938"/>
              <a:gd name="connsiteY385" fmla="*/ 7071986 h 9576980"/>
              <a:gd name="connsiteX386" fmla="*/ 13047 w 15731938"/>
              <a:gd name="connsiteY386" fmla="*/ 7014171 h 9576980"/>
              <a:gd name="connsiteX387" fmla="*/ 13018 w 15731938"/>
              <a:gd name="connsiteY387" fmla="*/ 6956939 h 9576980"/>
              <a:gd name="connsiteX388" fmla="*/ 9789 w 15731938"/>
              <a:gd name="connsiteY388" fmla="*/ 6917260 h 9576980"/>
              <a:gd name="connsiteX389" fmla="*/ 14482 w 15731938"/>
              <a:gd name="connsiteY389" fmla="*/ 6741174 h 9576980"/>
              <a:gd name="connsiteX390" fmla="*/ 20215 w 15731938"/>
              <a:gd name="connsiteY390" fmla="*/ 6662589 h 9576980"/>
              <a:gd name="connsiteX391" fmla="*/ 21276 w 15731938"/>
              <a:gd name="connsiteY391" fmla="*/ 6612845 h 9576980"/>
              <a:gd name="connsiteX392" fmla="*/ 21188 w 15731938"/>
              <a:gd name="connsiteY392" fmla="*/ 6595541 h 9576980"/>
              <a:gd name="connsiteX393" fmla="*/ 16271 w 15731938"/>
              <a:gd name="connsiteY393" fmla="*/ 6539583 h 9576980"/>
              <a:gd name="connsiteX394" fmla="*/ 7828 w 15731938"/>
              <a:gd name="connsiteY394" fmla="*/ 6409323 h 9576980"/>
              <a:gd name="connsiteX395" fmla="*/ 9321 w 15731938"/>
              <a:gd name="connsiteY395" fmla="*/ 6268852 h 9576980"/>
              <a:gd name="connsiteX396" fmla="*/ 6160 w 15731938"/>
              <a:gd name="connsiteY396" fmla="*/ 6214021 h 9576980"/>
              <a:gd name="connsiteX397" fmla="*/ 6613 w 15731938"/>
              <a:gd name="connsiteY397" fmla="*/ 5840001 h 9576980"/>
              <a:gd name="connsiteX398" fmla="*/ 12320 w 15731938"/>
              <a:gd name="connsiteY398" fmla="*/ 5716967 h 9576980"/>
              <a:gd name="connsiteX399" fmla="*/ 12422 w 15731938"/>
              <a:gd name="connsiteY399" fmla="*/ 5614939 h 9576980"/>
              <a:gd name="connsiteX400" fmla="*/ 16271 w 15731938"/>
              <a:gd name="connsiteY400" fmla="*/ 5474778 h 9576980"/>
              <a:gd name="connsiteX401" fmla="*/ 21397 w 15731938"/>
              <a:gd name="connsiteY401" fmla="*/ 5307861 h 9576980"/>
              <a:gd name="connsiteX402" fmla="*/ 22093 w 15731938"/>
              <a:gd name="connsiteY402" fmla="*/ 5262237 h 9576980"/>
              <a:gd name="connsiteX403" fmla="*/ 20693 w 15731938"/>
              <a:gd name="connsiteY403" fmla="*/ 5241486 h 9576980"/>
              <a:gd name="connsiteX404" fmla="*/ 16271 w 15731938"/>
              <a:gd name="connsiteY404" fmla="*/ 5174449 h 9576980"/>
              <a:gd name="connsiteX405" fmla="*/ 10576 w 15731938"/>
              <a:gd name="connsiteY405" fmla="*/ 4646533 h 9576980"/>
              <a:gd name="connsiteX406" fmla="*/ 12091 w 15731938"/>
              <a:gd name="connsiteY406" fmla="*/ 4546402 h 9576980"/>
              <a:gd name="connsiteX407" fmla="*/ 7248 w 15731938"/>
              <a:gd name="connsiteY407" fmla="*/ 4435602 h 9576980"/>
              <a:gd name="connsiteX408" fmla="*/ 727 w 15731938"/>
              <a:gd name="connsiteY408" fmla="*/ 4243938 h 9576980"/>
              <a:gd name="connsiteX409" fmla="*/ 1978 w 15731938"/>
              <a:gd name="connsiteY409" fmla="*/ 4061916 h 9576980"/>
              <a:gd name="connsiteX410" fmla="*/ 8175 w 15731938"/>
              <a:gd name="connsiteY410" fmla="*/ 3984944 h 9576980"/>
              <a:gd name="connsiteX411" fmla="*/ 8160 w 15731938"/>
              <a:gd name="connsiteY411" fmla="*/ 3984255 h 9576980"/>
              <a:gd name="connsiteX412" fmla="*/ 16271 w 15731938"/>
              <a:gd name="connsiteY412" fmla="*/ 3884397 h 9576980"/>
              <a:gd name="connsiteX413" fmla="*/ 16271 w 15731938"/>
              <a:gd name="connsiteY413" fmla="*/ 3126747 h 9576980"/>
              <a:gd name="connsiteX414" fmla="*/ 19343 w 15731938"/>
              <a:gd name="connsiteY414" fmla="*/ 3084189 h 9576980"/>
              <a:gd name="connsiteX415" fmla="*/ 16271 w 15731938"/>
              <a:gd name="connsiteY415" fmla="*/ 3051665 h 9576980"/>
              <a:gd name="connsiteX416" fmla="*/ 17720 w 15731938"/>
              <a:gd name="connsiteY416" fmla="*/ 2459795 h 9576980"/>
              <a:gd name="connsiteX417" fmla="*/ 17736 w 15731938"/>
              <a:gd name="connsiteY417" fmla="*/ 2458621 h 9576980"/>
              <a:gd name="connsiteX418" fmla="*/ 16271 w 15731938"/>
              <a:gd name="connsiteY418" fmla="*/ 2444180 h 9576980"/>
              <a:gd name="connsiteX419" fmla="*/ 12968 w 15731938"/>
              <a:gd name="connsiteY419" fmla="*/ 2201972 h 9576980"/>
              <a:gd name="connsiteX420" fmla="*/ 14718 w 15731938"/>
              <a:gd name="connsiteY420" fmla="*/ 2176493 h 9576980"/>
              <a:gd name="connsiteX421" fmla="*/ 13936 w 15731938"/>
              <a:gd name="connsiteY421" fmla="*/ 2155124 h 9576980"/>
              <a:gd name="connsiteX422" fmla="*/ 13970 w 15731938"/>
              <a:gd name="connsiteY422" fmla="*/ 1944686 h 9576980"/>
              <a:gd name="connsiteX423" fmla="*/ 16252 w 15731938"/>
              <a:gd name="connsiteY423" fmla="*/ 1906455 h 9576980"/>
              <a:gd name="connsiteX424" fmla="*/ 15706 w 15731938"/>
              <a:gd name="connsiteY424" fmla="*/ 1755336 h 9576980"/>
              <a:gd name="connsiteX425" fmla="*/ 11497 w 15731938"/>
              <a:gd name="connsiteY425" fmla="*/ 1708591 h 9576980"/>
              <a:gd name="connsiteX426" fmla="*/ 16271 w 15731938"/>
              <a:gd name="connsiteY426" fmla="*/ 928881 h 9576980"/>
              <a:gd name="connsiteX427" fmla="*/ 128200 w 15731938"/>
              <a:gd name="connsiteY427" fmla="*/ 931098 h 9576980"/>
              <a:gd name="connsiteX428" fmla="*/ 197507 w 15731938"/>
              <a:gd name="connsiteY428" fmla="*/ 928696 h 9576980"/>
              <a:gd name="connsiteX429" fmla="*/ 400488 w 15731938"/>
              <a:gd name="connsiteY429" fmla="*/ 928881 h 9576980"/>
              <a:gd name="connsiteX430" fmla="*/ 419211 w 15731938"/>
              <a:gd name="connsiteY430" fmla="*/ 929231 h 9576980"/>
              <a:gd name="connsiteX431" fmla="*/ 425013 w 15731938"/>
              <a:gd name="connsiteY431" fmla="*/ 928881 h 9576980"/>
              <a:gd name="connsiteX432" fmla="*/ 511886 w 15731938"/>
              <a:gd name="connsiteY432" fmla="*/ 925982 h 9576980"/>
              <a:gd name="connsiteX433" fmla="*/ 563642 w 15731938"/>
              <a:gd name="connsiteY433" fmla="*/ 928903 h 9576980"/>
              <a:gd name="connsiteX434" fmla="*/ 623094 w 15731938"/>
              <a:gd name="connsiteY434" fmla="*/ 926314 h 9576980"/>
              <a:gd name="connsiteX435" fmla="*/ 833754 w 15731938"/>
              <a:gd name="connsiteY435" fmla="*/ 928881 h 9576980"/>
              <a:gd name="connsiteX436" fmla="*/ 827349 w 15731938"/>
              <a:gd name="connsiteY436" fmla="*/ 1029723 h 9576980"/>
              <a:gd name="connsiteX437" fmla="*/ 859108 w 15731938"/>
              <a:gd name="connsiteY437" fmla="*/ 1029651 h 9576980"/>
              <a:gd name="connsiteX438" fmla="*/ 936744 w 15731938"/>
              <a:gd name="connsiteY438" fmla="*/ 1032319 h 9576980"/>
              <a:gd name="connsiteX439" fmla="*/ 970400 w 15731938"/>
              <a:gd name="connsiteY439" fmla="*/ 1031101 h 9576980"/>
              <a:gd name="connsiteX440" fmla="*/ 1065177 w 15731938"/>
              <a:gd name="connsiteY440" fmla="*/ 1036731 h 9576980"/>
              <a:gd name="connsiteX441" fmla="*/ 1216958 w 15731938"/>
              <a:gd name="connsiteY441" fmla="*/ 1038298 h 9576980"/>
              <a:gd name="connsiteX442" fmla="*/ 1372435 w 15731938"/>
              <a:gd name="connsiteY442" fmla="*/ 1037976 h 9576980"/>
              <a:gd name="connsiteX443" fmla="*/ 1407149 w 15731938"/>
              <a:gd name="connsiteY443" fmla="*/ 1036731 h 9576980"/>
              <a:gd name="connsiteX444" fmla="*/ 1449088 w 15731938"/>
              <a:gd name="connsiteY444" fmla="*/ 1037815 h 9576980"/>
              <a:gd name="connsiteX445" fmla="*/ 1881721 w 15731938"/>
              <a:gd name="connsiteY445" fmla="*/ 1036731 h 9576980"/>
              <a:gd name="connsiteX446" fmla="*/ 2223692 w 15731938"/>
              <a:gd name="connsiteY446" fmla="*/ 1036731 h 9576980"/>
              <a:gd name="connsiteX447" fmla="*/ 2388794 w 15731938"/>
              <a:gd name="connsiteY447" fmla="*/ 1033241 h 9576980"/>
              <a:gd name="connsiteX448" fmla="*/ 2487176 w 15731938"/>
              <a:gd name="connsiteY448" fmla="*/ 1025850 h 9576980"/>
              <a:gd name="connsiteX449" fmla="*/ 2609183 w 15731938"/>
              <a:gd name="connsiteY449" fmla="*/ 1030222 h 9576980"/>
              <a:gd name="connsiteX450" fmla="*/ 2632983 w 15731938"/>
              <a:gd name="connsiteY450" fmla="*/ 1031583 h 9576980"/>
              <a:gd name="connsiteX451" fmla="*/ 2921594 w 15731938"/>
              <a:gd name="connsiteY451" fmla="*/ 1036731 h 9576980"/>
              <a:gd name="connsiteX452" fmla="*/ 3500851 w 15731938"/>
              <a:gd name="connsiteY452" fmla="*/ 1036731 h 9576980"/>
              <a:gd name="connsiteX453" fmla="*/ 3680939 w 15731938"/>
              <a:gd name="connsiteY453" fmla="*/ 1030475 h 9576980"/>
              <a:gd name="connsiteX454" fmla="*/ 3751801 w 15731938"/>
              <a:gd name="connsiteY454" fmla="*/ 1023260 h 9576980"/>
              <a:gd name="connsiteX455" fmla="*/ 3839494 w 15731938"/>
              <a:gd name="connsiteY455" fmla="*/ 1022058 h 9576980"/>
              <a:gd name="connsiteX456" fmla="*/ 3883628 w 15731938"/>
              <a:gd name="connsiteY456" fmla="*/ 1027367 h 9576980"/>
              <a:gd name="connsiteX457" fmla="*/ 3981674 w 15731938"/>
              <a:gd name="connsiteY457" fmla="*/ 1027816 h 9576980"/>
              <a:gd name="connsiteX458" fmla="*/ 4198752 w 15731938"/>
              <a:gd name="connsiteY458" fmla="*/ 1036731 h 9576980"/>
              <a:gd name="connsiteX459" fmla="*/ 4243029 w 15731938"/>
              <a:gd name="connsiteY459" fmla="*/ 1038284 h 9576980"/>
              <a:gd name="connsiteX460" fmla="*/ 4303437 w 15731938"/>
              <a:gd name="connsiteY460" fmla="*/ 1036731 h 9576980"/>
              <a:gd name="connsiteX461" fmla="*/ 4432463 w 15731938"/>
              <a:gd name="connsiteY461" fmla="*/ 1039769 h 9576980"/>
              <a:gd name="connsiteX462" fmla="*/ 4442321 w 15731938"/>
              <a:gd name="connsiteY462" fmla="*/ 1040035 h 9576980"/>
              <a:gd name="connsiteX463" fmla="*/ 4473486 w 15731938"/>
              <a:gd name="connsiteY463" fmla="*/ 1038851 h 9576980"/>
              <a:gd name="connsiteX464" fmla="*/ 4659366 w 15731938"/>
              <a:gd name="connsiteY464" fmla="*/ 1036731 h 9576980"/>
              <a:gd name="connsiteX465" fmla="*/ 5226622 w 15731938"/>
              <a:gd name="connsiteY465" fmla="*/ 1027358 h 9576980"/>
              <a:gd name="connsiteX466" fmla="*/ 5237479 w 15731938"/>
              <a:gd name="connsiteY466" fmla="*/ 1027766 h 9576980"/>
              <a:gd name="connsiteX467" fmla="*/ 5270531 w 15731938"/>
              <a:gd name="connsiteY467" fmla="*/ 1025244 h 9576980"/>
              <a:gd name="connsiteX468" fmla="*/ 5359242 w 15731938"/>
              <a:gd name="connsiteY468" fmla="*/ 1024609 h 9576980"/>
              <a:gd name="connsiteX469" fmla="*/ 5455425 w 15731938"/>
              <a:gd name="connsiteY469" fmla="*/ 1035961 h 9576980"/>
              <a:gd name="connsiteX470" fmla="*/ 5475909 w 15731938"/>
              <a:gd name="connsiteY470" fmla="*/ 1036731 h 9576980"/>
              <a:gd name="connsiteX471" fmla="*/ 5479469 w 15731938"/>
              <a:gd name="connsiteY471" fmla="*/ 1036973 h 9576980"/>
              <a:gd name="connsiteX472" fmla="*/ 5559033 w 15731938"/>
              <a:gd name="connsiteY472" fmla="*/ 1038070 h 9576980"/>
              <a:gd name="connsiteX473" fmla="*/ 6159852 w 15731938"/>
              <a:gd name="connsiteY473" fmla="*/ 1036731 h 9576980"/>
              <a:gd name="connsiteX474" fmla="*/ 6271244 w 15731938"/>
              <a:gd name="connsiteY474" fmla="*/ 1038910 h 9576980"/>
              <a:gd name="connsiteX475" fmla="*/ 6292452 w 15731938"/>
              <a:gd name="connsiteY475" fmla="*/ 1036731 h 9576980"/>
              <a:gd name="connsiteX476" fmla="*/ 6575290 w 15731938"/>
              <a:gd name="connsiteY476" fmla="*/ 1033648 h 9576980"/>
              <a:gd name="connsiteX477" fmla="*/ 6613930 w 15731938"/>
              <a:gd name="connsiteY477" fmla="*/ 1035663 h 9576980"/>
              <a:gd name="connsiteX478" fmla="*/ 6698496 w 15731938"/>
              <a:gd name="connsiteY478" fmla="*/ 1033699 h 9576980"/>
              <a:gd name="connsiteX479" fmla="*/ 6857752 w 15731938"/>
              <a:gd name="connsiteY479" fmla="*/ 1036731 h 9576980"/>
              <a:gd name="connsiteX480" fmla="*/ 7196328 w 15731938"/>
              <a:gd name="connsiteY480" fmla="*/ 1041851 h 9576980"/>
              <a:gd name="connsiteX481" fmla="*/ 7555714 w 15731938"/>
              <a:gd name="connsiteY481" fmla="*/ 1038001 h 9576980"/>
              <a:gd name="connsiteX482" fmla="*/ 7569610 w 15731938"/>
              <a:gd name="connsiteY482" fmla="*/ 1036731 h 9576980"/>
              <a:gd name="connsiteX483" fmla="*/ 7753565 w 15731938"/>
              <a:gd name="connsiteY483" fmla="*/ 1019525 h 9576980"/>
              <a:gd name="connsiteX484" fmla="*/ 7991035 w 15731938"/>
              <a:gd name="connsiteY484" fmla="*/ 1030615 h 9576980"/>
              <a:gd name="connsiteX485" fmla="*/ 8140656 w 15731938"/>
              <a:gd name="connsiteY485" fmla="*/ 1036413 h 9576980"/>
              <a:gd name="connsiteX486" fmla="*/ 8320908 w 15731938"/>
              <a:gd name="connsiteY486" fmla="*/ 1026430 h 9576980"/>
              <a:gd name="connsiteX487" fmla="*/ 8553188 w 15731938"/>
              <a:gd name="connsiteY487" fmla="*/ 1025060 h 9576980"/>
              <a:gd name="connsiteX488" fmla="*/ 8847545 w 15731938"/>
              <a:gd name="connsiteY488" fmla="*/ 1033686 h 9576980"/>
              <a:gd name="connsiteX489" fmla="*/ 8959418 w 15731938"/>
              <a:gd name="connsiteY489" fmla="*/ 1033028 h 9576980"/>
              <a:gd name="connsiteX490" fmla="*/ 9188740 w 15731938"/>
              <a:gd name="connsiteY490" fmla="*/ 1036731 h 9576980"/>
              <a:gd name="connsiteX491" fmla="*/ 9623578 w 15731938"/>
              <a:gd name="connsiteY491" fmla="*/ 1046404 h 9576980"/>
              <a:gd name="connsiteX492" fmla="*/ 9649409 w 15731938"/>
              <a:gd name="connsiteY492" fmla="*/ 1046228 h 9576980"/>
              <a:gd name="connsiteX493" fmla="*/ 9886640 w 15731938"/>
              <a:gd name="connsiteY493" fmla="*/ 1036731 h 9576980"/>
              <a:gd name="connsiteX494" fmla="*/ 10304568 w 15731938"/>
              <a:gd name="connsiteY494" fmla="*/ 1026107 h 9576980"/>
              <a:gd name="connsiteX495" fmla="*/ 10361469 w 15731938"/>
              <a:gd name="connsiteY495" fmla="*/ 1027624 h 9576980"/>
              <a:gd name="connsiteX496" fmla="*/ 10394258 w 15731938"/>
              <a:gd name="connsiteY496" fmla="*/ 1026367 h 9576980"/>
              <a:gd name="connsiteX497" fmla="*/ 10940470 w 15731938"/>
              <a:gd name="connsiteY497" fmla="*/ 1036731 h 9576980"/>
              <a:gd name="connsiteX498" fmla="*/ 10989823 w 15731938"/>
              <a:gd name="connsiteY498" fmla="*/ 1040846 h 9576980"/>
              <a:gd name="connsiteX499" fmla="*/ 11045155 w 15731938"/>
              <a:gd name="connsiteY499" fmla="*/ 1036731 h 9576980"/>
              <a:gd name="connsiteX500" fmla="*/ 11649757 w 15731938"/>
              <a:gd name="connsiteY500" fmla="*/ 1027146 h 9576980"/>
              <a:gd name="connsiteX501" fmla="*/ 11820698 w 15731938"/>
              <a:gd name="connsiteY501" fmla="*/ 1034877 h 9576980"/>
              <a:gd name="connsiteX502" fmla="*/ 11954454 w 15731938"/>
              <a:gd name="connsiteY502" fmla="*/ 1030982 h 9576980"/>
              <a:gd name="connsiteX503" fmla="*/ 12303298 w 15731938"/>
              <a:gd name="connsiteY503" fmla="*/ 1038686 h 9576980"/>
              <a:gd name="connsiteX504" fmla="*/ 12354516 w 15731938"/>
              <a:gd name="connsiteY504" fmla="*/ 1038520 h 9576980"/>
              <a:gd name="connsiteX505" fmla="*/ 12355062 w 15731938"/>
              <a:gd name="connsiteY505" fmla="*/ 1023191 h 9576980"/>
              <a:gd name="connsiteX506" fmla="*/ 12346332 w 15731938"/>
              <a:gd name="connsiteY506" fmla="*/ 738940 h 9576980"/>
              <a:gd name="connsiteX507" fmla="*/ 12353689 w 15731938"/>
              <a:gd name="connsiteY507" fmla="*/ 10698 h 9576980"/>
              <a:gd name="connsiteX508" fmla="*/ 12898821 w 15731938"/>
              <a:gd name="connsiteY508" fmla="*/ 10698 h 9576980"/>
              <a:gd name="connsiteX509" fmla="*/ 13382260 w 15731938"/>
              <a:gd name="connsiteY509" fmla="*/ 7 h 9576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</a:cxnLst>
            <a:rect l="l" t="t" r="r" b="b"/>
            <a:pathLst>
              <a:path w="15731938" h="9576980">
                <a:moveTo>
                  <a:pt x="6705244" y="1623998"/>
                </a:moveTo>
                <a:cubicBezTo>
                  <a:pt x="6655103" y="1625154"/>
                  <a:pt x="6605490" y="1628215"/>
                  <a:pt x="6557656" y="1634319"/>
                </a:cubicBezTo>
                <a:lnTo>
                  <a:pt x="6466281" y="1643170"/>
                </a:lnTo>
                <a:lnTo>
                  <a:pt x="6378658" y="1653187"/>
                </a:lnTo>
                <a:lnTo>
                  <a:pt x="6283500" y="1654586"/>
                </a:lnTo>
                <a:lnTo>
                  <a:pt x="6184562" y="1658496"/>
                </a:lnTo>
                <a:cubicBezTo>
                  <a:pt x="6030100" y="1660451"/>
                  <a:pt x="5844138" y="1654347"/>
                  <a:pt x="5622468" y="1634319"/>
                </a:cubicBezTo>
                <a:lnTo>
                  <a:pt x="5532120" y="1627185"/>
                </a:lnTo>
                <a:lnTo>
                  <a:pt x="5479915" y="1628537"/>
                </a:lnTo>
                <a:cubicBezTo>
                  <a:pt x="5445199" y="1631651"/>
                  <a:pt x="5435900" y="1636693"/>
                  <a:pt x="5385182" y="1634319"/>
                </a:cubicBezTo>
                <a:lnTo>
                  <a:pt x="5217579" y="1629407"/>
                </a:lnTo>
                <a:lnTo>
                  <a:pt x="5161854" y="1634319"/>
                </a:lnTo>
                <a:lnTo>
                  <a:pt x="5030572" y="1635069"/>
                </a:lnTo>
                <a:lnTo>
                  <a:pt x="4905077" y="1642510"/>
                </a:lnTo>
                <a:cubicBezTo>
                  <a:pt x="4777269" y="1648349"/>
                  <a:pt x="4592059" y="1653480"/>
                  <a:pt x="4433651" y="1649107"/>
                </a:cubicBezTo>
                <a:lnTo>
                  <a:pt x="4366197" y="1644288"/>
                </a:lnTo>
                <a:lnTo>
                  <a:pt x="4294210" y="1645360"/>
                </a:lnTo>
                <a:cubicBezTo>
                  <a:pt x="4216399" y="1644540"/>
                  <a:pt x="4138173" y="1640040"/>
                  <a:pt x="4003339" y="1634319"/>
                </a:cubicBezTo>
                <a:lnTo>
                  <a:pt x="3954362" y="1633155"/>
                </a:lnTo>
                <a:lnTo>
                  <a:pt x="3884696" y="1634319"/>
                </a:lnTo>
                <a:cubicBezTo>
                  <a:pt x="3757202" y="1629075"/>
                  <a:pt x="3553647" y="1640916"/>
                  <a:pt x="3365888" y="1640250"/>
                </a:cubicBezTo>
                <a:lnTo>
                  <a:pt x="3275102" y="1637244"/>
                </a:lnTo>
                <a:lnTo>
                  <a:pt x="3248201" y="1638546"/>
                </a:lnTo>
                <a:cubicBezTo>
                  <a:pt x="3201163" y="1640855"/>
                  <a:pt x="3155756" y="1641756"/>
                  <a:pt x="3082111" y="1634319"/>
                </a:cubicBezTo>
                <a:lnTo>
                  <a:pt x="2981065" y="1630934"/>
                </a:lnTo>
                <a:lnTo>
                  <a:pt x="2772036" y="1636635"/>
                </a:lnTo>
                <a:cubicBezTo>
                  <a:pt x="2621412" y="1641504"/>
                  <a:pt x="2472951" y="1645602"/>
                  <a:pt x="2370251" y="1634319"/>
                </a:cubicBezTo>
                <a:lnTo>
                  <a:pt x="2325404" y="1630817"/>
                </a:lnTo>
                <a:lnTo>
                  <a:pt x="2265566" y="1634319"/>
                </a:lnTo>
                <a:cubicBezTo>
                  <a:pt x="2175065" y="1644552"/>
                  <a:pt x="2117017" y="1644835"/>
                  <a:pt x="2067873" y="1642418"/>
                </a:cubicBezTo>
                <a:lnTo>
                  <a:pt x="1941696" y="1635335"/>
                </a:lnTo>
                <a:lnTo>
                  <a:pt x="1823922" y="1636717"/>
                </a:lnTo>
                <a:cubicBezTo>
                  <a:pt x="1579723" y="1638069"/>
                  <a:pt x="1170707" y="1638300"/>
                  <a:pt x="865381" y="1636639"/>
                </a:cubicBezTo>
                <a:lnTo>
                  <a:pt x="835832" y="1636434"/>
                </a:lnTo>
                <a:lnTo>
                  <a:pt x="839826" y="1700352"/>
                </a:lnTo>
                <a:cubicBezTo>
                  <a:pt x="840960" y="1731174"/>
                  <a:pt x="841290" y="1760624"/>
                  <a:pt x="841074" y="1789301"/>
                </a:cubicBezTo>
                <a:lnTo>
                  <a:pt x="839704" y="1828944"/>
                </a:lnTo>
                <a:lnTo>
                  <a:pt x="839066" y="2000679"/>
                </a:lnTo>
                <a:cubicBezTo>
                  <a:pt x="837697" y="2098937"/>
                  <a:pt x="835331" y="2199781"/>
                  <a:pt x="834281" y="2310926"/>
                </a:cubicBezTo>
                <a:lnTo>
                  <a:pt x="834069" y="2357193"/>
                </a:lnTo>
                <a:lnTo>
                  <a:pt x="836995" y="2409040"/>
                </a:lnTo>
                <a:cubicBezTo>
                  <a:pt x="843444" y="2533845"/>
                  <a:pt x="842398" y="2596926"/>
                  <a:pt x="839808" y="2650773"/>
                </a:cubicBezTo>
                <a:lnTo>
                  <a:pt x="839418" y="2657914"/>
                </a:lnTo>
                <a:lnTo>
                  <a:pt x="840944" y="2691520"/>
                </a:lnTo>
                <a:cubicBezTo>
                  <a:pt x="846449" y="2805982"/>
                  <a:pt x="850566" y="2894044"/>
                  <a:pt x="833754" y="3100075"/>
                </a:cubicBezTo>
                <a:lnTo>
                  <a:pt x="829621" y="3154867"/>
                </a:lnTo>
                <a:lnTo>
                  <a:pt x="829087" y="3173131"/>
                </a:lnTo>
                <a:cubicBezTo>
                  <a:pt x="826588" y="3257597"/>
                  <a:pt x="825645" y="3331198"/>
                  <a:pt x="833754" y="3403503"/>
                </a:cubicBezTo>
                <a:cubicBezTo>
                  <a:pt x="839837" y="3457732"/>
                  <a:pt x="837262" y="3551471"/>
                  <a:pt x="833204" y="3656862"/>
                </a:cubicBezTo>
                <a:lnTo>
                  <a:pt x="831923" y="3689200"/>
                </a:lnTo>
                <a:lnTo>
                  <a:pt x="831859" y="3694011"/>
                </a:lnTo>
                <a:cubicBezTo>
                  <a:pt x="833846" y="3814540"/>
                  <a:pt x="842220" y="3944612"/>
                  <a:pt x="837970" y="4117206"/>
                </a:cubicBezTo>
                <a:lnTo>
                  <a:pt x="835852" y="4171946"/>
                </a:lnTo>
                <a:lnTo>
                  <a:pt x="847291" y="4280969"/>
                </a:lnTo>
                <a:cubicBezTo>
                  <a:pt x="853471" y="4406663"/>
                  <a:pt x="840427" y="4526549"/>
                  <a:pt x="833754" y="4677899"/>
                </a:cubicBezTo>
                <a:cubicBezTo>
                  <a:pt x="827082" y="4829249"/>
                  <a:pt x="837049" y="4920849"/>
                  <a:pt x="837477" y="5022324"/>
                </a:cubicBezTo>
                <a:lnTo>
                  <a:pt x="837452" y="5023034"/>
                </a:lnTo>
                <a:lnTo>
                  <a:pt x="840141" y="5058264"/>
                </a:lnTo>
                <a:cubicBezTo>
                  <a:pt x="843803" y="5137210"/>
                  <a:pt x="840071" y="5202887"/>
                  <a:pt x="835930" y="5263667"/>
                </a:cubicBezTo>
                <a:lnTo>
                  <a:pt x="830931" y="5350627"/>
                </a:lnTo>
                <a:lnTo>
                  <a:pt x="831783" y="5412921"/>
                </a:lnTo>
                <a:lnTo>
                  <a:pt x="833158" y="5484993"/>
                </a:lnTo>
                <a:lnTo>
                  <a:pt x="833754" y="5500525"/>
                </a:lnTo>
                <a:cubicBezTo>
                  <a:pt x="852938" y="5667489"/>
                  <a:pt x="835012" y="5812066"/>
                  <a:pt x="833754" y="6100638"/>
                </a:cubicBezTo>
                <a:cubicBezTo>
                  <a:pt x="833440" y="6172781"/>
                  <a:pt x="833110" y="6238960"/>
                  <a:pt x="832835" y="6301815"/>
                </a:cubicBezTo>
                <a:lnTo>
                  <a:pt x="832791" y="6315195"/>
                </a:lnTo>
                <a:lnTo>
                  <a:pt x="833754" y="6329894"/>
                </a:lnTo>
                <a:cubicBezTo>
                  <a:pt x="844068" y="6425997"/>
                  <a:pt x="841289" y="6557933"/>
                  <a:pt x="837322" y="6693432"/>
                </a:cubicBezTo>
                <a:lnTo>
                  <a:pt x="833636" y="6832393"/>
                </a:lnTo>
                <a:lnTo>
                  <a:pt x="833754" y="6849093"/>
                </a:lnTo>
                <a:lnTo>
                  <a:pt x="831675" y="6945245"/>
                </a:lnTo>
                <a:lnTo>
                  <a:pt x="831409" y="6990705"/>
                </a:lnTo>
                <a:cubicBezTo>
                  <a:pt x="831646" y="7021378"/>
                  <a:pt x="832365" y="7050760"/>
                  <a:pt x="833754" y="7078349"/>
                </a:cubicBezTo>
                <a:cubicBezTo>
                  <a:pt x="837922" y="7161115"/>
                  <a:pt x="830286" y="7322395"/>
                  <a:pt x="822367" y="7505792"/>
                </a:cubicBezTo>
                <a:lnTo>
                  <a:pt x="821943" y="7516338"/>
                </a:lnTo>
                <a:lnTo>
                  <a:pt x="823080" y="7543710"/>
                </a:lnTo>
                <a:cubicBezTo>
                  <a:pt x="825578" y="7584098"/>
                  <a:pt x="829058" y="7626613"/>
                  <a:pt x="833754" y="7671719"/>
                </a:cubicBezTo>
                <a:cubicBezTo>
                  <a:pt x="871329" y="8032565"/>
                  <a:pt x="836213" y="8192146"/>
                  <a:pt x="833754" y="8346003"/>
                </a:cubicBezTo>
                <a:lnTo>
                  <a:pt x="937282" y="8346804"/>
                </a:lnTo>
                <a:lnTo>
                  <a:pt x="957161" y="8346704"/>
                </a:lnTo>
                <a:cubicBezTo>
                  <a:pt x="1106500" y="8344987"/>
                  <a:pt x="1315512" y="8338199"/>
                  <a:pt x="1421051" y="8346003"/>
                </a:cubicBezTo>
                <a:lnTo>
                  <a:pt x="1444803" y="8346866"/>
                </a:lnTo>
                <a:lnTo>
                  <a:pt x="1508808" y="8346003"/>
                </a:lnTo>
                <a:cubicBezTo>
                  <a:pt x="1758443" y="8340672"/>
                  <a:pt x="1959496" y="8322281"/>
                  <a:pt x="2183861" y="8346003"/>
                </a:cubicBezTo>
                <a:lnTo>
                  <a:pt x="2184669" y="8346083"/>
                </a:lnTo>
                <a:lnTo>
                  <a:pt x="2244616" y="8346003"/>
                </a:lnTo>
                <a:cubicBezTo>
                  <a:pt x="2310866" y="8346862"/>
                  <a:pt x="2385491" y="8351532"/>
                  <a:pt x="2457714" y="8353652"/>
                </a:cubicBezTo>
                <a:lnTo>
                  <a:pt x="2535487" y="8354002"/>
                </a:lnTo>
                <a:lnTo>
                  <a:pt x="2595644" y="8346003"/>
                </a:lnTo>
                <a:cubicBezTo>
                  <a:pt x="2627605" y="8341146"/>
                  <a:pt x="2667513" y="8340120"/>
                  <a:pt x="2715334" y="8340962"/>
                </a:cubicBezTo>
                <a:lnTo>
                  <a:pt x="2720677" y="8341160"/>
                </a:lnTo>
                <a:lnTo>
                  <a:pt x="2778099" y="8340427"/>
                </a:lnTo>
                <a:cubicBezTo>
                  <a:pt x="2931273" y="8341642"/>
                  <a:pt x="3163085" y="8358298"/>
                  <a:pt x="3331452" y="8346003"/>
                </a:cubicBezTo>
                <a:cubicBezTo>
                  <a:pt x="3555942" y="8329610"/>
                  <a:pt x="3727440" y="8323643"/>
                  <a:pt x="3918749" y="8346003"/>
                </a:cubicBezTo>
                <a:cubicBezTo>
                  <a:pt x="4014404" y="8357183"/>
                  <a:pt x="4134650" y="8357915"/>
                  <a:pt x="4255241" y="8355485"/>
                </a:cubicBezTo>
                <a:lnTo>
                  <a:pt x="4354830" y="8352632"/>
                </a:lnTo>
                <a:lnTo>
                  <a:pt x="4445290" y="8346003"/>
                </a:lnTo>
                <a:cubicBezTo>
                  <a:pt x="4552877" y="8330797"/>
                  <a:pt x="4713934" y="8335017"/>
                  <a:pt x="4873887" y="8340928"/>
                </a:cubicBezTo>
                <a:lnTo>
                  <a:pt x="4904024" y="8341955"/>
                </a:lnTo>
                <a:lnTo>
                  <a:pt x="5024157" y="8341016"/>
                </a:lnTo>
                <a:cubicBezTo>
                  <a:pt x="5107067" y="8340550"/>
                  <a:pt x="5189551" y="8340500"/>
                  <a:pt x="5262591" y="8341215"/>
                </a:cubicBezTo>
                <a:lnTo>
                  <a:pt x="5341467" y="8342530"/>
                </a:lnTo>
                <a:lnTo>
                  <a:pt x="5367039" y="8340583"/>
                </a:lnTo>
                <a:cubicBezTo>
                  <a:pt x="5520106" y="8330017"/>
                  <a:pt x="5592155" y="8333749"/>
                  <a:pt x="5795401" y="8346003"/>
                </a:cubicBezTo>
                <a:lnTo>
                  <a:pt x="5959937" y="8348148"/>
                </a:lnTo>
                <a:lnTo>
                  <a:pt x="6000607" y="8347676"/>
                </a:lnTo>
                <a:lnTo>
                  <a:pt x="6004837" y="8347642"/>
                </a:lnTo>
                <a:lnTo>
                  <a:pt x="6156159" y="8342709"/>
                </a:lnTo>
                <a:lnTo>
                  <a:pt x="6157106" y="8303388"/>
                </a:lnTo>
                <a:cubicBezTo>
                  <a:pt x="6357162" y="8305352"/>
                  <a:pt x="6445985" y="8297684"/>
                  <a:pt x="6648512" y="8303388"/>
                </a:cubicBezTo>
                <a:lnTo>
                  <a:pt x="6674760" y="8304109"/>
                </a:lnTo>
                <a:lnTo>
                  <a:pt x="6855663" y="8297482"/>
                </a:lnTo>
                <a:cubicBezTo>
                  <a:pt x="6919549" y="8296409"/>
                  <a:pt x="6978138" y="8297582"/>
                  <a:pt x="7030713" y="8303388"/>
                </a:cubicBezTo>
                <a:lnTo>
                  <a:pt x="7036150" y="8303619"/>
                </a:lnTo>
                <a:lnTo>
                  <a:pt x="7044364" y="8303388"/>
                </a:lnTo>
                <a:cubicBezTo>
                  <a:pt x="7241232" y="8294446"/>
                  <a:pt x="7685300" y="8266508"/>
                  <a:pt x="7917971" y="8303388"/>
                </a:cubicBezTo>
                <a:lnTo>
                  <a:pt x="7982504" y="8310789"/>
                </a:lnTo>
                <a:lnTo>
                  <a:pt x="8109073" y="8303388"/>
                </a:lnTo>
                <a:cubicBezTo>
                  <a:pt x="8190384" y="8296435"/>
                  <a:pt x="8339327" y="8295532"/>
                  <a:pt x="8490727" y="8296818"/>
                </a:cubicBezTo>
                <a:lnTo>
                  <a:pt x="8558515" y="8297941"/>
                </a:lnTo>
                <a:lnTo>
                  <a:pt x="8632736" y="8290397"/>
                </a:lnTo>
                <a:cubicBezTo>
                  <a:pt x="8756774" y="8282001"/>
                  <a:pt x="8879576" y="8287125"/>
                  <a:pt x="9091881" y="8303388"/>
                </a:cubicBezTo>
                <a:lnTo>
                  <a:pt x="9255376" y="8303388"/>
                </a:lnTo>
                <a:lnTo>
                  <a:pt x="9255407" y="8304143"/>
                </a:lnTo>
                <a:lnTo>
                  <a:pt x="9282982" y="8303388"/>
                </a:lnTo>
                <a:cubicBezTo>
                  <a:pt x="9381826" y="8294843"/>
                  <a:pt x="9535924" y="8321886"/>
                  <a:pt x="9678836" y="8303388"/>
                </a:cubicBezTo>
                <a:cubicBezTo>
                  <a:pt x="9750292" y="8294139"/>
                  <a:pt x="9813372" y="8293775"/>
                  <a:pt x="9876530" y="8295904"/>
                </a:cubicBezTo>
                <a:lnTo>
                  <a:pt x="9913044" y="8297283"/>
                </a:lnTo>
                <a:lnTo>
                  <a:pt x="9977320" y="8294453"/>
                </a:lnTo>
                <a:cubicBezTo>
                  <a:pt x="10031134" y="8294772"/>
                  <a:pt x="10072762" y="8297619"/>
                  <a:pt x="10107136" y="8300692"/>
                </a:cubicBezTo>
                <a:lnTo>
                  <a:pt x="10121606" y="8301964"/>
                </a:lnTo>
                <a:lnTo>
                  <a:pt x="10219452" y="8298993"/>
                </a:lnTo>
                <a:lnTo>
                  <a:pt x="10351008" y="8293412"/>
                </a:lnTo>
                <a:lnTo>
                  <a:pt x="10381620" y="8289829"/>
                </a:lnTo>
                <a:cubicBezTo>
                  <a:pt x="10432556" y="8286230"/>
                  <a:pt x="10494625" y="8283747"/>
                  <a:pt x="10564242" y="8282966"/>
                </a:cubicBezTo>
                <a:cubicBezTo>
                  <a:pt x="10703475" y="8281404"/>
                  <a:pt x="10872901" y="8286650"/>
                  <a:pt x="11043847" y="8303388"/>
                </a:cubicBezTo>
                <a:lnTo>
                  <a:pt x="11149312" y="8310887"/>
                </a:lnTo>
                <a:lnTo>
                  <a:pt x="11166287" y="8308794"/>
                </a:lnTo>
                <a:cubicBezTo>
                  <a:pt x="11189066" y="8305967"/>
                  <a:pt x="11214334" y="8303623"/>
                  <a:pt x="11248599" y="8303388"/>
                </a:cubicBezTo>
                <a:cubicBezTo>
                  <a:pt x="11385657" y="8302450"/>
                  <a:pt x="11756378" y="8281661"/>
                  <a:pt x="11931105" y="8303388"/>
                </a:cubicBezTo>
                <a:lnTo>
                  <a:pt x="12072539" y="8313913"/>
                </a:lnTo>
                <a:lnTo>
                  <a:pt x="12217757" y="8303388"/>
                </a:lnTo>
                <a:cubicBezTo>
                  <a:pt x="12231522" y="8302299"/>
                  <a:pt x="12252323" y="8301061"/>
                  <a:pt x="12278583" y="8299781"/>
                </a:cubicBezTo>
                <a:lnTo>
                  <a:pt x="12347570" y="8296936"/>
                </a:lnTo>
                <a:lnTo>
                  <a:pt x="12349463" y="8259466"/>
                </a:lnTo>
                <a:cubicBezTo>
                  <a:pt x="12350772" y="8237658"/>
                  <a:pt x="12352185" y="8217942"/>
                  <a:pt x="12353689" y="8200767"/>
                </a:cubicBezTo>
                <a:lnTo>
                  <a:pt x="12355478" y="8167709"/>
                </a:lnTo>
                <a:lnTo>
                  <a:pt x="12353689" y="8091567"/>
                </a:lnTo>
                <a:cubicBezTo>
                  <a:pt x="12351043" y="7939104"/>
                  <a:pt x="12342053" y="7771015"/>
                  <a:pt x="12345458" y="7632118"/>
                </a:cubicBezTo>
                <a:lnTo>
                  <a:pt x="12347792" y="7595965"/>
                </a:lnTo>
                <a:lnTo>
                  <a:pt x="12348297" y="7538259"/>
                </a:lnTo>
                <a:cubicBezTo>
                  <a:pt x="12350707" y="7426428"/>
                  <a:pt x="12354914" y="7305656"/>
                  <a:pt x="12353689" y="7217959"/>
                </a:cubicBezTo>
                <a:lnTo>
                  <a:pt x="12353680" y="7213252"/>
                </a:lnTo>
                <a:lnTo>
                  <a:pt x="12353603" y="7210862"/>
                </a:lnTo>
                <a:cubicBezTo>
                  <a:pt x="12348991" y="7094222"/>
                  <a:pt x="12344408" y="6961747"/>
                  <a:pt x="12353689" y="6822106"/>
                </a:cubicBezTo>
                <a:lnTo>
                  <a:pt x="12355198" y="6770100"/>
                </a:lnTo>
                <a:lnTo>
                  <a:pt x="12355546" y="6691513"/>
                </a:lnTo>
                <a:cubicBezTo>
                  <a:pt x="12355493" y="6632999"/>
                  <a:pt x="12354994" y="6579354"/>
                  <a:pt x="12353689" y="6535453"/>
                </a:cubicBezTo>
                <a:lnTo>
                  <a:pt x="12353716" y="6369358"/>
                </a:lnTo>
                <a:lnTo>
                  <a:pt x="12350318" y="6241150"/>
                </a:lnTo>
                <a:cubicBezTo>
                  <a:pt x="12349533" y="6177270"/>
                  <a:pt x="12350145" y="6112081"/>
                  <a:pt x="12353689" y="6044049"/>
                </a:cubicBezTo>
                <a:lnTo>
                  <a:pt x="12354432" y="6017119"/>
                </a:lnTo>
                <a:lnTo>
                  <a:pt x="12354919" y="5992135"/>
                </a:lnTo>
                <a:lnTo>
                  <a:pt x="12358252" y="5859621"/>
                </a:lnTo>
                <a:lnTo>
                  <a:pt x="12355814" y="5737111"/>
                </a:lnTo>
                <a:cubicBezTo>
                  <a:pt x="12352979" y="5653917"/>
                  <a:pt x="12349434" y="5575210"/>
                  <a:pt x="12353689" y="5457094"/>
                </a:cubicBezTo>
                <a:lnTo>
                  <a:pt x="12356024" y="5319476"/>
                </a:lnTo>
                <a:lnTo>
                  <a:pt x="12353689" y="5265993"/>
                </a:lnTo>
                <a:cubicBezTo>
                  <a:pt x="12341342" y="5147860"/>
                  <a:pt x="12344334" y="5089228"/>
                  <a:pt x="12348918" y="5039963"/>
                </a:cubicBezTo>
                <a:lnTo>
                  <a:pt x="12353161" y="4991076"/>
                </a:lnTo>
                <a:lnTo>
                  <a:pt x="12352633" y="4920867"/>
                </a:lnTo>
                <a:cubicBezTo>
                  <a:pt x="12345931" y="4761876"/>
                  <a:pt x="12328288" y="4547606"/>
                  <a:pt x="12353689" y="4283184"/>
                </a:cubicBezTo>
                <a:lnTo>
                  <a:pt x="12355140" y="4263366"/>
                </a:lnTo>
                <a:lnTo>
                  <a:pt x="12353689" y="4187634"/>
                </a:lnTo>
                <a:cubicBezTo>
                  <a:pt x="12340635" y="3913429"/>
                  <a:pt x="12332949" y="3755703"/>
                  <a:pt x="12353689" y="3600678"/>
                </a:cubicBezTo>
                <a:cubicBezTo>
                  <a:pt x="12381304" y="3279346"/>
                  <a:pt x="12333601" y="3033538"/>
                  <a:pt x="12353689" y="2822622"/>
                </a:cubicBezTo>
                <a:lnTo>
                  <a:pt x="12355598" y="2750785"/>
                </a:lnTo>
                <a:lnTo>
                  <a:pt x="12353689" y="2727071"/>
                </a:lnTo>
                <a:cubicBezTo>
                  <a:pt x="12342662" y="2626027"/>
                  <a:pt x="12345876" y="2559867"/>
                  <a:pt x="12350240" y="2490622"/>
                </a:cubicBezTo>
                <a:lnTo>
                  <a:pt x="12351719" y="2462193"/>
                </a:lnTo>
                <a:lnTo>
                  <a:pt x="12351123" y="2445709"/>
                </a:lnTo>
                <a:cubicBezTo>
                  <a:pt x="12348184" y="2376835"/>
                  <a:pt x="12345459" y="2306952"/>
                  <a:pt x="12345152" y="2239086"/>
                </a:cubicBezTo>
                <a:lnTo>
                  <a:pt x="12351870" y="2086013"/>
                </a:lnTo>
                <a:lnTo>
                  <a:pt x="12351672" y="2069719"/>
                </a:lnTo>
                <a:cubicBezTo>
                  <a:pt x="12352962" y="2015968"/>
                  <a:pt x="12355635" y="1963971"/>
                  <a:pt x="12357953" y="1914298"/>
                </a:cubicBezTo>
                <a:lnTo>
                  <a:pt x="12360089" y="1841457"/>
                </a:lnTo>
                <a:lnTo>
                  <a:pt x="12358845" y="1816776"/>
                </a:lnTo>
                <a:cubicBezTo>
                  <a:pt x="12353831" y="1768664"/>
                  <a:pt x="12347098" y="1730507"/>
                  <a:pt x="12353689" y="1648712"/>
                </a:cubicBezTo>
                <a:lnTo>
                  <a:pt x="12351558" y="1631074"/>
                </a:lnTo>
                <a:lnTo>
                  <a:pt x="12328511" y="1630436"/>
                </a:lnTo>
                <a:lnTo>
                  <a:pt x="12197689" y="1625867"/>
                </a:lnTo>
                <a:lnTo>
                  <a:pt x="12147083" y="1625573"/>
                </a:lnTo>
                <a:cubicBezTo>
                  <a:pt x="12102654" y="1626605"/>
                  <a:pt x="12056118" y="1629216"/>
                  <a:pt x="12008258" y="1634319"/>
                </a:cubicBezTo>
                <a:cubicBezTo>
                  <a:pt x="11864680" y="1649629"/>
                  <a:pt x="11530357" y="1659541"/>
                  <a:pt x="11282222" y="1650365"/>
                </a:cubicBezTo>
                <a:lnTo>
                  <a:pt x="11127527" y="1638497"/>
                </a:lnTo>
                <a:lnTo>
                  <a:pt x="11036660" y="1640573"/>
                </a:lnTo>
                <a:cubicBezTo>
                  <a:pt x="10918537" y="1642408"/>
                  <a:pt x="10775330" y="1642159"/>
                  <a:pt x="10612457" y="1634319"/>
                </a:cubicBezTo>
                <a:lnTo>
                  <a:pt x="10435687" y="1631432"/>
                </a:lnTo>
                <a:lnTo>
                  <a:pt x="10350588" y="1632297"/>
                </a:lnTo>
                <a:lnTo>
                  <a:pt x="10214226" y="1636694"/>
                </a:lnTo>
                <a:cubicBezTo>
                  <a:pt x="10154550" y="1639050"/>
                  <a:pt x="10094037" y="1641208"/>
                  <a:pt x="10026411" y="1641401"/>
                </a:cubicBezTo>
                <a:lnTo>
                  <a:pt x="9824175" y="1635187"/>
                </a:lnTo>
                <a:lnTo>
                  <a:pt x="9813214" y="1635217"/>
                </a:lnTo>
                <a:lnTo>
                  <a:pt x="9486007" y="1634399"/>
                </a:lnTo>
                <a:lnTo>
                  <a:pt x="9448867" y="1636457"/>
                </a:lnTo>
                <a:cubicBezTo>
                  <a:pt x="9410955" y="1639565"/>
                  <a:pt x="9377829" y="1642495"/>
                  <a:pt x="9341717" y="1642915"/>
                </a:cubicBezTo>
                <a:lnTo>
                  <a:pt x="9262101" y="1637443"/>
                </a:lnTo>
                <a:lnTo>
                  <a:pt x="9208918" y="1640230"/>
                </a:lnTo>
                <a:cubicBezTo>
                  <a:pt x="9177173" y="1642439"/>
                  <a:pt x="9170107" y="1642677"/>
                  <a:pt x="9111970" y="1634319"/>
                </a:cubicBezTo>
                <a:lnTo>
                  <a:pt x="8936310" y="1627178"/>
                </a:lnTo>
                <a:lnTo>
                  <a:pt x="8874684" y="1634319"/>
                </a:lnTo>
                <a:cubicBezTo>
                  <a:pt x="8766896" y="1645112"/>
                  <a:pt x="8561161" y="1631499"/>
                  <a:pt x="8315273" y="1630181"/>
                </a:cubicBezTo>
                <a:lnTo>
                  <a:pt x="8292086" y="1630554"/>
                </a:lnTo>
                <a:lnTo>
                  <a:pt x="8176784" y="1634319"/>
                </a:lnTo>
                <a:cubicBezTo>
                  <a:pt x="8060054" y="1639250"/>
                  <a:pt x="7988213" y="1641227"/>
                  <a:pt x="7944139" y="1641541"/>
                </a:cubicBezTo>
                <a:lnTo>
                  <a:pt x="7894219" y="1639458"/>
                </a:lnTo>
                <a:lnTo>
                  <a:pt x="7842394" y="1641083"/>
                </a:lnTo>
                <a:cubicBezTo>
                  <a:pt x="7784248" y="1642102"/>
                  <a:pt x="7736807" y="1642047"/>
                  <a:pt x="7690893" y="1641401"/>
                </a:cubicBezTo>
                <a:lnTo>
                  <a:pt x="7498428" y="1637279"/>
                </a:lnTo>
                <a:lnTo>
                  <a:pt x="7136912" y="1634319"/>
                </a:lnTo>
                <a:cubicBezTo>
                  <a:pt x="7010825" y="1634208"/>
                  <a:pt x="6855664" y="1620530"/>
                  <a:pt x="6705244" y="1623998"/>
                </a:cubicBezTo>
                <a:close/>
                <a:moveTo>
                  <a:pt x="13382260" y="7"/>
                </a:moveTo>
                <a:cubicBezTo>
                  <a:pt x="13429849" y="-99"/>
                  <a:pt x="13473302" y="910"/>
                  <a:pt x="13510526" y="3789"/>
                </a:cubicBezTo>
                <a:lnTo>
                  <a:pt x="13556055" y="9277"/>
                </a:lnTo>
                <a:lnTo>
                  <a:pt x="13600806" y="8320"/>
                </a:lnTo>
                <a:cubicBezTo>
                  <a:pt x="13709904" y="5870"/>
                  <a:pt x="13851363" y="2618"/>
                  <a:pt x="13966751" y="4140"/>
                </a:cubicBezTo>
                <a:lnTo>
                  <a:pt x="14022464" y="5605"/>
                </a:lnTo>
                <a:lnTo>
                  <a:pt x="14037368" y="5676"/>
                </a:lnTo>
                <a:cubicBezTo>
                  <a:pt x="14068922" y="6496"/>
                  <a:pt x="14102310" y="8082"/>
                  <a:pt x="14137756" y="10698"/>
                </a:cubicBezTo>
                <a:lnTo>
                  <a:pt x="14327297" y="21320"/>
                </a:lnTo>
                <a:lnTo>
                  <a:pt x="14328163" y="21342"/>
                </a:lnTo>
                <a:cubicBezTo>
                  <a:pt x="14470846" y="23615"/>
                  <a:pt x="14647046" y="19912"/>
                  <a:pt x="14831560" y="10698"/>
                </a:cubicBezTo>
                <a:cubicBezTo>
                  <a:pt x="14851737" y="243133"/>
                  <a:pt x="14861527" y="364231"/>
                  <a:pt x="14831560" y="693204"/>
                </a:cubicBezTo>
                <a:lnTo>
                  <a:pt x="14826664" y="753705"/>
                </a:lnTo>
                <a:lnTo>
                  <a:pt x="14826985" y="781531"/>
                </a:lnTo>
                <a:cubicBezTo>
                  <a:pt x="14827850" y="812048"/>
                  <a:pt x="14829324" y="848739"/>
                  <a:pt x="14831560" y="897956"/>
                </a:cubicBezTo>
                <a:cubicBezTo>
                  <a:pt x="14838266" y="1045607"/>
                  <a:pt x="14855658" y="1332308"/>
                  <a:pt x="14848376" y="1564589"/>
                </a:cubicBezTo>
                <a:lnTo>
                  <a:pt x="14845858" y="1595578"/>
                </a:lnTo>
                <a:lnTo>
                  <a:pt x="14846386" y="1653643"/>
                </a:lnTo>
                <a:cubicBezTo>
                  <a:pt x="14844830" y="1727826"/>
                  <a:pt x="14840467" y="1800694"/>
                  <a:pt x="14831560" y="1867114"/>
                </a:cubicBezTo>
                <a:cubicBezTo>
                  <a:pt x="14795930" y="2132796"/>
                  <a:pt x="14830622" y="2125909"/>
                  <a:pt x="14831560" y="2262967"/>
                </a:cubicBezTo>
                <a:lnTo>
                  <a:pt x="14834673" y="2389143"/>
                </a:lnTo>
                <a:lnTo>
                  <a:pt x="14844551" y="2486328"/>
                </a:lnTo>
                <a:cubicBezTo>
                  <a:pt x="14852947" y="2610366"/>
                  <a:pt x="14847823" y="2733168"/>
                  <a:pt x="14831560" y="2945473"/>
                </a:cubicBezTo>
                <a:lnTo>
                  <a:pt x="14820707" y="3093912"/>
                </a:lnTo>
                <a:lnTo>
                  <a:pt x="14818998" y="3259105"/>
                </a:lnTo>
                <a:cubicBezTo>
                  <a:pt x="14820242" y="3376843"/>
                  <a:pt x="14825674" y="3503787"/>
                  <a:pt x="14831560" y="3627980"/>
                </a:cubicBezTo>
                <a:cubicBezTo>
                  <a:pt x="14845646" y="3794217"/>
                  <a:pt x="14840401" y="3891980"/>
                  <a:pt x="14834257" y="3960728"/>
                </a:cubicBezTo>
                <a:lnTo>
                  <a:pt x="14832455" y="3981215"/>
                </a:lnTo>
                <a:lnTo>
                  <a:pt x="14831560" y="4023833"/>
                </a:lnTo>
                <a:lnTo>
                  <a:pt x="14829681" y="4091573"/>
                </a:lnTo>
                <a:lnTo>
                  <a:pt x="14831560" y="4119383"/>
                </a:lnTo>
                <a:cubicBezTo>
                  <a:pt x="14842051" y="4169560"/>
                  <a:pt x="14850420" y="4278600"/>
                  <a:pt x="14851982" y="4417833"/>
                </a:cubicBezTo>
                <a:cubicBezTo>
                  <a:pt x="14852763" y="4487451"/>
                  <a:pt x="14851842" y="4564616"/>
                  <a:pt x="14848634" y="4645744"/>
                </a:cubicBezTo>
                <a:lnTo>
                  <a:pt x="14840801" y="4761205"/>
                </a:lnTo>
                <a:lnTo>
                  <a:pt x="14840806" y="4762341"/>
                </a:lnTo>
                <a:cubicBezTo>
                  <a:pt x="14839350" y="4892279"/>
                  <a:pt x="14834813" y="5037674"/>
                  <a:pt x="14831560" y="5197742"/>
                </a:cubicBezTo>
                <a:cubicBezTo>
                  <a:pt x="14830747" y="5237759"/>
                  <a:pt x="14829943" y="5272556"/>
                  <a:pt x="14829183" y="5302989"/>
                </a:cubicBezTo>
                <a:lnTo>
                  <a:pt x="14827955" y="5348998"/>
                </a:lnTo>
                <a:lnTo>
                  <a:pt x="14836014" y="5510019"/>
                </a:lnTo>
                <a:lnTo>
                  <a:pt x="14832927" y="5624713"/>
                </a:lnTo>
                <a:lnTo>
                  <a:pt x="14836607" y="5708493"/>
                </a:lnTo>
                <a:cubicBezTo>
                  <a:pt x="14837087" y="5760261"/>
                  <a:pt x="14836578" y="5823073"/>
                  <a:pt x="14835722" y="5889652"/>
                </a:cubicBezTo>
                <a:lnTo>
                  <a:pt x="14832779" y="6091902"/>
                </a:lnTo>
                <a:lnTo>
                  <a:pt x="14835167" y="6132175"/>
                </a:lnTo>
                <a:cubicBezTo>
                  <a:pt x="14844127" y="6315993"/>
                  <a:pt x="14855139" y="6767281"/>
                  <a:pt x="14831560" y="6944957"/>
                </a:cubicBezTo>
                <a:lnTo>
                  <a:pt x="14831503" y="6945936"/>
                </a:lnTo>
                <a:lnTo>
                  <a:pt x="14831560" y="6958607"/>
                </a:lnTo>
                <a:cubicBezTo>
                  <a:pt x="14832225" y="7036949"/>
                  <a:pt x="14831755" y="7108202"/>
                  <a:pt x="14830878" y="7175150"/>
                </a:cubicBezTo>
                <a:lnTo>
                  <a:pt x="14828741" y="7305274"/>
                </a:lnTo>
                <a:lnTo>
                  <a:pt x="14833986" y="7416339"/>
                </a:lnTo>
                <a:cubicBezTo>
                  <a:pt x="14835401" y="7461326"/>
                  <a:pt x="14835243" y="7500851"/>
                  <a:pt x="14831560" y="7531912"/>
                </a:cubicBezTo>
                <a:lnTo>
                  <a:pt x="14827920" y="7599995"/>
                </a:lnTo>
                <a:lnTo>
                  <a:pt x="14831560" y="7736663"/>
                </a:lnTo>
                <a:cubicBezTo>
                  <a:pt x="14844392" y="8001420"/>
                  <a:pt x="14833654" y="8078147"/>
                  <a:pt x="14831560" y="8228068"/>
                </a:cubicBezTo>
                <a:cubicBezTo>
                  <a:pt x="14831429" y="8237438"/>
                  <a:pt x="14831055" y="8248817"/>
                  <a:pt x="14830485" y="8262043"/>
                </a:cubicBezTo>
                <a:lnTo>
                  <a:pt x="14828559" y="8300624"/>
                </a:lnTo>
                <a:lnTo>
                  <a:pt x="14843407" y="8300782"/>
                </a:lnTo>
                <a:lnTo>
                  <a:pt x="14962203" y="8297212"/>
                </a:lnTo>
                <a:cubicBezTo>
                  <a:pt x="15172257" y="8296598"/>
                  <a:pt x="15402493" y="8309169"/>
                  <a:pt x="15712187" y="8303388"/>
                </a:cubicBezTo>
                <a:cubicBezTo>
                  <a:pt x="15741142" y="8597901"/>
                  <a:pt x="15735766" y="8746541"/>
                  <a:pt x="15712187" y="8900976"/>
                </a:cubicBezTo>
                <a:cubicBezTo>
                  <a:pt x="15585399" y="8900845"/>
                  <a:pt x="15461720" y="8909440"/>
                  <a:pt x="15340799" y="8907349"/>
                </a:cubicBezTo>
                <a:lnTo>
                  <a:pt x="15234095" y="8901683"/>
                </a:lnTo>
                <a:lnTo>
                  <a:pt x="15187244" y="8902086"/>
                </a:lnTo>
                <a:cubicBezTo>
                  <a:pt x="15103595" y="8904186"/>
                  <a:pt x="14995387" y="8907740"/>
                  <a:pt x="14881076" y="8908853"/>
                </a:cubicBezTo>
                <a:lnTo>
                  <a:pt x="14836628" y="8908688"/>
                </a:lnTo>
                <a:lnTo>
                  <a:pt x="14835124" y="9034772"/>
                </a:lnTo>
                <a:cubicBezTo>
                  <a:pt x="14832009" y="9188168"/>
                  <a:pt x="14827706" y="9359316"/>
                  <a:pt x="14831560" y="9565779"/>
                </a:cubicBezTo>
                <a:cubicBezTo>
                  <a:pt x="14688218" y="9576231"/>
                  <a:pt x="14580785" y="9574838"/>
                  <a:pt x="14482372" y="9571528"/>
                </a:cubicBezTo>
                <a:lnTo>
                  <a:pt x="14371058" y="9567545"/>
                </a:lnTo>
                <a:lnTo>
                  <a:pt x="14308482" y="9571041"/>
                </a:lnTo>
                <a:lnTo>
                  <a:pt x="14173226" y="9566164"/>
                </a:lnTo>
                <a:lnTo>
                  <a:pt x="14032726" y="9570008"/>
                </a:lnTo>
                <a:cubicBezTo>
                  <a:pt x="13883868" y="9573923"/>
                  <a:pt x="13750508" y="9575797"/>
                  <a:pt x="13617403" y="9565779"/>
                </a:cubicBezTo>
                <a:lnTo>
                  <a:pt x="13553996" y="9563480"/>
                </a:lnTo>
                <a:lnTo>
                  <a:pt x="13518288" y="9565779"/>
                </a:lnTo>
                <a:cubicBezTo>
                  <a:pt x="13369379" y="9575921"/>
                  <a:pt x="13288361" y="9578001"/>
                  <a:pt x="13210744" y="9576506"/>
                </a:cubicBezTo>
                <a:lnTo>
                  <a:pt x="13180887" y="9575628"/>
                </a:lnTo>
                <a:lnTo>
                  <a:pt x="13130533" y="9576980"/>
                </a:lnTo>
                <a:lnTo>
                  <a:pt x="13023964" y="9569395"/>
                </a:lnTo>
                <a:lnTo>
                  <a:pt x="13014634" y="9569000"/>
                </a:lnTo>
                <a:cubicBezTo>
                  <a:pt x="12987435" y="9567916"/>
                  <a:pt x="12957426" y="9566819"/>
                  <a:pt x="12923599" y="9565779"/>
                </a:cubicBezTo>
                <a:cubicBezTo>
                  <a:pt x="12652981" y="9557459"/>
                  <a:pt x="12586678" y="9592982"/>
                  <a:pt x="12353689" y="9565779"/>
                </a:cubicBezTo>
                <a:cubicBezTo>
                  <a:pt x="12353656" y="9517852"/>
                  <a:pt x="12355004" y="9476810"/>
                  <a:pt x="12356704" y="9438797"/>
                </a:cubicBezTo>
                <a:lnTo>
                  <a:pt x="12360726" y="9353397"/>
                </a:lnTo>
                <a:lnTo>
                  <a:pt x="12353689" y="9169926"/>
                </a:lnTo>
                <a:cubicBezTo>
                  <a:pt x="12352863" y="9133869"/>
                  <a:pt x="12351228" y="9096423"/>
                  <a:pt x="12349544" y="9059206"/>
                </a:cubicBezTo>
                <a:lnTo>
                  <a:pt x="12349204" y="9050808"/>
                </a:lnTo>
                <a:lnTo>
                  <a:pt x="12273408" y="9051798"/>
                </a:lnTo>
                <a:cubicBezTo>
                  <a:pt x="11836950" y="9062008"/>
                  <a:pt x="11319861" y="9095578"/>
                  <a:pt x="10656095" y="9067234"/>
                </a:cubicBezTo>
                <a:lnTo>
                  <a:pt x="10621107" y="9066232"/>
                </a:lnTo>
                <a:lnTo>
                  <a:pt x="10081018" y="9061893"/>
                </a:lnTo>
                <a:cubicBezTo>
                  <a:pt x="9929088" y="9062445"/>
                  <a:pt x="9785524" y="9064052"/>
                  <a:pt x="9645022" y="9065903"/>
                </a:cubicBezTo>
                <a:lnTo>
                  <a:pt x="9607815" y="9066390"/>
                </a:lnTo>
                <a:lnTo>
                  <a:pt x="9609450" y="9163486"/>
                </a:lnTo>
                <a:cubicBezTo>
                  <a:pt x="9458246" y="9162159"/>
                  <a:pt x="9295795" y="9167290"/>
                  <a:pt x="9160503" y="9166588"/>
                </a:cubicBezTo>
                <a:lnTo>
                  <a:pt x="9047695" y="9163785"/>
                </a:lnTo>
                <a:lnTo>
                  <a:pt x="9034016" y="9163990"/>
                </a:lnTo>
                <a:cubicBezTo>
                  <a:pt x="9005605" y="9164150"/>
                  <a:pt x="8975280" y="9164026"/>
                  <a:pt x="8942283" y="9163486"/>
                </a:cubicBezTo>
                <a:cubicBezTo>
                  <a:pt x="8678306" y="9159170"/>
                  <a:pt x="8433626" y="9163361"/>
                  <a:pt x="8181712" y="9163486"/>
                </a:cubicBezTo>
                <a:cubicBezTo>
                  <a:pt x="8009129" y="9168652"/>
                  <a:pt x="7857191" y="9165549"/>
                  <a:pt x="7717621" y="9162706"/>
                </a:cubicBezTo>
                <a:lnTo>
                  <a:pt x="7713340" y="9162643"/>
                </a:lnTo>
                <a:lnTo>
                  <a:pt x="7701351" y="9163486"/>
                </a:lnTo>
                <a:cubicBezTo>
                  <a:pt x="7535119" y="9177090"/>
                  <a:pt x="7426935" y="9176219"/>
                  <a:pt x="7324055" y="9170485"/>
                </a:cubicBezTo>
                <a:lnTo>
                  <a:pt x="7266053" y="9166546"/>
                </a:lnTo>
                <a:lnTo>
                  <a:pt x="7135630" y="9173016"/>
                </a:lnTo>
                <a:cubicBezTo>
                  <a:pt x="6938102" y="9181917"/>
                  <a:pt x="6730395" y="9186387"/>
                  <a:pt x="6567168" y="9163486"/>
                </a:cubicBezTo>
                <a:lnTo>
                  <a:pt x="6559215" y="9162782"/>
                </a:lnTo>
                <a:lnTo>
                  <a:pt x="6488849" y="9162449"/>
                </a:lnTo>
                <a:cubicBezTo>
                  <a:pt x="6404122" y="9162165"/>
                  <a:pt x="6307694" y="9162226"/>
                  <a:pt x="6166867" y="9163486"/>
                </a:cubicBezTo>
                <a:lnTo>
                  <a:pt x="6128841" y="9163124"/>
                </a:lnTo>
                <a:lnTo>
                  <a:pt x="5972248" y="9169571"/>
                </a:lnTo>
                <a:cubicBezTo>
                  <a:pt x="5909345" y="9170803"/>
                  <a:pt x="5852473" y="9169636"/>
                  <a:pt x="5806596" y="9163486"/>
                </a:cubicBezTo>
                <a:lnTo>
                  <a:pt x="5713369" y="9155997"/>
                </a:lnTo>
                <a:lnTo>
                  <a:pt x="5629297" y="9155362"/>
                </a:lnTo>
                <a:lnTo>
                  <a:pt x="5592868" y="9156303"/>
                </a:lnTo>
                <a:cubicBezTo>
                  <a:pt x="5535253" y="9160058"/>
                  <a:pt x="5484390" y="9166209"/>
                  <a:pt x="5419640" y="9163486"/>
                </a:cubicBezTo>
                <a:lnTo>
                  <a:pt x="5364570" y="9161372"/>
                </a:lnTo>
                <a:lnTo>
                  <a:pt x="5312893" y="9163486"/>
                </a:lnTo>
                <a:cubicBezTo>
                  <a:pt x="5166952" y="9174426"/>
                  <a:pt x="5034267" y="9168636"/>
                  <a:pt x="4921016" y="9163006"/>
                </a:cubicBezTo>
                <a:lnTo>
                  <a:pt x="4873675" y="9161102"/>
                </a:lnTo>
                <a:lnTo>
                  <a:pt x="4845876" y="9163486"/>
                </a:lnTo>
                <a:cubicBezTo>
                  <a:pt x="4816156" y="9167285"/>
                  <a:pt x="4782491" y="9168468"/>
                  <a:pt x="4745906" y="9168284"/>
                </a:cubicBezTo>
                <a:lnTo>
                  <a:pt x="4630452" y="9164941"/>
                </a:lnTo>
                <a:lnTo>
                  <a:pt x="4530880" y="9174428"/>
                </a:lnTo>
                <a:cubicBezTo>
                  <a:pt x="4446468" y="9177902"/>
                  <a:pt x="4347356" y="9174658"/>
                  <a:pt x="4239517" y="9170258"/>
                </a:cubicBezTo>
                <a:lnTo>
                  <a:pt x="4229797" y="9169865"/>
                </a:lnTo>
                <a:lnTo>
                  <a:pt x="4135334" y="9171321"/>
                </a:lnTo>
                <a:cubicBezTo>
                  <a:pt x="4063448" y="9171064"/>
                  <a:pt x="3988230" y="9168196"/>
                  <a:pt x="3885154" y="9163486"/>
                </a:cubicBezTo>
                <a:cubicBezTo>
                  <a:pt x="3782079" y="9158776"/>
                  <a:pt x="3646049" y="9156365"/>
                  <a:pt x="3508731" y="9156337"/>
                </a:cubicBezTo>
                <a:lnTo>
                  <a:pt x="3327459" y="9157905"/>
                </a:lnTo>
                <a:lnTo>
                  <a:pt x="3217987" y="9163486"/>
                </a:lnTo>
                <a:cubicBezTo>
                  <a:pt x="2903009" y="9188981"/>
                  <a:pt x="2935551" y="9187370"/>
                  <a:pt x="2737626" y="9163486"/>
                </a:cubicBezTo>
                <a:lnTo>
                  <a:pt x="2714555" y="9161753"/>
                </a:lnTo>
                <a:lnTo>
                  <a:pt x="2644223" y="9163486"/>
                </a:lnTo>
                <a:cubicBezTo>
                  <a:pt x="2453881" y="9173999"/>
                  <a:pt x="2193447" y="9182785"/>
                  <a:pt x="2070459" y="9163486"/>
                </a:cubicBezTo>
                <a:lnTo>
                  <a:pt x="1996299" y="9156246"/>
                </a:lnTo>
                <a:lnTo>
                  <a:pt x="1870309" y="9163486"/>
                </a:lnTo>
                <a:cubicBezTo>
                  <a:pt x="1777188" y="9172306"/>
                  <a:pt x="1671807" y="9169409"/>
                  <a:pt x="1570676" y="9165755"/>
                </a:cubicBezTo>
                <a:lnTo>
                  <a:pt x="1570042" y="9165735"/>
                </a:lnTo>
                <a:lnTo>
                  <a:pt x="1498631" y="9173741"/>
                </a:lnTo>
                <a:cubicBezTo>
                  <a:pt x="1398798" y="9179940"/>
                  <a:pt x="1272690" y="9174609"/>
                  <a:pt x="1109738" y="9163486"/>
                </a:cubicBezTo>
                <a:lnTo>
                  <a:pt x="1039739" y="9159401"/>
                </a:lnTo>
                <a:lnTo>
                  <a:pt x="1009483" y="9158215"/>
                </a:lnTo>
                <a:cubicBezTo>
                  <a:pt x="967090" y="9156490"/>
                  <a:pt x="921988" y="9154683"/>
                  <a:pt x="874967" y="9153092"/>
                </a:cubicBezTo>
                <a:lnTo>
                  <a:pt x="629067" y="9149341"/>
                </a:lnTo>
                <a:lnTo>
                  <a:pt x="540487" y="9151078"/>
                </a:lnTo>
                <a:cubicBezTo>
                  <a:pt x="459699" y="9153383"/>
                  <a:pt x="370195" y="9157369"/>
                  <a:pt x="269107" y="9163486"/>
                </a:cubicBezTo>
                <a:cubicBezTo>
                  <a:pt x="276233" y="9042424"/>
                  <a:pt x="253638" y="8966524"/>
                  <a:pt x="269107" y="8822094"/>
                </a:cubicBezTo>
                <a:lnTo>
                  <a:pt x="269766" y="8809710"/>
                </a:lnTo>
                <a:lnTo>
                  <a:pt x="269107" y="8800303"/>
                </a:lnTo>
                <a:cubicBezTo>
                  <a:pt x="261132" y="8741730"/>
                  <a:pt x="264693" y="8688892"/>
                  <a:pt x="268467" y="8631719"/>
                </a:cubicBezTo>
                <a:lnTo>
                  <a:pt x="271013" y="8579561"/>
                </a:lnTo>
                <a:lnTo>
                  <a:pt x="268612" y="8522365"/>
                </a:lnTo>
                <a:cubicBezTo>
                  <a:pt x="267700" y="8492513"/>
                  <a:pt x="267525" y="8464026"/>
                  <a:pt x="269107" y="8437120"/>
                </a:cubicBezTo>
                <a:cubicBezTo>
                  <a:pt x="230916" y="8442719"/>
                  <a:pt x="189710" y="8439971"/>
                  <a:pt x="147051" y="8437197"/>
                </a:cubicBezTo>
                <a:lnTo>
                  <a:pt x="82831" y="8434090"/>
                </a:lnTo>
                <a:lnTo>
                  <a:pt x="16271" y="8437120"/>
                </a:lnTo>
                <a:cubicBezTo>
                  <a:pt x="14549" y="8370329"/>
                  <a:pt x="15634" y="8299618"/>
                  <a:pt x="17743" y="8228613"/>
                </a:cubicBezTo>
                <a:lnTo>
                  <a:pt x="18792" y="8199661"/>
                </a:lnTo>
                <a:lnTo>
                  <a:pt x="19518" y="8131244"/>
                </a:lnTo>
                <a:cubicBezTo>
                  <a:pt x="19426" y="8030755"/>
                  <a:pt x="18252" y="7930978"/>
                  <a:pt x="16271" y="7829635"/>
                </a:cubicBezTo>
                <a:cubicBezTo>
                  <a:pt x="15776" y="7804299"/>
                  <a:pt x="15804" y="7775907"/>
                  <a:pt x="16182" y="7745166"/>
                </a:cubicBezTo>
                <a:lnTo>
                  <a:pt x="17350" y="7687909"/>
                </a:lnTo>
                <a:lnTo>
                  <a:pt x="16271" y="7679470"/>
                </a:lnTo>
                <a:cubicBezTo>
                  <a:pt x="-14860" y="7518864"/>
                  <a:pt x="30126" y="7204334"/>
                  <a:pt x="16271" y="7071986"/>
                </a:cubicBezTo>
                <a:cubicBezTo>
                  <a:pt x="14540" y="7055443"/>
                  <a:pt x="13528" y="7035993"/>
                  <a:pt x="13047" y="7014171"/>
                </a:cubicBezTo>
                <a:lnTo>
                  <a:pt x="13018" y="6956939"/>
                </a:lnTo>
                <a:lnTo>
                  <a:pt x="9789" y="6917260"/>
                </a:lnTo>
                <a:cubicBezTo>
                  <a:pt x="6132" y="6844373"/>
                  <a:pt x="10139" y="6790236"/>
                  <a:pt x="14482" y="6741174"/>
                </a:cubicBezTo>
                <a:lnTo>
                  <a:pt x="20215" y="6662589"/>
                </a:lnTo>
                <a:lnTo>
                  <a:pt x="21276" y="6612845"/>
                </a:lnTo>
                <a:lnTo>
                  <a:pt x="21188" y="6595541"/>
                </a:lnTo>
                <a:cubicBezTo>
                  <a:pt x="20417" y="6578013"/>
                  <a:pt x="18868" y="6559529"/>
                  <a:pt x="16271" y="6539583"/>
                </a:cubicBezTo>
                <a:cubicBezTo>
                  <a:pt x="11078" y="6499692"/>
                  <a:pt x="8624" y="6455469"/>
                  <a:pt x="7828" y="6409323"/>
                </a:cubicBezTo>
                <a:lnTo>
                  <a:pt x="9321" y="6268852"/>
                </a:lnTo>
                <a:lnTo>
                  <a:pt x="6160" y="6214021"/>
                </a:lnTo>
                <a:cubicBezTo>
                  <a:pt x="1817" y="6095577"/>
                  <a:pt x="2169" y="5973039"/>
                  <a:pt x="6613" y="5840001"/>
                </a:cubicBezTo>
                <a:lnTo>
                  <a:pt x="12320" y="5716967"/>
                </a:lnTo>
                <a:lnTo>
                  <a:pt x="12422" y="5614939"/>
                </a:lnTo>
                <a:cubicBezTo>
                  <a:pt x="12992" y="5567693"/>
                  <a:pt x="14180" y="5520536"/>
                  <a:pt x="16271" y="5474778"/>
                </a:cubicBezTo>
                <a:cubicBezTo>
                  <a:pt x="18363" y="5429019"/>
                  <a:pt x="20118" y="5372057"/>
                  <a:pt x="21397" y="5307861"/>
                </a:cubicBezTo>
                <a:lnTo>
                  <a:pt x="22093" y="5262237"/>
                </a:lnTo>
                <a:lnTo>
                  <a:pt x="20693" y="5241486"/>
                </a:lnTo>
                <a:cubicBezTo>
                  <a:pt x="19378" y="5222234"/>
                  <a:pt x="17897" y="5200263"/>
                  <a:pt x="16271" y="5174449"/>
                </a:cubicBezTo>
                <a:cubicBezTo>
                  <a:pt x="8143" y="5045376"/>
                  <a:pt x="8161" y="4837503"/>
                  <a:pt x="10576" y="4646533"/>
                </a:cubicBezTo>
                <a:lnTo>
                  <a:pt x="12091" y="4546402"/>
                </a:lnTo>
                <a:lnTo>
                  <a:pt x="7248" y="4435602"/>
                </a:lnTo>
                <a:cubicBezTo>
                  <a:pt x="4365" y="4369537"/>
                  <a:pt x="1898" y="4305935"/>
                  <a:pt x="727" y="4243938"/>
                </a:cubicBezTo>
                <a:cubicBezTo>
                  <a:pt x="-444" y="4181943"/>
                  <a:pt x="-320" y="4121554"/>
                  <a:pt x="1978" y="4061916"/>
                </a:cubicBezTo>
                <a:lnTo>
                  <a:pt x="8175" y="3984944"/>
                </a:lnTo>
                <a:lnTo>
                  <a:pt x="8160" y="3984255"/>
                </a:lnTo>
                <a:cubicBezTo>
                  <a:pt x="8739" y="3951849"/>
                  <a:pt x="11035" y="3919391"/>
                  <a:pt x="16271" y="3884397"/>
                </a:cubicBezTo>
                <a:cubicBezTo>
                  <a:pt x="46367" y="3648424"/>
                  <a:pt x="-9591" y="3463122"/>
                  <a:pt x="16271" y="3126747"/>
                </a:cubicBezTo>
                <a:lnTo>
                  <a:pt x="19343" y="3084189"/>
                </a:lnTo>
                <a:lnTo>
                  <a:pt x="16271" y="3051665"/>
                </a:lnTo>
                <a:cubicBezTo>
                  <a:pt x="-10396" y="2824005"/>
                  <a:pt x="11536" y="2674001"/>
                  <a:pt x="17720" y="2459795"/>
                </a:cubicBezTo>
                <a:lnTo>
                  <a:pt x="17736" y="2458621"/>
                </a:lnTo>
                <a:lnTo>
                  <a:pt x="16271" y="2444180"/>
                </a:lnTo>
                <a:cubicBezTo>
                  <a:pt x="3266" y="2343731"/>
                  <a:pt x="7567" y="2276850"/>
                  <a:pt x="12968" y="2201972"/>
                </a:cubicBezTo>
                <a:lnTo>
                  <a:pt x="14718" y="2176493"/>
                </a:lnTo>
                <a:lnTo>
                  <a:pt x="13936" y="2155124"/>
                </a:lnTo>
                <a:cubicBezTo>
                  <a:pt x="10891" y="2055869"/>
                  <a:pt x="11879" y="1991022"/>
                  <a:pt x="13970" y="1944686"/>
                </a:cubicBezTo>
                <a:lnTo>
                  <a:pt x="16252" y="1906455"/>
                </a:lnTo>
                <a:lnTo>
                  <a:pt x="15706" y="1755336"/>
                </a:lnTo>
                <a:lnTo>
                  <a:pt x="11497" y="1708591"/>
                </a:lnTo>
                <a:cubicBezTo>
                  <a:pt x="3629" y="1562409"/>
                  <a:pt x="16994" y="1264423"/>
                  <a:pt x="16271" y="928881"/>
                </a:cubicBezTo>
                <a:lnTo>
                  <a:pt x="128200" y="931098"/>
                </a:lnTo>
                <a:lnTo>
                  <a:pt x="197507" y="928696"/>
                </a:lnTo>
                <a:cubicBezTo>
                  <a:pt x="257513" y="926002"/>
                  <a:pt x="321143" y="923369"/>
                  <a:pt x="400488" y="928881"/>
                </a:cubicBezTo>
                <a:lnTo>
                  <a:pt x="419211" y="929231"/>
                </a:lnTo>
                <a:lnTo>
                  <a:pt x="425013" y="928881"/>
                </a:lnTo>
                <a:cubicBezTo>
                  <a:pt x="453402" y="925508"/>
                  <a:pt x="482076" y="925063"/>
                  <a:pt x="511886" y="925982"/>
                </a:cubicBezTo>
                <a:lnTo>
                  <a:pt x="563642" y="928903"/>
                </a:lnTo>
                <a:lnTo>
                  <a:pt x="623094" y="926314"/>
                </a:lnTo>
                <a:cubicBezTo>
                  <a:pt x="693729" y="922702"/>
                  <a:pt x="762373" y="919946"/>
                  <a:pt x="833754" y="928881"/>
                </a:cubicBezTo>
                <a:lnTo>
                  <a:pt x="827349" y="1029723"/>
                </a:lnTo>
                <a:lnTo>
                  <a:pt x="859108" y="1029651"/>
                </a:lnTo>
                <a:lnTo>
                  <a:pt x="936744" y="1032319"/>
                </a:lnTo>
                <a:lnTo>
                  <a:pt x="970400" y="1031101"/>
                </a:lnTo>
                <a:cubicBezTo>
                  <a:pt x="1006462" y="1030822"/>
                  <a:pt x="1038790" y="1032189"/>
                  <a:pt x="1065177" y="1036731"/>
                </a:cubicBezTo>
                <a:cubicBezTo>
                  <a:pt x="1095644" y="1037761"/>
                  <a:pt x="1149815" y="1038200"/>
                  <a:pt x="1216958" y="1038298"/>
                </a:cubicBezTo>
                <a:lnTo>
                  <a:pt x="1372435" y="1037976"/>
                </a:lnTo>
                <a:lnTo>
                  <a:pt x="1407149" y="1036731"/>
                </a:lnTo>
                <a:lnTo>
                  <a:pt x="1449088" y="1037815"/>
                </a:lnTo>
                <a:lnTo>
                  <a:pt x="1881721" y="1036731"/>
                </a:lnTo>
                <a:cubicBezTo>
                  <a:pt x="2075265" y="1037941"/>
                  <a:pt x="2132363" y="1042998"/>
                  <a:pt x="2223692" y="1036731"/>
                </a:cubicBezTo>
                <a:lnTo>
                  <a:pt x="2388794" y="1033241"/>
                </a:lnTo>
                <a:lnTo>
                  <a:pt x="2487176" y="1025850"/>
                </a:lnTo>
                <a:cubicBezTo>
                  <a:pt x="2529750" y="1025432"/>
                  <a:pt x="2568517" y="1027556"/>
                  <a:pt x="2609183" y="1030222"/>
                </a:cubicBezTo>
                <a:lnTo>
                  <a:pt x="2632983" y="1031583"/>
                </a:lnTo>
                <a:lnTo>
                  <a:pt x="2921594" y="1036731"/>
                </a:lnTo>
                <a:cubicBezTo>
                  <a:pt x="3205899" y="1024077"/>
                  <a:pt x="3381637" y="1044321"/>
                  <a:pt x="3500851" y="1036731"/>
                </a:cubicBezTo>
                <a:lnTo>
                  <a:pt x="3680939" y="1030475"/>
                </a:lnTo>
                <a:lnTo>
                  <a:pt x="3751801" y="1023260"/>
                </a:lnTo>
                <a:cubicBezTo>
                  <a:pt x="3787351" y="1021088"/>
                  <a:pt x="3815464" y="1020962"/>
                  <a:pt x="3839494" y="1022058"/>
                </a:cubicBezTo>
                <a:lnTo>
                  <a:pt x="3883628" y="1027367"/>
                </a:lnTo>
                <a:lnTo>
                  <a:pt x="3981674" y="1027816"/>
                </a:lnTo>
                <a:cubicBezTo>
                  <a:pt x="4051655" y="1029281"/>
                  <a:pt x="4124799" y="1032081"/>
                  <a:pt x="4198752" y="1036731"/>
                </a:cubicBezTo>
                <a:lnTo>
                  <a:pt x="4243029" y="1038284"/>
                </a:lnTo>
                <a:lnTo>
                  <a:pt x="4303437" y="1036731"/>
                </a:lnTo>
                <a:cubicBezTo>
                  <a:pt x="4325481" y="1036475"/>
                  <a:pt x="4371644" y="1037889"/>
                  <a:pt x="4432463" y="1039769"/>
                </a:cubicBezTo>
                <a:lnTo>
                  <a:pt x="4442321" y="1040035"/>
                </a:lnTo>
                <a:lnTo>
                  <a:pt x="4473486" y="1038851"/>
                </a:lnTo>
                <a:cubicBezTo>
                  <a:pt x="4529496" y="1034908"/>
                  <a:pt x="4570697" y="1030257"/>
                  <a:pt x="4659366" y="1036731"/>
                </a:cubicBezTo>
                <a:cubicBezTo>
                  <a:pt x="4792368" y="1046442"/>
                  <a:pt x="4989652" y="1026661"/>
                  <a:pt x="5226622" y="1027358"/>
                </a:cubicBezTo>
                <a:lnTo>
                  <a:pt x="5237479" y="1027766"/>
                </a:lnTo>
                <a:lnTo>
                  <a:pt x="5270531" y="1025244"/>
                </a:lnTo>
                <a:cubicBezTo>
                  <a:pt x="5308869" y="1023490"/>
                  <a:pt x="5336901" y="1023544"/>
                  <a:pt x="5359242" y="1024609"/>
                </a:cubicBezTo>
                <a:lnTo>
                  <a:pt x="5455425" y="1035961"/>
                </a:lnTo>
                <a:lnTo>
                  <a:pt x="5475909" y="1036731"/>
                </a:lnTo>
                <a:lnTo>
                  <a:pt x="5479469" y="1036973"/>
                </a:lnTo>
                <a:lnTo>
                  <a:pt x="5559033" y="1038070"/>
                </a:lnTo>
                <a:cubicBezTo>
                  <a:pt x="5694762" y="1036001"/>
                  <a:pt x="5933583" y="1026671"/>
                  <a:pt x="6159852" y="1036731"/>
                </a:cubicBezTo>
                <a:lnTo>
                  <a:pt x="6271244" y="1038910"/>
                </a:lnTo>
                <a:lnTo>
                  <a:pt x="6292452" y="1036731"/>
                </a:lnTo>
                <a:cubicBezTo>
                  <a:pt x="6478844" y="1009838"/>
                  <a:pt x="6523807" y="1025897"/>
                  <a:pt x="6575290" y="1033648"/>
                </a:cubicBezTo>
                <a:lnTo>
                  <a:pt x="6613930" y="1035663"/>
                </a:lnTo>
                <a:lnTo>
                  <a:pt x="6698496" y="1033699"/>
                </a:lnTo>
                <a:cubicBezTo>
                  <a:pt x="6750648" y="1033197"/>
                  <a:pt x="6802858" y="1033816"/>
                  <a:pt x="6857752" y="1036731"/>
                </a:cubicBezTo>
                <a:cubicBezTo>
                  <a:pt x="6967542" y="1042561"/>
                  <a:pt x="7070320" y="1043059"/>
                  <a:pt x="7196328" y="1041851"/>
                </a:cubicBezTo>
                <a:lnTo>
                  <a:pt x="7555714" y="1038001"/>
                </a:lnTo>
                <a:lnTo>
                  <a:pt x="7569610" y="1036731"/>
                </a:lnTo>
                <a:cubicBezTo>
                  <a:pt x="7646868" y="1026619"/>
                  <a:pt x="7705288" y="1021500"/>
                  <a:pt x="7753565" y="1019525"/>
                </a:cubicBezTo>
                <a:cubicBezTo>
                  <a:pt x="7850117" y="1015574"/>
                  <a:pt x="7906092" y="1024200"/>
                  <a:pt x="7991035" y="1030615"/>
                </a:cubicBezTo>
                <a:lnTo>
                  <a:pt x="8140656" y="1036413"/>
                </a:lnTo>
                <a:lnTo>
                  <a:pt x="8320908" y="1026430"/>
                </a:lnTo>
                <a:cubicBezTo>
                  <a:pt x="8393470" y="1024657"/>
                  <a:pt x="8473746" y="1024372"/>
                  <a:pt x="8553188" y="1025060"/>
                </a:cubicBezTo>
                <a:lnTo>
                  <a:pt x="8847545" y="1033686"/>
                </a:lnTo>
                <a:lnTo>
                  <a:pt x="8959418" y="1033028"/>
                </a:lnTo>
                <a:cubicBezTo>
                  <a:pt x="9033307" y="1033239"/>
                  <a:pt x="9110929" y="1034269"/>
                  <a:pt x="9188740" y="1036731"/>
                </a:cubicBezTo>
                <a:cubicBezTo>
                  <a:pt x="9344363" y="1041656"/>
                  <a:pt x="9478511" y="1045642"/>
                  <a:pt x="9623578" y="1046404"/>
                </a:cubicBezTo>
                <a:lnTo>
                  <a:pt x="9649409" y="1046228"/>
                </a:lnTo>
                <a:lnTo>
                  <a:pt x="9886640" y="1036731"/>
                </a:lnTo>
                <a:cubicBezTo>
                  <a:pt x="10056538" y="1025792"/>
                  <a:pt x="10182162" y="1024179"/>
                  <a:pt x="10304568" y="1026107"/>
                </a:cubicBezTo>
                <a:lnTo>
                  <a:pt x="10361469" y="1027624"/>
                </a:lnTo>
                <a:lnTo>
                  <a:pt x="10394258" y="1026367"/>
                </a:lnTo>
                <a:cubicBezTo>
                  <a:pt x="10637615" y="1018061"/>
                  <a:pt x="10804955" y="1017326"/>
                  <a:pt x="10940470" y="1036731"/>
                </a:cubicBezTo>
                <a:lnTo>
                  <a:pt x="10989823" y="1040846"/>
                </a:lnTo>
                <a:lnTo>
                  <a:pt x="11045155" y="1036731"/>
                </a:lnTo>
                <a:cubicBezTo>
                  <a:pt x="11101674" y="1029451"/>
                  <a:pt x="11406114" y="1022131"/>
                  <a:pt x="11649757" y="1027146"/>
                </a:cubicBezTo>
                <a:lnTo>
                  <a:pt x="11820698" y="1034877"/>
                </a:lnTo>
                <a:lnTo>
                  <a:pt x="11954454" y="1030982"/>
                </a:lnTo>
                <a:cubicBezTo>
                  <a:pt x="12078004" y="1030826"/>
                  <a:pt x="12161106" y="1037982"/>
                  <a:pt x="12303298" y="1038686"/>
                </a:cubicBezTo>
                <a:lnTo>
                  <a:pt x="12354516" y="1038520"/>
                </a:lnTo>
                <a:lnTo>
                  <a:pt x="12355062" y="1023191"/>
                </a:lnTo>
                <a:lnTo>
                  <a:pt x="12346332" y="738940"/>
                </a:lnTo>
                <a:cubicBezTo>
                  <a:pt x="12339542" y="509822"/>
                  <a:pt x="12335204" y="244983"/>
                  <a:pt x="12353689" y="10698"/>
                </a:cubicBezTo>
                <a:cubicBezTo>
                  <a:pt x="12513370" y="-9732"/>
                  <a:pt x="12653965" y="10724"/>
                  <a:pt x="12898821" y="10698"/>
                </a:cubicBezTo>
                <a:cubicBezTo>
                  <a:pt x="13059508" y="10681"/>
                  <a:pt x="13239494" y="325"/>
                  <a:pt x="13382260" y="7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 dirty="0"/>
          </a:p>
        </p:txBody>
      </p:sp>
      <p:sp>
        <p:nvSpPr>
          <p:cNvPr id="23" name="Forma libre: forma 22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DE964223-F357-4844-BE2E-33D251750B3F}"/>
              </a:ext>
            </a:extLst>
          </p:cNvPr>
          <p:cNvSpPr/>
          <p:nvPr/>
        </p:nvSpPr>
        <p:spPr>
          <a:xfrm rot="10800000">
            <a:off x="3250465" y="204292"/>
            <a:ext cx="5085452" cy="4170343"/>
          </a:xfrm>
          <a:custGeom>
            <a:avLst/>
            <a:gdLst>
              <a:gd name="connsiteX0" fmla="*/ 420 w 2321632"/>
              <a:gd name="connsiteY0" fmla="*/ 571106 h 2380667"/>
              <a:gd name="connsiteX1" fmla="*/ 22255 w 2321632"/>
              <a:gd name="connsiteY1" fmla="*/ 80922 h 2380667"/>
              <a:gd name="connsiteX2" fmla="*/ 85858 w 2321632"/>
              <a:gd name="connsiteY2" fmla="*/ 76554 h 2380667"/>
              <a:gd name="connsiteX3" fmla="*/ 262886 w 2321632"/>
              <a:gd name="connsiteY3" fmla="*/ 80922 h 2380667"/>
              <a:gd name="connsiteX4" fmla="*/ 262886 w 2321632"/>
              <a:gd name="connsiteY4" fmla="*/ 582783 h 2380667"/>
              <a:gd name="connsiteX5" fmla="*/ 262767 w 2321632"/>
              <a:gd name="connsiteY5" fmla="*/ 584088 h 2380667"/>
              <a:gd name="connsiteX6" fmla="*/ 262886 w 2321632"/>
              <a:gd name="connsiteY6" fmla="*/ 651219 h 2380667"/>
              <a:gd name="connsiteX7" fmla="*/ 257950 w 2321632"/>
              <a:gd name="connsiteY7" fmla="*/ 835478 h 2380667"/>
              <a:gd name="connsiteX8" fmla="*/ 262797 w 2321632"/>
              <a:gd name="connsiteY8" fmla="*/ 951849 h 2380667"/>
              <a:gd name="connsiteX9" fmla="*/ 262886 w 2321632"/>
              <a:gd name="connsiteY9" fmla="*/ 1107457 h 2380667"/>
              <a:gd name="connsiteX10" fmla="*/ 262134 w 2321632"/>
              <a:gd name="connsiteY10" fmla="*/ 1154344 h 2380667"/>
              <a:gd name="connsiteX11" fmla="*/ 262886 w 2321632"/>
              <a:gd name="connsiteY11" fmla="*/ 1175892 h 2380667"/>
              <a:gd name="connsiteX12" fmla="*/ 272270 w 2321632"/>
              <a:gd name="connsiteY12" fmla="*/ 1618556 h 2380667"/>
              <a:gd name="connsiteX13" fmla="*/ 262946 w 2321632"/>
              <a:gd name="connsiteY13" fmla="*/ 1745370 h 2380667"/>
              <a:gd name="connsiteX14" fmla="*/ 263052 w 2321632"/>
              <a:gd name="connsiteY14" fmla="*/ 1863836 h 2380667"/>
              <a:gd name="connsiteX15" fmla="*/ 267091 w 2321632"/>
              <a:gd name="connsiteY15" fmla="*/ 2006480 h 2380667"/>
              <a:gd name="connsiteX16" fmla="*/ 270031 w 2321632"/>
              <a:gd name="connsiteY16" fmla="*/ 2117679 h 2380667"/>
              <a:gd name="connsiteX17" fmla="*/ 325384 w 2321632"/>
              <a:gd name="connsiteY17" fmla="*/ 2115907 h 2380667"/>
              <a:gd name="connsiteX18" fmla="*/ 411769 w 2321632"/>
              <a:gd name="connsiteY18" fmla="*/ 2115177 h 2380667"/>
              <a:gd name="connsiteX19" fmla="*/ 465907 w 2321632"/>
              <a:gd name="connsiteY19" fmla="*/ 2117993 h 2380667"/>
              <a:gd name="connsiteX20" fmla="*/ 471777 w 2321632"/>
              <a:gd name="connsiteY20" fmla="*/ 2117821 h 2380667"/>
              <a:gd name="connsiteX21" fmla="*/ 601326 w 2321632"/>
              <a:gd name="connsiteY21" fmla="*/ 2121478 h 2380667"/>
              <a:gd name="connsiteX22" fmla="*/ 997462 w 2321632"/>
              <a:gd name="connsiteY22" fmla="*/ 2120317 h 2380667"/>
              <a:gd name="connsiteX23" fmla="*/ 1071738 w 2321632"/>
              <a:gd name="connsiteY23" fmla="*/ 2121133 h 2380667"/>
              <a:gd name="connsiteX24" fmla="*/ 1375547 w 2321632"/>
              <a:gd name="connsiteY24" fmla="*/ 2113726 h 2380667"/>
              <a:gd name="connsiteX25" fmla="*/ 1501291 w 2321632"/>
              <a:gd name="connsiteY25" fmla="*/ 2116998 h 2380667"/>
              <a:gd name="connsiteX26" fmla="*/ 1542213 w 2321632"/>
              <a:gd name="connsiteY26" fmla="*/ 2116400 h 2380667"/>
              <a:gd name="connsiteX27" fmla="*/ 1673484 w 2321632"/>
              <a:gd name="connsiteY27" fmla="*/ 2121478 h 2380667"/>
              <a:gd name="connsiteX28" fmla="*/ 2024277 w 2321632"/>
              <a:gd name="connsiteY28" fmla="*/ 2123286 h 2380667"/>
              <a:gd name="connsiteX29" fmla="*/ 2061013 w 2321632"/>
              <a:gd name="connsiteY29" fmla="*/ 2122655 h 2380667"/>
              <a:gd name="connsiteX30" fmla="*/ 2061049 w 2321632"/>
              <a:gd name="connsiteY30" fmla="*/ 2116789 h 2380667"/>
              <a:gd name="connsiteX31" fmla="*/ 2071587 w 2321632"/>
              <a:gd name="connsiteY31" fmla="*/ 1843310 h 2380667"/>
              <a:gd name="connsiteX32" fmla="*/ 2071587 w 2321632"/>
              <a:gd name="connsiteY32" fmla="*/ 1253763 h 2380667"/>
              <a:gd name="connsiteX33" fmla="*/ 2071587 w 2321632"/>
              <a:gd name="connsiteY33" fmla="*/ 687797 h 2380667"/>
              <a:gd name="connsiteX34" fmla="*/ 2071587 w 2321632"/>
              <a:gd name="connsiteY34" fmla="*/ 3922 h 2380667"/>
              <a:gd name="connsiteX35" fmla="*/ 2186268 w 2321632"/>
              <a:gd name="connsiteY35" fmla="*/ 392 h 2380667"/>
              <a:gd name="connsiteX36" fmla="*/ 2312218 w 2321632"/>
              <a:gd name="connsiteY36" fmla="*/ 3922 h 2380667"/>
              <a:gd name="connsiteX37" fmla="*/ 2309837 w 2321632"/>
              <a:gd name="connsiteY37" fmla="*/ 431985 h 2380667"/>
              <a:gd name="connsiteX38" fmla="*/ 2311112 w 2321632"/>
              <a:gd name="connsiteY38" fmla="*/ 505812 h 2380667"/>
              <a:gd name="connsiteX39" fmla="*/ 2312218 w 2321632"/>
              <a:gd name="connsiteY39" fmla="*/ 522724 h 2380667"/>
              <a:gd name="connsiteX40" fmla="*/ 2321632 w 2321632"/>
              <a:gd name="connsiteY40" fmla="*/ 686171 h 2380667"/>
              <a:gd name="connsiteX41" fmla="*/ 2320448 w 2321632"/>
              <a:gd name="connsiteY41" fmla="*/ 789523 h 2380667"/>
              <a:gd name="connsiteX42" fmla="*/ 2321014 w 2321632"/>
              <a:gd name="connsiteY42" fmla="*/ 804625 h 2380667"/>
              <a:gd name="connsiteX43" fmla="*/ 2319840 w 2321632"/>
              <a:gd name="connsiteY43" fmla="*/ 842514 h 2380667"/>
              <a:gd name="connsiteX44" fmla="*/ 2319730 w 2321632"/>
              <a:gd name="connsiteY44" fmla="*/ 852190 h 2380667"/>
              <a:gd name="connsiteX45" fmla="*/ 2318505 w 2321632"/>
              <a:gd name="connsiteY45" fmla="*/ 885631 h 2380667"/>
              <a:gd name="connsiteX46" fmla="*/ 2313481 w 2321632"/>
              <a:gd name="connsiteY46" fmla="*/ 1047921 h 2380667"/>
              <a:gd name="connsiteX47" fmla="*/ 2312218 w 2321632"/>
              <a:gd name="connsiteY47" fmla="*/ 1135853 h 2380667"/>
              <a:gd name="connsiteX48" fmla="*/ 2311787 w 2321632"/>
              <a:gd name="connsiteY48" fmla="*/ 1383482 h 2380667"/>
              <a:gd name="connsiteX49" fmla="*/ 2312105 w 2321632"/>
              <a:gd name="connsiteY49" fmla="*/ 1653395 h 2380667"/>
              <a:gd name="connsiteX50" fmla="*/ 2312218 w 2321632"/>
              <a:gd name="connsiteY50" fmla="*/ 1654655 h 2380667"/>
              <a:gd name="connsiteX51" fmla="*/ 2316436 w 2321632"/>
              <a:gd name="connsiteY51" fmla="*/ 1782704 h 2380667"/>
              <a:gd name="connsiteX52" fmla="*/ 2313742 w 2321632"/>
              <a:gd name="connsiteY52" fmla="*/ 1853702 h 2380667"/>
              <a:gd name="connsiteX53" fmla="*/ 2314885 w 2321632"/>
              <a:gd name="connsiteY53" fmla="*/ 1932222 h 2380667"/>
              <a:gd name="connsiteX54" fmla="*/ 2314552 w 2321632"/>
              <a:gd name="connsiteY54" fmla="*/ 2221679 h 2380667"/>
              <a:gd name="connsiteX55" fmla="*/ 2314372 w 2321632"/>
              <a:gd name="connsiteY55" fmla="*/ 2232996 h 2380667"/>
              <a:gd name="connsiteX56" fmla="*/ 2314476 w 2321632"/>
              <a:gd name="connsiteY56" fmla="*/ 2281503 h 2380667"/>
              <a:gd name="connsiteX57" fmla="*/ 2312221 w 2321632"/>
              <a:gd name="connsiteY57" fmla="*/ 2361964 h 2380667"/>
              <a:gd name="connsiteX58" fmla="*/ 2312218 w 2321632"/>
              <a:gd name="connsiteY58" fmla="*/ 2362112 h 2380667"/>
              <a:gd name="connsiteX59" fmla="*/ 2141862 w 2321632"/>
              <a:gd name="connsiteY59" fmla="*/ 2364340 h 2380667"/>
              <a:gd name="connsiteX60" fmla="*/ 2128114 w 2321632"/>
              <a:gd name="connsiteY60" fmla="*/ 2363904 h 2380667"/>
              <a:gd name="connsiteX61" fmla="*/ 2057107 w 2321632"/>
              <a:gd name="connsiteY61" fmla="*/ 2366537 h 2380667"/>
              <a:gd name="connsiteX62" fmla="*/ 1846491 w 2321632"/>
              <a:gd name="connsiteY62" fmla="*/ 2373100 h 2380667"/>
              <a:gd name="connsiteX63" fmla="*/ 1760852 w 2321632"/>
              <a:gd name="connsiteY63" fmla="*/ 2364099 h 2380667"/>
              <a:gd name="connsiteX64" fmla="*/ 1618745 w 2321632"/>
              <a:gd name="connsiteY64" fmla="*/ 2374693 h 2380667"/>
              <a:gd name="connsiteX65" fmla="*/ 1194435 w 2321632"/>
              <a:gd name="connsiteY65" fmla="*/ 2362109 h 2380667"/>
              <a:gd name="connsiteX66" fmla="*/ 624138 w 2321632"/>
              <a:gd name="connsiteY66" fmla="*/ 2362109 h 2380667"/>
              <a:gd name="connsiteX67" fmla="*/ 615255 w 2321632"/>
              <a:gd name="connsiteY67" fmla="*/ 2361713 h 2380667"/>
              <a:gd name="connsiteX68" fmla="*/ 478136 w 2321632"/>
              <a:gd name="connsiteY68" fmla="*/ 2360000 h 2380667"/>
              <a:gd name="connsiteX69" fmla="*/ 261416 w 2321632"/>
              <a:gd name="connsiteY69" fmla="*/ 2363744 h 2380667"/>
              <a:gd name="connsiteX70" fmla="*/ 205944 w 2321632"/>
              <a:gd name="connsiteY70" fmla="*/ 2364158 h 2380667"/>
              <a:gd name="connsiteX71" fmla="*/ 141925 w 2321632"/>
              <a:gd name="connsiteY71" fmla="*/ 2366461 h 2380667"/>
              <a:gd name="connsiteX72" fmla="*/ 22255 w 2321632"/>
              <a:gd name="connsiteY72" fmla="*/ 2362110 h 2380667"/>
              <a:gd name="connsiteX73" fmla="*/ 22255 w 2321632"/>
              <a:gd name="connsiteY73" fmla="*/ 1837437 h 2380667"/>
              <a:gd name="connsiteX74" fmla="*/ 25372 w 2321632"/>
              <a:gd name="connsiteY74" fmla="*/ 1784712 h 2380667"/>
              <a:gd name="connsiteX75" fmla="*/ 22255 w 2321632"/>
              <a:gd name="connsiteY75" fmla="*/ 1746189 h 2380667"/>
              <a:gd name="connsiteX76" fmla="*/ 24578 w 2321632"/>
              <a:gd name="connsiteY76" fmla="*/ 1428721 h 2380667"/>
              <a:gd name="connsiteX77" fmla="*/ 26983 w 2321632"/>
              <a:gd name="connsiteY77" fmla="*/ 1376417 h 2380667"/>
              <a:gd name="connsiteX78" fmla="*/ 22255 w 2321632"/>
              <a:gd name="connsiteY78" fmla="*/ 1221516 h 2380667"/>
              <a:gd name="connsiteX79" fmla="*/ 17862 w 2321632"/>
              <a:gd name="connsiteY79" fmla="*/ 1074894 h 2380667"/>
              <a:gd name="connsiteX80" fmla="*/ 5890 w 2321632"/>
              <a:gd name="connsiteY80" fmla="*/ 923987 h 2380667"/>
              <a:gd name="connsiteX81" fmla="*/ 460 w 2321632"/>
              <a:gd name="connsiteY81" fmla="*/ 730093 h 2380667"/>
              <a:gd name="connsiteX82" fmla="*/ 420 w 2321632"/>
              <a:gd name="connsiteY82" fmla="*/ 571106 h 2380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321632" h="2380667">
                <a:moveTo>
                  <a:pt x="420" y="571106"/>
                </a:moveTo>
                <a:cubicBezTo>
                  <a:pt x="2153" y="408366"/>
                  <a:pt x="9260" y="237020"/>
                  <a:pt x="22255" y="80922"/>
                </a:cubicBezTo>
                <a:cubicBezTo>
                  <a:pt x="42301" y="78229"/>
                  <a:pt x="63886" y="76961"/>
                  <a:pt x="85858" y="76554"/>
                </a:cubicBezTo>
                <a:cubicBezTo>
                  <a:pt x="151773" y="75334"/>
                  <a:pt x="221163" y="81863"/>
                  <a:pt x="262886" y="80922"/>
                </a:cubicBezTo>
                <a:cubicBezTo>
                  <a:pt x="258839" y="208068"/>
                  <a:pt x="286972" y="471390"/>
                  <a:pt x="262886" y="582783"/>
                </a:cubicBezTo>
                <a:lnTo>
                  <a:pt x="262767" y="584088"/>
                </a:lnTo>
                <a:lnTo>
                  <a:pt x="262886" y="651219"/>
                </a:lnTo>
                <a:lnTo>
                  <a:pt x="257950" y="835478"/>
                </a:lnTo>
                <a:lnTo>
                  <a:pt x="262797" y="951849"/>
                </a:lnTo>
                <a:cubicBezTo>
                  <a:pt x="264312" y="1002256"/>
                  <a:pt x="264841" y="1054543"/>
                  <a:pt x="262886" y="1107457"/>
                </a:cubicBezTo>
                <a:lnTo>
                  <a:pt x="262134" y="1154344"/>
                </a:lnTo>
                <a:lnTo>
                  <a:pt x="262886" y="1175892"/>
                </a:lnTo>
                <a:cubicBezTo>
                  <a:pt x="272215" y="1356849"/>
                  <a:pt x="277730" y="1490558"/>
                  <a:pt x="272270" y="1618556"/>
                </a:cubicBezTo>
                <a:lnTo>
                  <a:pt x="262946" y="1745370"/>
                </a:lnTo>
                <a:lnTo>
                  <a:pt x="263052" y="1863836"/>
                </a:lnTo>
                <a:cubicBezTo>
                  <a:pt x="264092" y="1911556"/>
                  <a:pt x="265629" y="1959563"/>
                  <a:pt x="267091" y="2006480"/>
                </a:cubicBezTo>
                <a:lnTo>
                  <a:pt x="270031" y="2117679"/>
                </a:lnTo>
                <a:lnTo>
                  <a:pt x="325384" y="2115907"/>
                </a:lnTo>
                <a:cubicBezTo>
                  <a:pt x="354249" y="2115184"/>
                  <a:pt x="382741" y="2114812"/>
                  <a:pt x="411769" y="2115177"/>
                </a:cubicBezTo>
                <a:lnTo>
                  <a:pt x="465907" y="2117993"/>
                </a:lnTo>
                <a:lnTo>
                  <a:pt x="471777" y="2117821"/>
                </a:lnTo>
                <a:cubicBezTo>
                  <a:pt x="512943" y="2117418"/>
                  <a:pt x="554971" y="2118232"/>
                  <a:pt x="601326" y="2121478"/>
                </a:cubicBezTo>
                <a:cubicBezTo>
                  <a:pt x="740390" y="2131217"/>
                  <a:pt x="881977" y="2122364"/>
                  <a:pt x="997462" y="2120317"/>
                </a:cubicBezTo>
                <a:lnTo>
                  <a:pt x="1071738" y="2121133"/>
                </a:lnTo>
                <a:lnTo>
                  <a:pt x="1375547" y="2113726"/>
                </a:lnTo>
                <a:lnTo>
                  <a:pt x="1501291" y="2116998"/>
                </a:lnTo>
                <a:lnTo>
                  <a:pt x="1542213" y="2116400"/>
                </a:lnTo>
                <a:cubicBezTo>
                  <a:pt x="1592454" y="2116521"/>
                  <a:pt x="1637954" y="2117879"/>
                  <a:pt x="1673484" y="2121478"/>
                </a:cubicBezTo>
                <a:cubicBezTo>
                  <a:pt x="1800915" y="2128976"/>
                  <a:pt x="1894473" y="2125897"/>
                  <a:pt x="2024277" y="2123286"/>
                </a:cubicBezTo>
                <a:lnTo>
                  <a:pt x="2061013" y="2122655"/>
                </a:lnTo>
                <a:lnTo>
                  <a:pt x="2061049" y="2116789"/>
                </a:lnTo>
                <a:cubicBezTo>
                  <a:pt x="2063985" y="2043559"/>
                  <a:pt x="2070434" y="1965637"/>
                  <a:pt x="2071587" y="1843310"/>
                </a:cubicBezTo>
                <a:cubicBezTo>
                  <a:pt x="2073893" y="1598655"/>
                  <a:pt x="2065184" y="1508323"/>
                  <a:pt x="2071587" y="1253763"/>
                </a:cubicBezTo>
                <a:cubicBezTo>
                  <a:pt x="2056858" y="977154"/>
                  <a:pt x="2085176" y="814706"/>
                  <a:pt x="2071587" y="687797"/>
                </a:cubicBezTo>
                <a:cubicBezTo>
                  <a:pt x="2057998" y="560888"/>
                  <a:pt x="2053243" y="221808"/>
                  <a:pt x="2071587" y="3922"/>
                </a:cubicBezTo>
                <a:cubicBezTo>
                  <a:pt x="2106917" y="-160"/>
                  <a:pt x="2145653" y="-472"/>
                  <a:pt x="2186268" y="392"/>
                </a:cubicBezTo>
                <a:cubicBezTo>
                  <a:pt x="2226882" y="1257"/>
                  <a:pt x="2269375" y="3297"/>
                  <a:pt x="2312218" y="3922"/>
                </a:cubicBezTo>
                <a:cubicBezTo>
                  <a:pt x="2321567" y="90164"/>
                  <a:pt x="2311380" y="277877"/>
                  <a:pt x="2309837" y="431985"/>
                </a:cubicBezTo>
                <a:lnTo>
                  <a:pt x="2311112" y="505812"/>
                </a:lnTo>
                <a:lnTo>
                  <a:pt x="2312218" y="522724"/>
                </a:lnTo>
                <a:cubicBezTo>
                  <a:pt x="2318082" y="575219"/>
                  <a:pt x="2320800" y="630481"/>
                  <a:pt x="2321632" y="686171"/>
                </a:cubicBezTo>
                <a:lnTo>
                  <a:pt x="2320448" y="789523"/>
                </a:lnTo>
                <a:lnTo>
                  <a:pt x="2321014" y="804625"/>
                </a:lnTo>
                <a:lnTo>
                  <a:pt x="2319840" y="842514"/>
                </a:lnTo>
                <a:lnTo>
                  <a:pt x="2319730" y="852190"/>
                </a:lnTo>
                <a:lnTo>
                  <a:pt x="2318505" y="885631"/>
                </a:lnTo>
                <a:lnTo>
                  <a:pt x="2313481" y="1047921"/>
                </a:lnTo>
                <a:lnTo>
                  <a:pt x="2312218" y="1135853"/>
                </a:lnTo>
                <a:cubicBezTo>
                  <a:pt x="2313931" y="1210308"/>
                  <a:pt x="2312787" y="1287073"/>
                  <a:pt x="2311787" y="1383482"/>
                </a:cubicBezTo>
                <a:lnTo>
                  <a:pt x="2312105" y="1653395"/>
                </a:lnTo>
                <a:lnTo>
                  <a:pt x="2312218" y="1654655"/>
                </a:lnTo>
                <a:cubicBezTo>
                  <a:pt x="2316851" y="1685104"/>
                  <a:pt x="2317568" y="1729489"/>
                  <a:pt x="2316436" y="1782704"/>
                </a:cubicBezTo>
                <a:lnTo>
                  <a:pt x="2313742" y="1853702"/>
                </a:lnTo>
                <a:lnTo>
                  <a:pt x="2314885" y="1932222"/>
                </a:lnTo>
                <a:cubicBezTo>
                  <a:pt x="2316286" y="2041727"/>
                  <a:pt x="2316291" y="2103728"/>
                  <a:pt x="2314552" y="2221679"/>
                </a:cubicBezTo>
                <a:lnTo>
                  <a:pt x="2314372" y="2232996"/>
                </a:lnTo>
                <a:lnTo>
                  <a:pt x="2314476" y="2281503"/>
                </a:lnTo>
                <a:lnTo>
                  <a:pt x="2312221" y="2361964"/>
                </a:lnTo>
                <a:lnTo>
                  <a:pt x="2312218" y="2362112"/>
                </a:lnTo>
                <a:cubicBezTo>
                  <a:pt x="2246755" y="2361458"/>
                  <a:pt x="2204066" y="2364919"/>
                  <a:pt x="2141862" y="2364340"/>
                </a:cubicBezTo>
                <a:lnTo>
                  <a:pt x="2128114" y="2363904"/>
                </a:lnTo>
                <a:lnTo>
                  <a:pt x="2057107" y="2366537"/>
                </a:lnTo>
                <a:cubicBezTo>
                  <a:pt x="1978235" y="2370231"/>
                  <a:pt x="1906778" y="2374281"/>
                  <a:pt x="1846491" y="2373100"/>
                </a:cubicBezTo>
                <a:lnTo>
                  <a:pt x="1760852" y="2364099"/>
                </a:lnTo>
                <a:lnTo>
                  <a:pt x="1618745" y="2374693"/>
                </a:lnTo>
                <a:cubicBezTo>
                  <a:pt x="1463507" y="2384310"/>
                  <a:pt x="1342233" y="2383797"/>
                  <a:pt x="1194435" y="2362109"/>
                </a:cubicBezTo>
                <a:cubicBezTo>
                  <a:pt x="1051251" y="2339453"/>
                  <a:pt x="880929" y="2379162"/>
                  <a:pt x="624138" y="2362109"/>
                </a:cubicBezTo>
                <a:lnTo>
                  <a:pt x="615255" y="2361713"/>
                </a:lnTo>
                <a:lnTo>
                  <a:pt x="478136" y="2360000"/>
                </a:lnTo>
                <a:cubicBezTo>
                  <a:pt x="400991" y="2360436"/>
                  <a:pt x="332342" y="2362538"/>
                  <a:pt x="261416" y="2363744"/>
                </a:cubicBezTo>
                <a:lnTo>
                  <a:pt x="205944" y="2364158"/>
                </a:lnTo>
                <a:lnTo>
                  <a:pt x="141925" y="2366461"/>
                </a:lnTo>
                <a:cubicBezTo>
                  <a:pt x="101154" y="2367175"/>
                  <a:pt x="60598" y="2366439"/>
                  <a:pt x="22255" y="2362110"/>
                </a:cubicBezTo>
                <a:cubicBezTo>
                  <a:pt x="22454" y="2175181"/>
                  <a:pt x="1982" y="2029591"/>
                  <a:pt x="22255" y="1837437"/>
                </a:cubicBezTo>
                <a:lnTo>
                  <a:pt x="25372" y="1784712"/>
                </a:lnTo>
                <a:lnTo>
                  <a:pt x="22255" y="1746189"/>
                </a:lnTo>
                <a:cubicBezTo>
                  <a:pt x="11091" y="1621686"/>
                  <a:pt x="18222" y="1523619"/>
                  <a:pt x="24578" y="1428721"/>
                </a:cubicBezTo>
                <a:lnTo>
                  <a:pt x="26983" y="1376417"/>
                </a:lnTo>
                <a:lnTo>
                  <a:pt x="22255" y="1221516"/>
                </a:lnTo>
                <a:lnTo>
                  <a:pt x="17862" y="1074894"/>
                </a:lnTo>
                <a:lnTo>
                  <a:pt x="5890" y="923987"/>
                </a:lnTo>
                <a:cubicBezTo>
                  <a:pt x="3083" y="864023"/>
                  <a:pt x="1258" y="798693"/>
                  <a:pt x="460" y="730093"/>
                </a:cubicBezTo>
                <a:cubicBezTo>
                  <a:pt x="-138" y="678642"/>
                  <a:pt x="-157" y="625352"/>
                  <a:pt x="420" y="571106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24" name="Forma libre: forma 23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B27E5BE0-EBCF-40E3-90F9-88E21D41221E}"/>
              </a:ext>
            </a:extLst>
          </p:cNvPr>
          <p:cNvSpPr/>
          <p:nvPr/>
        </p:nvSpPr>
        <p:spPr>
          <a:xfrm>
            <a:off x="4291502" y="1345917"/>
            <a:ext cx="3235112" cy="2652964"/>
          </a:xfrm>
          <a:custGeom>
            <a:avLst/>
            <a:gdLst>
              <a:gd name="connsiteX0" fmla="*/ 420 w 2321632"/>
              <a:gd name="connsiteY0" fmla="*/ 571106 h 2380667"/>
              <a:gd name="connsiteX1" fmla="*/ 22255 w 2321632"/>
              <a:gd name="connsiteY1" fmla="*/ 80922 h 2380667"/>
              <a:gd name="connsiteX2" fmla="*/ 85858 w 2321632"/>
              <a:gd name="connsiteY2" fmla="*/ 76554 h 2380667"/>
              <a:gd name="connsiteX3" fmla="*/ 262886 w 2321632"/>
              <a:gd name="connsiteY3" fmla="*/ 80922 h 2380667"/>
              <a:gd name="connsiteX4" fmla="*/ 262886 w 2321632"/>
              <a:gd name="connsiteY4" fmla="*/ 582783 h 2380667"/>
              <a:gd name="connsiteX5" fmla="*/ 262767 w 2321632"/>
              <a:gd name="connsiteY5" fmla="*/ 584088 h 2380667"/>
              <a:gd name="connsiteX6" fmla="*/ 262886 w 2321632"/>
              <a:gd name="connsiteY6" fmla="*/ 651219 h 2380667"/>
              <a:gd name="connsiteX7" fmla="*/ 257950 w 2321632"/>
              <a:gd name="connsiteY7" fmla="*/ 835478 h 2380667"/>
              <a:gd name="connsiteX8" fmla="*/ 262797 w 2321632"/>
              <a:gd name="connsiteY8" fmla="*/ 951849 h 2380667"/>
              <a:gd name="connsiteX9" fmla="*/ 262886 w 2321632"/>
              <a:gd name="connsiteY9" fmla="*/ 1107457 h 2380667"/>
              <a:gd name="connsiteX10" fmla="*/ 262134 w 2321632"/>
              <a:gd name="connsiteY10" fmla="*/ 1154344 h 2380667"/>
              <a:gd name="connsiteX11" fmla="*/ 262886 w 2321632"/>
              <a:gd name="connsiteY11" fmla="*/ 1175892 h 2380667"/>
              <a:gd name="connsiteX12" fmla="*/ 272270 w 2321632"/>
              <a:gd name="connsiteY12" fmla="*/ 1618556 h 2380667"/>
              <a:gd name="connsiteX13" fmla="*/ 262946 w 2321632"/>
              <a:gd name="connsiteY13" fmla="*/ 1745370 h 2380667"/>
              <a:gd name="connsiteX14" fmla="*/ 263052 w 2321632"/>
              <a:gd name="connsiteY14" fmla="*/ 1863836 h 2380667"/>
              <a:gd name="connsiteX15" fmla="*/ 267091 w 2321632"/>
              <a:gd name="connsiteY15" fmla="*/ 2006480 h 2380667"/>
              <a:gd name="connsiteX16" fmla="*/ 270031 w 2321632"/>
              <a:gd name="connsiteY16" fmla="*/ 2117679 h 2380667"/>
              <a:gd name="connsiteX17" fmla="*/ 325384 w 2321632"/>
              <a:gd name="connsiteY17" fmla="*/ 2115907 h 2380667"/>
              <a:gd name="connsiteX18" fmla="*/ 411769 w 2321632"/>
              <a:gd name="connsiteY18" fmla="*/ 2115177 h 2380667"/>
              <a:gd name="connsiteX19" fmla="*/ 465907 w 2321632"/>
              <a:gd name="connsiteY19" fmla="*/ 2117993 h 2380667"/>
              <a:gd name="connsiteX20" fmla="*/ 471777 w 2321632"/>
              <a:gd name="connsiteY20" fmla="*/ 2117821 h 2380667"/>
              <a:gd name="connsiteX21" fmla="*/ 601326 w 2321632"/>
              <a:gd name="connsiteY21" fmla="*/ 2121478 h 2380667"/>
              <a:gd name="connsiteX22" fmla="*/ 997462 w 2321632"/>
              <a:gd name="connsiteY22" fmla="*/ 2120317 h 2380667"/>
              <a:gd name="connsiteX23" fmla="*/ 1071738 w 2321632"/>
              <a:gd name="connsiteY23" fmla="*/ 2121133 h 2380667"/>
              <a:gd name="connsiteX24" fmla="*/ 1375547 w 2321632"/>
              <a:gd name="connsiteY24" fmla="*/ 2113726 h 2380667"/>
              <a:gd name="connsiteX25" fmla="*/ 1501291 w 2321632"/>
              <a:gd name="connsiteY25" fmla="*/ 2116998 h 2380667"/>
              <a:gd name="connsiteX26" fmla="*/ 1542213 w 2321632"/>
              <a:gd name="connsiteY26" fmla="*/ 2116400 h 2380667"/>
              <a:gd name="connsiteX27" fmla="*/ 1673484 w 2321632"/>
              <a:gd name="connsiteY27" fmla="*/ 2121478 h 2380667"/>
              <a:gd name="connsiteX28" fmla="*/ 2024277 w 2321632"/>
              <a:gd name="connsiteY28" fmla="*/ 2123286 h 2380667"/>
              <a:gd name="connsiteX29" fmla="*/ 2061013 w 2321632"/>
              <a:gd name="connsiteY29" fmla="*/ 2122655 h 2380667"/>
              <a:gd name="connsiteX30" fmla="*/ 2061049 w 2321632"/>
              <a:gd name="connsiteY30" fmla="*/ 2116789 h 2380667"/>
              <a:gd name="connsiteX31" fmla="*/ 2071587 w 2321632"/>
              <a:gd name="connsiteY31" fmla="*/ 1843310 h 2380667"/>
              <a:gd name="connsiteX32" fmla="*/ 2071587 w 2321632"/>
              <a:gd name="connsiteY32" fmla="*/ 1253763 h 2380667"/>
              <a:gd name="connsiteX33" fmla="*/ 2071587 w 2321632"/>
              <a:gd name="connsiteY33" fmla="*/ 687797 h 2380667"/>
              <a:gd name="connsiteX34" fmla="*/ 2071587 w 2321632"/>
              <a:gd name="connsiteY34" fmla="*/ 3922 h 2380667"/>
              <a:gd name="connsiteX35" fmla="*/ 2186268 w 2321632"/>
              <a:gd name="connsiteY35" fmla="*/ 392 h 2380667"/>
              <a:gd name="connsiteX36" fmla="*/ 2312218 w 2321632"/>
              <a:gd name="connsiteY36" fmla="*/ 3922 h 2380667"/>
              <a:gd name="connsiteX37" fmla="*/ 2309837 w 2321632"/>
              <a:gd name="connsiteY37" fmla="*/ 431985 h 2380667"/>
              <a:gd name="connsiteX38" fmla="*/ 2311112 w 2321632"/>
              <a:gd name="connsiteY38" fmla="*/ 505812 h 2380667"/>
              <a:gd name="connsiteX39" fmla="*/ 2312218 w 2321632"/>
              <a:gd name="connsiteY39" fmla="*/ 522724 h 2380667"/>
              <a:gd name="connsiteX40" fmla="*/ 2321632 w 2321632"/>
              <a:gd name="connsiteY40" fmla="*/ 686171 h 2380667"/>
              <a:gd name="connsiteX41" fmla="*/ 2320448 w 2321632"/>
              <a:gd name="connsiteY41" fmla="*/ 789523 h 2380667"/>
              <a:gd name="connsiteX42" fmla="*/ 2321014 w 2321632"/>
              <a:gd name="connsiteY42" fmla="*/ 804625 h 2380667"/>
              <a:gd name="connsiteX43" fmla="*/ 2319840 w 2321632"/>
              <a:gd name="connsiteY43" fmla="*/ 842514 h 2380667"/>
              <a:gd name="connsiteX44" fmla="*/ 2319730 w 2321632"/>
              <a:gd name="connsiteY44" fmla="*/ 852190 h 2380667"/>
              <a:gd name="connsiteX45" fmla="*/ 2318505 w 2321632"/>
              <a:gd name="connsiteY45" fmla="*/ 885631 h 2380667"/>
              <a:gd name="connsiteX46" fmla="*/ 2313481 w 2321632"/>
              <a:gd name="connsiteY46" fmla="*/ 1047921 h 2380667"/>
              <a:gd name="connsiteX47" fmla="*/ 2312218 w 2321632"/>
              <a:gd name="connsiteY47" fmla="*/ 1135853 h 2380667"/>
              <a:gd name="connsiteX48" fmla="*/ 2311787 w 2321632"/>
              <a:gd name="connsiteY48" fmla="*/ 1383482 h 2380667"/>
              <a:gd name="connsiteX49" fmla="*/ 2312105 w 2321632"/>
              <a:gd name="connsiteY49" fmla="*/ 1653395 h 2380667"/>
              <a:gd name="connsiteX50" fmla="*/ 2312218 w 2321632"/>
              <a:gd name="connsiteY50" fmla="*/ 1654655 h 2380667"/>
              <a:gd name="connsiteX51" fmla="*/ 2316436 w 2321632"/>
              <a:gd name="connsiteY51" fmla="*/ 1782704 h 2380667"/>
              <a:gd name="connsiteX52" fmla="*/ 2313742 w 2321632"/>
              <a:gd name="connsiteY52" fmla="*/ 1853702 h 2380667"/>
              <a:gd name="connsiteX53" fmla="*/ 2314885 w 2321632"/>
              <a:gd name="connsiteY53" fmla="*/ 1932222 h 2380667"/>
              <a:gd name="connsiteX54" fmla="*/ 2314552 w 2321632"/>
              <a:gd name="connsiteY54" fmla="*/ 2221679 h 2380667"/>
              <a:gd name="connsiteX55" fmla="*/ 2314372 w 2321632"/>
              <a:gd name="connsiteY55" fmla="*/ 2232996 h 2380667"/>
              <a:gd name="connsiteX56" fmla="*/ 2314476 w 2321632"/>
              <a:gd name="connsiteY56" fmla="*/ 2281503 h 2380667"/>
              <a:gd name="connsiteX57" fmla="*/ 2312221 w 2321632"/>
              <a:gd name="connsiteY57" fmla="*/ 2361964 h 2380667"/>
              <a:gd name="connsiteX58" fmla="*/ 2312218 w 2321632"/>
              <a:gd name="connsiteY58" fmla="*/ 2362112 h 2380667"/>
              <a:gd name="connsiteX59" fmla="*/ 2141862 w 2321632"/>
              <a:gd name="connsiteY59" fmla="*/ 2364340 h 2380667"/>
              <a:gd name="connsiteX60" fmla="*/ 2128114 w 2321632"/>
              <a:gd name="connsiteY60" fmla="*/ 2363904 h 2380667"/>
              <a:gd name="connsiteX61" fmla="*/ 2057107 w 2321632"/>
              <a:gd name="connsiteY61" fmla="*/ 2366537 h 2380667"/>
              <a:gd name="connsiteX62" fmla="*/ 1846491 w 2321632"/>
              <a:gd name="connsiteY62" fmla="*/ 2373100 h 2380667"/>
              <a:gd name="connsiteX63" fmla="*/ 1760852 w 2321632"/>
              <a:gd name="connsiteY63" fmla="*/ 2364099 h 2380667"/>
              <a:gd name="connsiteX64" fmla="*/ 1618745 w 2321632"/>
              <a:gd name="connsiteY64" fmla="*/ 2374693 h 2380667"/>
              <a:gd name="connsiteX65" fmla="*/ 1194435 w 2321632"/>
              <a:gd name="connsiteY65" fmla="*/ 2362109 h 2380667"/>
              <a:gd name="connsiteX66" fmla="*/ 624138 w 2321632"/>
              <a:gd name="connsiteY66" fmla="*/ 2362109 h 2380667"/>
              <a:gd name="connsiteX67" fmla="*/ 615255 w 2321632"/>
              <a:gd name="connsiteY67" fmla="*/ 2361713 h 2380667"/>
              <a:gd name="connsiteX68" fmla="*/ 478136 w 2321632"/>
              <a:gd name="connsiteY68" fmla="*/ 2360000 h 2380667"/>
              <a:gd name="connsiteX69" fmla="*/ 261416 w 2321632"/>
              <a:gd name="connsiteY69" fmla="*/ 2363744 h 2380667"/>
              <a:gd name="connsiteX70" fmla="*/ 205944 w 2321632"/>
              <a:gd name="connsiteY70" fmla="*/ 2364158 h 2380667"/>
              <a:gd name="connsiteX71" fmla="*/ 141925 w 2321632"/>
              <a:gd name="connsiteY71" fmla="*/ 2366461 h 2380667"/>
              <a:gd name="connsiteX72" fmla="*/ 22255 w 2321632"/>
              <a:gd name="connsiteY72" fmla="*/ 2362110 h 2380667"/>
              <a:gd name="connsiteX73" fmla="*/ 22255 w 2321632"/>
              <a:gd name="connsiteY73" fmla="*/ 1837437 h 2380667"/>
              <a:gd name="connsiteX74" fmla="*/ 25372 w 2321632"/>
              <a:gd name="connsiteY74" fmla="*/ 1784712 h 2380667"/>
              <a:gd name="connsiteX75" fmla="*/ 22255 w 2321632"/>
              <a:gd name="connsiteY75" fmla="*/ 1746189 h 2380667"/>
              <a:gd name="connsiteX76" fmla="*/ 24578 w 2321632"/>
              <a:gd name="connsiteY76" fmla="*/ 1428721 h 2380667"/>
              <a:gd name="connsiteX77" fmla="*/ 26983 w 2321632"/>
              <a:gd name="connsiteY77" fmla="*/ 1376417 h 2380667"/>
              <a:gd name="connsiteX78" fmla="*/ 22255 w 2321632"/>
              <a:gd name="connsiteY78" fmla="*/ 1221516 h 2380667"/>
              <a:gd name="connsiteX79" fmla="*/ 17862 w 2321632"/>
              <a:gd name="connsiteY79" fmla="*/ 1074894 h 2380667"/>
              <a:gd name="connsiteX80" fmla="*/ 5890 w 2321632"/>
              <a:gd name="connsiteY80" fmla="*/ 923987 h 2380667"/>
              <a:gd name="connsiteX81" fmla="*/ 460 w 2321632"/>
              <a:gd name="connsiteY81" fmla="*/ 730093 h 2380667"/>
              <a:gd name="connsiteX82" fmla="*/ 420 w 2321632"/>
              <a:gd name="connsiteY82" fmla="*/ 571106 h 2380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321632" h="2380667">
                <a:moveTo>
                  <a:pt x="420" y="571106"/>
                </a:moveTo>
                <a:cubicBezTo>
                  <a:pt x="2153" y="408366"/>
                  <a:pt x="9260" y="237020"/>
                  <a:pt x="22255" y="80922"/>
                </a:cubicBezTo>
                <a:cubicBezTo>
                  <a:pt x="42301" y="78229"/>
                  <a:pt x="63886" y="76961"/>
                  <a:pt x="85858" y="76554"/>
                </a:cubicBezTo>
                <a:cubicBezTo>
                  <a:pt x="151773" y="75334"/>
                  <a:pt x="221163" y="81863"/>
                  <a:pt x="262886" y="80922"/>
                </a:cubicBezTo>
                <a:cubicBezTo>
                  <a:pt x="258839" y="208068"/>
                  <a:pt x="286972" y="471390"/>
                  <a:pt x="262886" y="582783"/>
                </a:cubicBezTo>
                <a:lnTo>
                  <a:pt x="262767" y="584088"/>
                </a:lnTo>
                <a:lnTo>
                  <a:pt x="262886" y="651219"/>
                </a:lnTo>
                <a:lnTo>
                  <a:pt x="257950" y="835478"/>
                </a:lnTo>
                <a:lnTo>
                  <a:pt x="262797" y="951849"/>
                </a:lnTo>
                <a:cubicBezTo>
                  <a:pt x="264312" y="1002256"/>
                  <a:pt x="264841" y="1054543"/>
                  <a:pt x="262886" y="1107457"/>
                </a:cubicBezTo>
                <a:lnTo>
                  <a:pt x="262134" y="1154344"/>
                </a:lnTo>
                <a:lnTo>
                  <a:pt x="262886" y="1175892"/>
                </a:lnTo>
                <a:cubicBezTo>
                  <a:pt x="272215" y="1356849"/>
                  <a:pt x="277730" y="1490558"/>
                  <a:pt x="272270" y="1618556"/>
                </a:cubicBezTo>
                <a:lnTo>
                  <a:pt x="262946" y="1745370"/>
                </a:lnTo>
                <a:lnTo>
                  <a:pt x="263052" y="1863836"/>
                </a:lnTo>
                <a:cubicBezTo>
                  <a:pt x="264092" y="1911556"/>
                  <a:pt x="265629" y="1959563"/>
                  <a:pt x="267091" y="2006480"/>
                </a:cubicBezTo>
                <a:lnTo>
                  <a:pt x="270031" y="2117679"/>
                </a:lnTo>
                <a:lnTo>
                  <a:pt x="325384" y="2115907"/>
                </a:lnTo>
                <a:cubicBezTo>
                  <a:pt x="354249" y="2115184"/>
                  <a:pt x="382741" y="2114812"/>
                  <a:pt x="411769" y="2115177"/>
                </a:cubicBezTo>
                <a:lnTo>
                  <a:pt x="465907" y="2117993"/>
                </a:lnTo>
                <a:lnTo>
                  <a:pt x="471777" y="2117821"/>
                </a:lnTo>
                <a:cubicBezTo>
                  <a:pt x="512943" y="2117418"/>
                  <a:pt x="554971" y="2118232"/>
                  <a:pt x="601326" y="2121478"/>
                </a:cubicBezTo>
                <a:cubicBezTo>
                  <a:pt x="740390" y="2131217"/>
                  <a:pt x="881977" y="2122364"/>
                  <a:pt x="997462" y="2120317"/>
                </a:cubicBezTo>
                <a:lnTo>
                  <a:pt x="1071738" y="2121133"/>
                </a:lnTo>
                <a:lnTo>
                  <a:pt x="1375547" y="2113726"/>
                </a:lnTo>
                <a:lnTo>
                  <a:pt x="1501291" y="2116998"/>
                </a:lnTo>
                <a:lnTo>
                  <a:pt x="1542213" y="2116400"/>
                </a:lnTo>
                <a:cubicBezTo>
                  <a:pt x="1592454" y="2116521"/>
                  <a:pt x="1637954" y="2117879"/>
                  <a:pt x="1673484" y="2121478"/>
                </a:cubicBezTo>
                <a:cubicBezTo>
                  <a:pt x="1800915" y="2128976"/>
                  <a:pt x="1894473" y="2125897"/>
                  <a:pt x="2024277" y="2123286"/>
                </a:cubicBezTo>
                <a:lnTo>
                  <a:pt x="2061013" y="2122655"/>
                </a:lnTo>
                <a:lnTo>
                  <a:pt x="2061049" y="2116789"/>
                </a:lnTo>
                <a:cubicBezTo>
                  <a:pt x="2063985" y="2043559"/>
                  <a:pt x="2070434" y="1965637"/>
                  <a:pt x="2071587" y="1843310"/>
                </a:cubicBezTo>
                <a:cubicBezTo>
                  <a:pt x="2073893" y="1598655"/>
                  <a:pt x="2065184" y="1508323"/>
                  <a:pt x="2071587" y="1253763"/>
                </a:cubicBezTo>
                <a:cubicBezTo>
                  <a:pt x="2056858" y="977154"/>
                  <a:pt x="2085176" y="814706"/>
                  <a:pt x="2071587" y="687797"/>
                </a:cubicBezTo>
                <a:cubicBezTo>
                  <a:pt x="2057998" y="560888"/>
                  <a:pt x="2053243" y="221808"/>
                  <a:pt x="2071587" y="3922"/>
                </a:cubicBezTo>
                <a:cubicBezTo>
                  <a:pt x="2106917" y="-160"/>
                  <a:pt x="2145653" y="-472"/>
                  <a:pt x="2186268" y="392"/>
                </a:cubicBezTo>
                <a:cubicBezTo>
                  <a:pt x="2226882" y="1257"/>
                  <a:pt x="2269375" y="3297"/>
                  <a:pt x="2312218" y="3922"/>
                </a:cubicBezTo>
                <a:cubicBezTo>
                  <a:pt x="2321567" y="90164"/>
                  <a:pt x="2311380" y="277877"/>
                  <a:pt x="2309837" y="431985"/>
                </a:cubicBezTo>
                <a:lnTo>
                  <a:pt x="2311112" y="505812"/>
                </a:lnTo>
                <a:lnTo>
                  <a:pt x="2312218" y="522724"/>
                </a:lnTo>
                <a:cubicBezTo>
                  <a:pt x="2318082" y="575219"/>
                  <a:pt x="2320800" y="630481"/>
                  <a:pt x="2321632" y="686171"/>
                </a:cubicBezTo>
                <a:lnTo>
                  <a:pt x="2320448" y="789523"/>
                </a:lnTo>
                <a:lnTo>
                  <a:pt x="2321014" y="804625"/>
                </a:lnTo>
                <a:lnTo>
                  <a:pt x="2319840" y="842514"/>
                </a:lnTo>
                <a:lnTo>
                  <a:pt x="2319730" y="852190"/>
                </a:lnTo>
                <a:lnTo>
                  <a:pt x="2318505" y="885631"/>
                </a:lnTo>
                <a:lnTo>
                  <a:pt x="2313481" y="1047921"/>
                </a:lnTo>
                <a:lnTo>
                  <a:pt x="2312218" y="1135853"/>
                </a:lnTo>
                <a:cubicBezTo>
                  <a:pt x="2313931" y="1210308"/>
                  <a:pt x="2312787" y="1287073"/>
                  <a:pt x="2311787" y="1383482"/>
                </a:cubicBezTo>
                <a:lnTo>
                  <a:pt x="2312105" y="1653395"/>
                </a:lnTo>
                <a:lnTo>
                  <a:pt x="2312218" y="1654655"/>
                </a:lnTo>
                <a:cubicBezTo>
                  <a:pt x="2316851" y="1685104"/>
                  <a:pt x="2317568" y="1729489"/>
                  <a:pt x="2316436" y="1782704"/>
                </a:cubicBezTo>
                <a:lnTo>
                  <a:pt x="2313742" y="1853702"/>
                </a:lnTo>
                <a:lnTo>
                  <a:pt x="2314885" y="1932222"/>
                </a:lnTo>
                <a:cubicBezTo>
                  <a:pt x="2316286" y="2041727"/>
                  <a:pt x="2316291" y="2103728"/>
                  <a:pt x="2314552" y="2221679"/>
                </a:cubicBezTo>
                <a:lnTo>
                  <a:pt x="2314372" y="2232996"/>
                </a:lnTo>
                <a:lnTo>
                  <a:pt x="2314476" y="2281503"/>
                </a:lnTo>
                <a:lnTo>
                  <a:pt x="2312221" y="2361964"/>
                </a:lnTo>
                <a:lnTo>
                  <a:pt x="2312218" y="2362112"/>
                </a:lnTo>
                <a:cubicBezTo>
                  <a:pt x="2246755" y="2361458"/>
                  <a:pt x="2204066" y="2364919"/>
                  <a:pt x="2141862" y="2364340"/>
                </a:cubicBezTo>
                <a:lnTo>
                  <a:pt x="2128114" y="2363904"/>
                </a:lnTo>
                <a:lnTo>
                  <a:pt x="2057107" y="2366537"/>
                </a:lnTo>
                <a:cubicBezTo>
                  <a:pt x="1978235" y="2370231"/>
                  <a:pt x="1906778" y="2374281"/>
                  <a:pt x="1846491" y="2373100"/>
                </a:cubicBezTo>
                <a:lnTo>
                  <a:pt x="1760852" y="2364099"/>
                </a:lnTo>
                <a:lnTo>
                  <a:pt x="1618745" y="2374693"/>
                </a:lnTo>
                <a:cubicBezTo>
                  <a:pt x="1463507" y="2384310"/>
                  <a:pt x="1342233" y="2383797"/>
                  <a:pt x="1194435" y="2362109"/>
                </a:cubicBezTo>
                <a:cubicBezTo>
                  <a:pt x="1051251" y="2339453"/>
                  <a:pt x="880929" y="2379162"/>
                  <a:pt x="624138" y="2362109"/>
                </a:cubicBezTo>
                <a:lnTo>
                  <a:pt x="615255" y="2361713"/>
                </a:lnTo>
                <a:lnTo>
                  <a:pt x="478136" y="2360000"/>
                </a:lnTo>
                <a:cubicBezTo>
                  <a:pt x="400991" y="2360436"/>
                  <a:pt x="332342" y="2362538"/>
                  <a:pt x="261416" y="2363744"/>
                </a:cubicBezTo>
                <a:lnTo>
                  <a:pt x="205944" y="2364158"/>
                </a:lnTo>
                <a:lnTo>
                  <a:pt x="141925" y="2366461"/>
                </a:lnTo>
                <a:cubicBezTo>
                  <a:pt x="101154" y="2367175"/>
                  <a:pt x="60598" y="2366439"/>
                  <a:pt x="22255" y="2362110"/>
                </a:cubicBezTo>
                <a:cubicBezTo>
                  <a:pt x="22454" y="2175181"/>
                  <a:pt x="1982" y="2029591"/>
                  <a:pt x="22255" y="1837437"/>
                </a:cubicBezTo>
                <a:lnTo>
                  <a:pt x="25372" y="1784712"/>
                </a:lnTo>
                <a:lnTo>
                  <a:pt x="22255" y="1746189"/>
                </a:lnTo>
                <a:cubicBezTo>
                  <a:pt x="11091" y="1621686"/>
                  <a:pt x="18222" y="1523619"/>
                  <a:pt x="24578" y="1428721"/>
                </a:cubicBezTo>
                <a:lnTo>
                  <a:pt x="26983" y="1376417"/>
                </a:lnTo>
                <a:lnTo>
                  <a:pt x="22255" y="1221516"/>
                </a:lnTo>
                <a:lnTo>
                  <a:pt x="17862" y="1074894"/>
                </a:lnTo>
                <a:lnTo>
                  <a:pt x="5890" y="923987"/>
                </a:lnTo>
                <a:cubicBezTo>
                  <a:pt x="3083" y="864023"/>
                  <a:pt x="1258" y="798693"/>
                  <a:pt x="460" y="730093"/>
                </a:cubicBezTo>
                <a:cubicBezTo>
                  <a:pt x="-138" y="678642"/>
                  <a:pt x="-157" y="625352"/>
                  <a:pt x="420" y="571106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05D4811-AF6E-46C4-AD0A-403D69B81A24}"/>
              </a:ext>
            </a:extLst>
          </p:cNvPr>
          <p:cNvGrpSpPr/>
          <p:nvPr/>
        </p:nvGrpSpPr>
        <p:grpSpPr>
          <a:xfrm>
            <a:off x="4746630" y="1431228"/>
            <a:ext cx="2093120" cy="1716470"/>
            <a:chOff x="4746630" y="1431228"/>
            <a:chExt cx="2093120" cy="1716470"/>
          </a:xfrm>
        </p:grpSpPr>
        <p:sp>
          <p:nvSpPr>
            <p:cNvPr id="25" name="Forma libre: forma 24">
              <a:hlinkHover r:id="rId2" action="ppaction://hlinksldjump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2A23FD48-4F32-44BC-9A90-34E256F34760}"/>
                </a:ext>
              </a:extLst>
            </p:cNvPr>
            <p:cNvSpPr/>
            <p:nvPr/>
          </p:nvSpPr>
          <p:spPr>
            <a:xfrm flipV="1">
              <a:off x="4746630" y="1431228"/>
              <a:ext cx="2093120" cy="1716470"/>
            </a:xfrm>
            <a:custGeom>
              <a:avLst/>
              <a:gdLst>
                <a:gd name="connsiteX0" fmla="*/ 420 w 2321632"/>
                <a:gd name="connsiteY0" fmla="*/ 571106 h 2380667"/>
                <a:gd name="connsiteX1" fmla="*/ 22255 w 2321632"/>
                <a:gd name="connsiteY1" fmla="*/ 80922 h 2380667"/>
                <a:gd name="connsiteX2" fmla="*/ 85858 w 2321632"/>
                <a:gd name="connsiteY2" fmla="*/ 76554 h 2380667"/>
                <a:gd name="connsiteX3" fmla="*/ 262886 w 2321632"/>
                <a:gd name="connsiteY3" fmla="*/ 80922 h 2380667"/>
                <a:gd name="connsiteX4" fmla="*/ 262886 w 2321632"/>
                <a:gd name="connsiteY4" fmla="*/ 582783 h 2380667"/>
                <a:gd name="connsiteX5" fmla="*/ 262767 w 2321632"/>
                <a:gd name="connsiteY5" fmla="*/ 584088 h 2380667"/>
                <a:gd name="connsiteX6" fmla="*/ 262886 w 2321632"/>
                <a:gd name="connsiteY6" fmla="*/ 651219 h 2380667"/>
                <a:gd name="connsiteX7" fmla="*/ 257950 w 2321632"/>
                <a:gd name="connsiteY7" fmla="*/ 835478 h 2380667"/>
                <a:gd name="connsiteX8" fmla="*/ 262797 w 2321632"/>
                <a:gd name="connsiteY8" fmla="*/ 951849 h 2380667"/>
                <a:gd name="connsiteX9" fmla="*/ 262886 w 2321632"/>
                <a:gd name="connsiteY9" fmla="*/ 1107457 h 2380667"/>
                <a:gd name="connsiteX10" fmla="*/ 262134 w 2321632"/>
                <a:gd name="connsiteY10" fmla="*/ 1154344 h 2380667"/>
                <a:gd name="connsiteX11" fmla="*/ 262886 w 2321632"/>
                <a:gd name="connsiteY11" fmla="*/ 1175892 h 2380667"/>
                <a:gd name="connsiteX12" fmla="*/ 272270 w 2321632"/>
                <a:gd name="connsiteY12" fmla="*/ 1618556 h 2380667"/>
                <a:gd name="connsiteX13" fmla="*/ 262946 w 2321632"/>
                <a:gd name="connsiteY13" fmla="*/ 1745370 h 2380667"/>
                <a:gd name="connsiteX14" fmla="*/ 263052 w 2321632"/>
                <a:gd name="connsiteY14" fmla="*/ 1863836 h 2380667"/>
                <a:gd name="connsiteX15" fmla="*/ 267091 w 2321632"/>
                <a:gd name="connsiteY15" fmla="*/ 2006480 h 2380667"/>
                <a:gd name="connsiteX16" fmla="*/ 270031 w 2321632"/>
                <a:gd name="connsiteY16" fmla="*/ 2117679 h 2380667"/>
                <a:gd name="connsiteX17" fmla="*/ 325384 w 2321632"/>
                <a:gd name="connsiteY17" fmla="*/ 2115907 h 2380667"/>
                <a:gd name="connsiteX18" fmla="*/ 411769 w 2321632"/>
                <a:gd name="connsiteY18" fmla="*/ 2115177 h 2380667"/>
                <a:gd name="connsiteX19" fmla="*/ 465907 w 2321632"/>
                <a:gd name="connsiteY19" fmla="*/ 2117993 h 2380667"/>
                <a:gd name="connsiteX20" fmla="*/ 471777 w 2321632"/>
                <a:gd name="connsiteY20" fmla="*/ 2117821 h 2380667"/>
                <a:gd name="connsiteX21" fmla="*/ 601326 w 2321632"/>
                <a:gd name="connsiteY21" fmla="*/ 2121478 h 2380667"/>
                <a:gd name="connsiteX22" fmla="*/ 997462 w 2321632"/>
                <a:gd name="connsiteY22" fmla="*/ 2120317 h 2380667"/>
                <a:gd name="connsiteX23" fmla="*/ 1071738 w 2321632"/>
                <a:gd name="connsiteY23" fmla="*/ 2121133 h 2380667"/>
                <a:gd name="connsiteX24" fmla="*/ 1375547 w 2321632"/>
                <a:gd name="connsiteY24" fmla="*/ 2113726 h 2380667"/>
                <a:gd name="connsiteX25" fmla="*/ 1501291 w 2321632"/>
                <a:gd name="connsiteY25" fmla="*/ 2116998 h 2380667"/>
                <a:gd name="connsiteX26" fmla="*/ 1542213 w 2321632"/>
                <a:gd name="connsiteY26" fmla="*/ 2116400 h 2380667"/>
                <a:gd name="connsiteX27" fmla="*/ 1673484 w 2321632"/>
                <a:gd name="connsiteY27" fmla="*/ 2121478 h 2380667"/>
                <a:gd name="connsiteX28" fmla="*/ 2024277 w 2321632"/>
                <a:gd name="connsiteY28" fmla="*/ 2123286 h 2380667"/>
                <a:gd name="connsiteX29" fmla="*/ 2061013 w 2321632"/>
                <a:gd name="connsiteY29" fmla="*/ 2122655 h 2380667"/>
                <a:gd name="connsiteX30" fmla="*/ 2061049 w 2321632"/>
                <a:gd name="connsiteY30" fmla="*/ 2116789 h 2380667"/>
                <a:gd name="connsiteX31" fmla="*/ 2071587 w 2321632"/>
                <a:gd name="connsiteY31" fmla="*/ 1843310 h 2380667"/>
                <a:gd name="connsiteX32" fmla="*/ 2071587 w 2321632"/>
                <a:gd name="connsiteY32" fmla="*/ 1253763 h 2380667"/>
                <a:gd name="connsiteX33" fmla="*/ 2071587 w 2321632"/>
                <a:gd name="connsiteY33" fmla="*/ 687797 h 2380667"/>
                <a:gd name="connsiteX34" fmla="*/ 2071587 w 2321632"/>
                <a:gd name="connsiteY34" fmla="*/ 3922 h 2380667"/>
                <a:gd name="connsiteX35" fmla="*/ 2186268 w 2321632"/>
                <a:gd name="connsiteY35" fmla="*/ 392 h 2380667"/>
                <a:gd name="connsiteX36" fmla="*/ 2312218 w 2321632"/>
                <a:gd name="connsiteY36" fmla="*/ 3922 h 2380667"/>
                <a:gd name="connsiteX37" fmla="*/ 2309837 w 2321632"/>
                <a:gd name="connsiteY37" fmla="*/ 431985 h 2380667"/>
                <a:gd name="connsiteX38" fmla="*/ 2311112 w 2321632"/>
                <a:gd name="connsiteY38" fmla="*/ 505812 h 2380667"/>
                <a:gd name="connsiteX39" fmla="*/ 2312218 w 2321632"/>
                <a:gd name="connsiteY39" fmla="*/ 522724 h 2380667"/>
                <a:gd name="connsiteX40" fmla="*/ 2321632 w 2321632"/>
                <a:gd name="connsiteY40" fmla="*/ 686171 h 2380667"/>
                <a:gd name="connsiteX41" fmla="*/ 2320448 w 2321632"/>
                <a:gd name="connsiteY41" fmla="*/ 789523 h 2380667"/>
                <a:gd name="connsiteX42" fmla="*/ 2321014 w 2321632"/>
                <a:gd name="connsiteY42" fmla="*/ 804625 h 2380667"/>
                <a:gd name="connsiteX43" fmla="*/ 2319840 w 2321632"/>
                <a:gd name="connsiteY43" fmla="*/ 842514 h 2380667"/>
                <a:gd name="connsiteX44" fmla="*/ 2319730 w 2321632"/>
                <a:gd name="connsiteY44" fmla="*/ 852190 h 2380667"/>
                <a:gd name="connsiteX45" fmla="*/ 2318505 w 2321632"/>
                <a:gd name="connsiteY45" fmla="*/ 885631 h 2380667"/>
                <a:gd name="connsiteX46" fmla="*/ 2313481 w 2321632"/>
                <a:gd name="connsiteY46" fmla="*/ 1047921 h 2380667"/>
                <a:gd name="connsiteX47" fmla="*/ 2312218 w 2321632"/>
                <a:gd name="connsiteY47" fmla="*/ 1135853 h 2380667"/>
                <a:gd name="connsiteX48" fmla="*/ 2311787 w 2321632"/>
                <a:gd name="connsiteY48" fmla="*/ 1383482 h 2380667"/>
                <a:gd name="connsiteX49" fmla="*/ 2312105 w 2321632"/>
                <a:gd name="connsiteY49" fmla="*/ 1653395 h 2380667"/>
                <a:gd name="connsiteX50" fmla="*/ 2312218 w 2321632"/>
                <a:gd name="connsiteY50" fmla="*/ 1654655 h 2380667"/>
                <a:gd name="connsiteX51" fmla="*/ 2316436 w 2321632"/>
                <a:gd name="connsiteY51" fmla="*/ 1782704 h 2380667"/>
                <a:gd name="connsiteX52" fmla="*/ 2313742 w 2321632"/>
                <a:gd name="connsiteY52" fmla="*/ 1853702 h 2380667"/>
                <a:gd name="connsiteX53" fmla="*/ 2314885 w 2321632"/>
                <a:gd name="connsiteY53" fmla="*/ 1932222 h 2380667"/>
                <a:gd name="connsiteX54" fmla="*/ 2314552 w 2321632"/>
                <a:gd name="connsiteY54" fmla="*/ 2221679 h 2380667"/>
                <a:gd name="connsiteX55" fmla="*/ 2314372 w 2321632"/>
                <a:gd name="connsiteY55" fmla="*/ 2232996 h 2380667"/>
                <a:gd name="connsiteX56" fmla="*/ 2314476 w 2321632"/>
                <a:gd name="connsiteY56" fmla="*/ 2281503 h 2380667"/>
                <a:gd name="connsiteX57" fmla="*/ 2312221 w 2321632"/>
                <a:gd name="connsiteY57" fmla="*/ 2361964 h 2380667"/>
                <a:gd name="connsiteX58" fmla="*/ 2312218 w 2321632"/>
                <a:gd name="connsiteY58" fmla="*/ 2362112 h 2380667"/>
                <a:gd name="connsiteX59" fmla="*/ 2141862 w 2321632"/>
                <a:gd name="connsiteY59" fmla="*/ 2364340 h 2380667"/>
                <a:gd name="connsiteX60" fmla="*/ 2128114 w 2321632"/>
                <a:gd name="connsiteY60" fmla="*/ 2363904 h 2380667"/>
                <a:gd name="connsiteX61" fmla="*/ 2057107 w 2321632"/>
                <a:gd name="connsiteY61" fmla="*/ 2366537 h 2380667"/>
                <a:gd name="connsiteX62" fmla="*/ 1846491 w 2321632"/>
                <a:gd name="connsiteY62" fmla="*/ 2373100 h 2380667"/>
                <a:gd name="connsiteX63" fmla="*/ 1760852 w 2321632"/>
                <a:gd name="connsiteY63" fmla="*/ 2364099 h 2380667"/>
                <a:gd name="connsiteX64" fmla="*/ 1618745 w 2321632"/>
                <a:gd name="connsiteY64" fmla="*/ 2374693 h 2380667"/>
                <a:gd name="connsiteX65" fmla="*/ 1194435 w 2321632"/>
                <a:gd name="connsiteY65" fmla="*/ 2362109 h 2380667"/>
                <a:gd name="connsiteX66" fmla="*/ 624138 w 2321632"/>
                <a:gd name="connsiteY66" fmla="*/ 2362109 h 2380667"/>
                <a:gd name="connsiteX67" fmla="*/ 615255 w 2321632"/>
                <a:gd name="connsiteY67" fmla="*/ 2361713 h 2380667"/>
                <a:gd name="connsiteX68" fmla="*/ 478136 w 2321632"/>
                <a:gd name="connsiteY68" fmla="*/ 2360000 h 2380667"/>
                <a:gd name="connsiteX69" fmla="*/ 261416 w 2321632"/>
                <a:gd name="connsiteY69" fmla="*/ 2363744 h 2380667"/>
                <a:gd name="connsiteX70" fmla="*/ 205944 w 2321632"/>
                <a:gd name="connsiteY70" fmla="*/ 2364158 h 2380667"/>
                <a:gd name="connsiteX71" fmla="*/ 141925 w 2321632"/>
                <a:gd name="connsiteY71" fmla="*/ 2366461 h 2380667"/>
                <a:gd name="connsiteX72" fmla="*/ 22255 w 2321632"/>
                <a:gd name="connsiteY72" fmla="*/ 2362110 h 2380667"/>
                <a:gd name="connsiteX73" fmla="*/ 22255 w 2321632"/>
                <a:gd name="connsiteY73" fmla="*/ 1837437 h 2380667"/>
                <a:gd name="connsiteX74" fmla="*/ 25372 w 2321632"/>
                <a:gd name="connsiteY74" fmla="*/ 1784712 h 2380667"/>
                <a:gd name="connsiteX75" fmla="*/ 22255 w 2321632"/>
                <a:gd name="connsiteY75" fmla="*/ 1746189 h 2380667"/>
                <a:gd name="connsiteX76" fmla="*/ 24578 w 2321632"/>
                <a:gd name="connsiteY76" fmla="*/ 1428721 h 2380667"/>
                <a:gd name="connsiteX77" fmla="*/ 26983 w 2321632"/>
                <a:gd name="connsiteY77" fmla="*/ 1376417 h 2380667"/>
                <a:gd name="connsiteX78" fmla="*/ 22255 w 2321632"/>
                <a:gd name="connsiteY78" fmla="*/ 1221516 h 2380667"/>
                <a:gd name="connsiteX79" fmla="*/ 17862 w 2321632"/>
                <a:gd name="connsiteY79" fmla="*/ 1074894 h 2380667"/>
                <a:gd name="connsiteX80" fmla="*/ 5890 w 2321632"/>
                <a:gd name="connsiteY80" fmla="*/ 923987 h 2380667"/>
                <a:gd name="connsiteX81" fmla="*/ 460 w 2321632"/>
                <a:gd name="connsiteY81" fmla="*/ 730093 h 2380667"/>
                <a:gd name="connsiteX82" fmla="*/ 420 w 2321632"/>
                <a:gd name="connsiteY82" fmla="*/ 571106 h 238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321632" h="2380667">
                  <a:moveTo>
                    <a:pt x="420" y="571106"/>
                  </a:moveTo>
                  <a:cubicBezTo>
                    <a:pt x="2153" y="408366"/>
                    <a:pt x="9260" y="237020"/>
                    <a:pt x="22255" y="80922"/>
                  </a:cubicBezTo>
                  <a:cubicBezTo>
                    <a:pt x="42301" y="78229"/>
                    <a:pt x="63886" y="76961"/>
                    <a:pt x="85858" y="76554"/>
                  </a:cubicBezTo>
                  <a:cubicBezTo>
                    <a:pt x="151773" y="75334"/>
                    <a:pt x="221163" y="81863"/>
                    <a:pt x="262886" y="80922"/>
                  </a:cubicBezTo>
                  <a:cubicBezTo>
                    <a:pt x="258839" y="208068"/>
                    <a:pt x="286972" y="471390"/>
                    <a:pt x="262886" y="582783"/>
                  </a:cubicBezTo>
                  <a:lnTo>
                    <a:pt x="262767" y="584088"/>
                  </a:lnTo>
                  <a:lnTo>
                    <a:pt x="262886" y="651219"/>
                  </a:lnTo>
                  <a:lnTo>
                    <a:pt x="257950" y="835478"/>
                  </a:lnTo>
                  <a:lnTo>
                    <a:pt x="262797" y="951849"/>
                  </a:lnTo>
                  <a:cubicBezTo>
                    <a:pt x="264312" y="1002256"/>
                    <a:pt x="264841" y="1054543"/>
                    <a:pt x="262886" y="1107457"/>
                  </a:cubicBezTo>
                  <a:lnTo>
                    <a:pt x="262134" y="1154344"/>
                  </a:lnTo>
                  <a:lnTo>
                    <a:pt x="262886" y="1175892"/>
                  </a:lnTo>
                  <a:cubicBezTo>
                    <a:pt x="272215" y="1356849"/>
                    <a:pt x="277730" y="1490558"/>
                    <a:pt x="272270" y="1618556"/>
                  </a:cubicBezTo>
                  <a:lnTo>
                    <a:pt x="262946" y="1745370"/>
                  </a:lnTo>
                  <a:lnTo>
                    <a:pt x="263052" y="1863836"/>
                  </a:lnTo>
                  <a:cubicBezTo>
                    <a:pt x="264092" y="1911556"/>
                    <a:pt x="265629" y="1959563"/>
                    <a:pt x="267091" y="2006480"/>
                  </a:cubicBezTo>
                  <a:lnTo>
                    <a:pt x="270031" y="2117679"/>
                  </a:lnTo>
                  <a:lnTo>
                    <a:pt x="325384" y="2115907"/>
                  </a:lnTo>
                  <a:cubicBezTo>
                    <a:pt x="354249" y="2115184"/>
                    <a:pt x="382741" y="2114812"/>
                    <a:pt x="411769" y="2115177"/>
                  </a:cubicBezTo>
                  <a:lnTo>
                    <a:pt x="465907" y="2117993"/>
                  </a:lnTo>
                  <a:lnTo>
                    <a:pt x="471777" y="2117821"/>
                  </a:lnTo>
                  <a:cubicBezTo>
                    <a:pt x="512943" y="2117418"/>
                    <a:pt x="554971" y="2118232"/>
                    <a:pt x="601326" y="2121478"/>
                  </a:cubicBezTo>
                  <a:cubicBezTo>
                    <a:pt x="740390" y="2131217"/>
                    <a:pt x="881977" y="2122364"/>
                    <a:pt x="997462" y="2120317"/>
                  </a:cubicBezTo>
                  <a:lnTo>
                    <a:pt x="1071738" y="2121133"/>
                  </a:lnTo>
                  <a:lnTo>
                    <a:pt x="1375547" y="2113726"/>
                  </a:lnTo>
                  <a:lnTo>
                    <a:pt x="1501291" y="2116998"/>
                  </a:lnTo>
                  <a:lnTo>
                    <a:pt x="1542213" y="2116400"/>
                  </a:lnTo>
                  <a:cubicBezTo>
                    <a:pt x="1592454" y="2116521"/>
                    <a:pt x="1637954" y="2117879"/>
                    <a:pt x="1673484" y="2121478"/>
                  </a:cubicBezTo>
                  <a:cubicBezTo>
                    <a:pt x="1800915" y="2128976"/>
                    <a:pt x="1894473" y="2125897"/>
                    <a:pt x="2024277" y="2123286"/>
                  </a:cubicBezTo>
                  <a:lnTo>
                    <a:pt x="2061013" y="2122655"/>
                  </a:lnTo>
                  <a:lnTo>
                    <a:pt x="2061049" y="2116789"/>
                  </a:lnTo>
                  <a:cubicBezTo>
                    <a:pt x="2063985" y="2043559"/>
                    <a:pt x="2070434" y="1965637"/>
                    <a:pt x="2071587" y="1843310"/>
                  </a:cubicBezTo>
                  <a:cubicBezTo>
                    <a:pt x="2073893" y="1598655"/>
                    <a:pt x="2065184" y="1508323"/>
                    <a:pt x="2071587" y="1253763"/>
                  </a:cubicBezTo>
                  <a:cubicBezTo>
                    <a:pt x="2056858" y="977154"/>
                    <a:pt x="2085176" y="814706"/>
                    <a:pt x="2071587" y="687797"/>
                  </a:cubicBezTo>
                  <a:cubicBezTo>
                    <a:pt x="2057998" y="560888"/>
                    <a:pt x="2053243" y="221808"/>
                    <a:pt x="2071587" y="3922"/>
                  </a:cubicBezTo>
                  <a:cubicBezTo>
                    <a:pt x="2106917" y="-160"/>
                    <a:pt x="2145653" y="-472"/>
                    <a:pt x="2186268" y="392"/>
                  </a:cubicBezTo>
                  <a:cubicBezTo>
                    <a:pt x="2226882" y="1257"/>
                    <a:pt x="2269375" y="3297"/>
                    <a:pt x="2312218" y="3922"/>
                  </a:cubicBezTo>
                  <a:cubicBezTo>
                    <a:pt x="2321567" y="90164"/>
                    <a:pt x="2311380" y="277877"/>
                    <a:pt x="2309837" y="431985"/>
                  </a:cubicBezTo>
                  <a:lnTo>
                    <a:pt x="2311112" y="505812"/>
                  </a:lnTo>
                  <a:lnTo>
                    <a:pt x="2312218" y="522724"/>
                  </a:lnTo>
                  <a:cubicBezTo>
                    <a:pt x="2318082" y="575219"/>
                    <a:pt x="2320800" y="630481"/>
                    <a:pt x="2321632" y="686171"/>
                  </a:cubicBezTo>
                  <a:lnTo>
                    <a:pt x="2320448" y="789523"/>
                  </a:lnTo>
                  <a:lnTo>
                    <a:pt x="2321014" y="804625"/>
                  </a:lnTo>
                  <a:lnTo>
                    <a:pt x="2319840" y="842514"/>
                  </a:lnTo>
                  <a:lnTo>
                    <a:pt x="2319730" y="852190"/>
                  </a:lnTo>
                  <a:lnTo>
                    <a:pt x="2318505" y="885631"/>
                  </a:lnTo>
                  <a:lnTo>
                    <a:pt x="2313481" y="1047921"/>
                  </a:lnTo>
                  <a:lnTo>
                    <a:pt x="2312218" y="1135853"/>
                  </a:lnTo>
                  <a:cubicBezTo>
                    <a:pt x="2313931" y="1210308"/>
                    <a:pt x="2312787" y="1287073"/>
                    <a:pt x="2311787" y="1383482"/>
                  </a:cubicBezTo>
                  <a:lnTo>
                    <a:pt x="2312105" y="1653395"/>
                  </a:lnTo>
                  <a:lnTo>
                    <a:pt x="2312218" y="1654655"/>
                  </a:lnTo>
                  <a:cubicBezTo>
                    <a:pt x="2316851" y="1685104"/>
                    <a:pt x="2317568" y="1729489"/>
                    <a:pt x="2316436" y="1782704"/>
                  </a:cubicBezTo>
                  <a:lnTo>
                    <a:pt x="2313742" y="1853702"/>
                  </a:lnTo>
                  <a:lnTo>
                    <a:pt x="2314885" y="1932222"/>
                  </a:lnTo>
                  <a:cubicBezTo>
                    <a:pt x="2316286" y="2041727"/>
                    <a:pt x="2316291" y="2103728"/>
                    <a:pt x="2314552" y="2221679"/>
                  </a:cubicBezTo>
                  <a:lnTo>
                    <a:pt x="2314372" y="2232996"/>
                  </a:lnTo>
                  <a:lnTo>
                    <a:pt x="2314476" y="2281503"/>
                  </a:lnTo>
                  <a:lnTo>
                    <a:pt x="2312221" y="2361964"/>
                  </a:lnTo>
                  <a:lnTo>
                    <a:pt x="2312218" y="2362112"/>
                  </a:lnTo>
                  <a:cubicBezTo>
                    <a:pt x="2246755" y="2361458"/>
                    <a:pt x="2204066" y="2364919"/>
                    <a:pt x="2141862" y="2364340"/>
                  </a:cubicBezTo>
                  <a:lnTo>
                    <a:pt x="2128114" y="2363904"/>
                  </a:lnTo>
                  <a:lnTo>
                    <a:pt x="2057107" y="2366537"/>
                  </a:lnTo>
                  <a:cubicBezTo>
                    <a:pt x="1978235" y="2370231"/>
                    <a:pt x="1906778" y="2374281"/>
                    <a:pt x="1846491" y="2373100"/>
                  </a:cubicBezTo>
                  <a:lnTo>
                    <a:pt x="1760852" y="2364099"/>
                  </a:lnTo>
                  <a:lnTo>
                    <a:pt x="1618745" y="2374693"/>
                  </a:lnTo>
                  <a:cubicBezTo>
                    <a:pt x="1463507" y="2384310"/>
                    <a:pt x="1342233" y="2383797"/>
                    <a:pt x="1194435" y="2362109"/>
                  </a:cubicBezTo>
                  <a:cubicBezTo>
                    <a:pt x="1051251" y="2339453"/>
                    <a:pt x="880929" y="2379162"/>
                    <a:pt x="624138" y="2362109"/>
                  </a:cubicBezTo>
                  <a:lnTo>
                    <a:pt x="615255" y="2361713"/>
                  </a:lnTo>
                  <a:lnTo>
                    <a:pt x="478136" y="2360000"/>
                  </a:lnTo>
                  <a:cubicBezTo>
                    <a:pt x="400991" y="2360436"/>
                    <a:pt x="332342" y="2362538"/>
                    <a:pt x="261416" y="2363744"/>
                  </a:cubicBezTo>
                  <a:lnTo>
                    <a:pt x="205944" y="2364158"/>
                  </a:lnTo>
                  <a:lnTo>
                    <a:pt x="141925" y="2366461"/>
                  </a:lnTo>
                  <a:cubicBezTo>
                    <a:pt x="101154" y="2367175"/>
                    <a:pt x="60598" y="2366439"/>
                    <a:pt x="22255" y="2362110"/>
                  </a:cubicBezTo>
                  <a:cubicBezTo>
                    <a:pt x="22454" y="2175181"/>
                    <a:pt x="1982" y="2029591"/>
                    <a:pt x="22255" y="1837437"/>
                  </a:cubicBezTo>
                  <a:lnTo>
                    <a:pt x="25372" y="1784712"/>
                  </a:lnTo>
                  <a:lnTo>
                    <a:pt x="22255" y="1746189"/>
                  </a:lnTo>
                  <a:cubicBezTo>
                    <a:pt x="11091" y="1621686"/>
                    <a:pt x="18222" y="1523619"/>
                    <a:pt x="24578" y="1428721"/>
                  </a:cubicBezTo>
                  <a:lnTo>
                    <a:pt x="26983" y="1376417"/>
                  </a:lnTo>
                  <a:lnTo>
                    <a:pt x="22255" y="1221516"/>
                  </a:lnTo>
                  <a:lnTo>
                    <a:pt x="17862" y="1074894"/>
                  </a:lnTo>
                  <a:lnTo>
                    <a:pt x="5890" y="923987"/>
                  </a:lnTo>
                  <a:cubicBezTo>
                    <a:pt x="3083" y="864023"/>
                    <a:pt x="1258" y="798693"/>
                    <a:pt x="460" y="730093"/>
                  </a:cubicBezTo>
                  <a:cubicBezTo>
                    <a:pt x="-138" y="678642"/>
                    <a:pt x="-157" y="625352"/>
                    <a:pt x="420" y="571106"/>
                  </a:cubicBezTo>
                  <a:close/>
                </a:path>
              </a:pathLst>
            </a:custGeom>
            <a:solidFill>
              <a:srgbClr val="4472C4"/>
            </a:solidFill>
            <a:ln w="76200">
              <a:solidFill>
                <a:srgbClr val="59595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28" name="Rectángulo 27">
              <a:hlinkClick r:id="rId4" action="ppaction://hlinksldjump">
                <a:snd r:embed="rId5" name="coin.wav"/>
              </a:hlinkClick>
              <a:hlinkHover r:id="rId4" action="ppaction://hlinksldjump">
                <a:snd r:embed="rId5" name="coin.wav"/>
              </a:hlinkHover>
              <a:extLst>
                <a:ext uri="{FF2B5EF4-FFF2-40B4-BE49-F238E27FC236}">
                  <a16:creationId xmlns:a16="http://schemas.microsoft.com/office/drawing/2014/main" id="{0694AC61-F94D-439F-9BBE-C8D66205747E}"/>
                </a:ext>
              </a:extLst>
            </p:cNvPr>
            <p:cNvSpPr/>
            <p:nvPr/>
          </p:nvSpPr>
          <p:spPr>
            <a:xfrm rot="10800000">
              <a:off x="5006189" y="1589757"/>
              <a:ext cx="1597810" cy="503203"/>
            </a:xfrm>
            <a:custGeom>
              <a:avLst/>
              <a:gdLst>
                <a:gd name="connsiteX0" fmla="*/ 0 w 1597810"/>
                <a:gd name="connsiteY0" fmla="*/ 0 h 503203"/>
                <a:gd name="connsiteX1" fmla="*/ 500647 w 1597810"/>
                <a:gd name="connsiteY1" fmla="*/ 0 h 503203"/>
                <a:gd name="connsiteX2" fmla="*/ 1033250 w 1597810"/>
                <a:gd name="connsiteY2" fmla="*/ 0 h 503203"/>
                <a:gd name="connsiteX3" fmla="*/ 1597810 w 1597810"/>
                <a:gd name="connsiteY3" fmla="*/ 0 h 503203"/>
                <a:gd name="connsiteX4" fmla="*/ 1597810 w 1597810"/>
                <a:gd name="connsiteY4" fmla="*/ 503203 h 503203"/>
                <a:gd name="connsiteX5" fmla="*/ 1033250 w 1597810"/>
                <a:gd name="connsiteY5" fmla="*/ 503203 h 503203"/>
                <a:gd name="connsiteX6" fmla="*/ 516625 w 1597810"/>
                <a:gd name="connsiteY6" fmla="*/ 503203 h 503203"/>
                <a:gd name="connsiteX7" fmla="*/ 0 w 1597810"/>
                <a:gd name="connsiteY7" fmla="*/ 503203 h 503203"/>
                <a:gd name="connsiteX8" fmla="*/ 0 w 1597810"/>
                <a:gd name="connsiteY8" fmla="*/ 0 h 50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7810" h="503203" fill="none" extrusionOk="0">
                  <a:moveTo>
                    <a:pt x="0" y="0"/>
                  </a:moveTo>
                  <a:cubicBezTo>
                    <a:pt x="147356" y="2436"/>
                    <a:pt x="322163" y="18353"/>
                    <a:pt x="500647" y="0"/>
                  </a:cubicBezTo>
                  <a:cubicBezTo>
                    <a:pt x="679131" y="-18353"/>
                    <a:pt x="864124" y="1834"/>
                    <a:pt x="1033250" y="0"/>
                  </a:cubicBezTo>
                  <a:cubicBezTo>
                    <a:pt x="1202376" y="-1834"/>
                    <a:pt x="1331629" y="-18285"/>
                    <a:pt x="1597810" y="0"/>
                  </a:cubicBezTo>
                  <a:cubicBezTo>
                    <a:pt x="1596834" y="214293"/>
                    <a:pt x="1593026" y="354159"/>
                    <a:pt x="1597810" y="503203"/>
                  </a:cubicBezTo>
                  <a:cubicBezTo>
                    <a:pt x="1381384" y="486653"/>
                    <a:pt x="1233067" y="484240"/>
                    <a:pt x="1033250" y="503203"/>
                  </a:cubicBezTo>
                  <a:cubicBezTo>
                    <a:pt x="833433" y="522166"/>
                    <a:pt x="687096" y="500319"/>
                    <a:pt x="516625" y="503203"/>
                  </a:cubicBezTo>
                  <a:cubicBezTo>
                    <a:pt x="346154" y="506087"/>
                    <a:pt x="225894" y="520148"/>
                    <a:pt x="0" y="503203"/>
                  </a:cubicBezTo>
                  <a:cubicBezTo>
                    <a:pt x="3258" y="280937"/>
                    <a:pt x="18384" y="173397"/>
                    <a:pt x="0" y="0"/>
                  </a:cubicBezTo>
                  <a:close/>
                </a:path>
                <a:path w="1597810" h="503203" stroke="0" extrusionOk="0">
                  <a:moveTo>
                    <a:pt x="0" y="0"/>
                  </a:moveTo>
                  <a:cubicBezTo>
                    <a:pt x="226776" y="-18130"/>
                    <a:pt x="293192" y="-25349"/>
                    <a:pt x="548581" y="0"/>
                  </a:cubicBezTo>
                  <a:cubicBezTo>
                    <a:pt x="803970" y="25349"/>
                    <a:pt x="845765" y="-21194"/>
                    <a:pt x="1065207" y="0"/>
                  </a:cubicBezTo>
                  <a:cubicBezTo>
                    <a:pt x="1284649" y="21194"/>
                    <a:pt x="1339660" y="-1161"/>
                    <a:pt x="1597810" y="0"/>
                  </a:cubicBezTo>
                  <a:cubicBezTo>
                    <a:pt x="1586541" y="214145"/>
                    <a:pt x="1594721" y="346339"/>
                    <a:pt x="1597810" y="503203"/>
                  </a:cubicBezTo>
                  <a:cubicBezTo>
                    <a:pt x="1321359" y="486744"/>
                    <a:pt x="1265681" y="510228"/>
                    <a:pt x="1033250" y="503203"/>
                  </a:cubicBezTo>
                  <a:cubicBezTo>
                    <a:pt x="800819" y="496178"/>
                    <a:pt x="661759" y="525752"/>
                    <a:pt x="500647" y="503203"/>
                  </a:cubicBezTo>
                  <a:cubicBezTo>
                    <a:pt x="339535" y="480654"/>
                    <a:pt x="203224" y="520155"/>
                    <a:pt x="0" y="503203"/>
                  </a:cubicBezTo>
                  <a:cubicBezTo>
                    <a:pt x="19419" y="264156"/>
                    <a:pt x="-19402" y="242081"/>
                    <a:pt x="0" y="0"/>
                  </a:cubicBezTo>
                  <a:close/>
                </a:path>
              </a:pathLst>
            </a:custGeom>
            <a:solidFill>
              <a:srgbClr val="FF0000"/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3550680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 dirty="0"/>
            </a:p>
          </p:txBody>
        </p:sp>
      </p:grpSp>
      <p:sp>
        <p:nvSpPr>
          <p:cNvPr id="30" name="Rectángulo 29">
            <a:hlinkClick r:id="" action="ppaction://hlinkshowjump?jump=nextslide"/>
            <a:hlinkHover r:id="rId2" action="ppaction://hlinksldjump" highlightClick="1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CE5E5291-B80E-46D7-AB0A-7F582AD8787C}"/>
              </a:ext>
            </a:extLst>
          </p:cNvPr>
          <p:cNvSpPr/>
          <p:nvPr/>
        </p:nvSpPr>
        <p:spPr>
          <a:xfrm rot="5400000">
            <a:off x="1156468" y="4213781"/>
            <a:ext cx="240631" cy="1337712"/>
          </a:xfrm>
          <a:prstGeom prst="rect">
            <a:avLst/>
          </a:prstGeom>
          <a:solidFill>
            <a:schemeClr val="bg1">
              <a:lumMod val="85000"/>
            </a:schemeClr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7117895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3.33333E-6 L -0.00235 0.3946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1972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rma libre: forma 70">
            <a:extLst>
              <a:ext uri="{FF2B5EF4-FFF2-40B4-BE49-F238E27FC236}">
                <a16:creationId xmlns:a16="http://schemas.microsoft.com/office/drawing/2014/main" id="{09CDDE58-44E9-4413-86EE-253FEC7ED20C}"/>
              </a:ext>
            </a:extLst>
          </p:cNvPr>
          <p:cNvSpPr/>
          <p:nvPr/>
        </p:nvSpPr>
        <p:spPr>
          <a:xfrm flipV="1">
            <a:off x="-118981" y="-535837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72" name="Forma libre: forma 71">
            <a:extLst>
              <a:ext uri="{FF2B5EF4-FFF2-40B4-BE49-F238E27FC236}">
                <a16:creationId xmlns:a16="http://schemas.microsoft.com/office/drawing/2014/main" id="{7C95E8B8-D40E-4355-91FE-4A3749F4376B}"/>
              </a:ext>
            </a:extLst>
          </p:cNvPr>
          <p:cNvSpPr/>
          <p:nvPr/>
        </p:nvSpPr>
        <p:spPr>
          <a:xfrm flipH="1" flipV="1">
            <a:off x="3984641" y="-575341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4DA9FF4A-6DEF-48F8-B2E8-4AC72610CAEF}"/>
              </a:ext>
            </a:extLst>
          </p:cNvPr>
          <p:cNvGrpSpPr/>
          <p:nvPr/>
        </p:nvGrpSpPr>
        <p:grpSpPr>
          <a:xfrm>
            <a:off x="8060015" y="-57454"/>
            <a:ext cx="3893623" cy="7252005"/>
            <a:chOff x="8060015" y="-57454"/>
            <a:chExt cx="3893623" cy="7252005"/>
          </a:xfrm>
        </p:grpSpPr>
        <p:sp>
          <p:nvSpPr>
            <p:cNvPr id="74" name="Forma libre: forma 73">
              <a:extLst>
                <a:ext uri="{FF2B5EF4-FFF2-40B4-BE49-F238E27FC236}">
                  <a16:creationId xmlns:a16="http://schemas.microsoft.com/office/drawing/2014/main" id="{28C932DF-8E74-462C-BAF8-40EC72F46DBB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75" name="Forma libre: forma 74">
              <a:extLst>
                <a:ext uri="{FF2B5EF4-FFF2-40B4-BE49-F238E27FC236}">
                  <a16:creationId xmlns:a16="http://schemas.microsoft.com/office/drawing/2014/main" id="{AEF47155-3431-43AF-83BB-86B0291433F6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76" name="Forma libre: forma 75">
              <a:extLst>
                <a:ext uri="{FF2B5EF4-FFF2-40B4-BE49-F238E27FC236}">
                  <a16:creationId xmlns:a16="http://schemas.microsoft.com/office/drawing/2014/main" id="{6ABE42C6-7BA3-4503-8EE0-2402CD9715B1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67" name="Forma libre: forma 66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4169AFA2-9D04-40D5-97B3-B2627B74C8F1}"/>
              </a:ext>
            </a:extLst>
          </p:cNvPr>
          <p:cNvSpPr/>
          <p:nvPr/>
        </p:nvSpPr>
        <p:spPr>
          <a:xfrm>
            <a:off x="7813283" y="6166284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43480" h="1443741">
                <a:moveTo>
                  <a:pt x="871740" y="0"/>
                </a:moveTo>
                <a:lnTo>
                  <a:pt x="987499" y="310210"/>
                </a:lnTo>
                <a:lnTo>
                  <a:pt x="994861" y="312448"/>
                </a:lnTo>
                <a:cubicBezTo>
                  <a:pt x="1082719" y="348851"/>
                  <a:pt x="1157471" y="409662"/>
                  <a:pt x="1210259" y="486204"/>
                </a:cubicBezTo>
                <a:lnTo>
                  <a:pt x="1246419" y="551463"/>
                </a:lnTo>
                <a:lnTo>
                  <a:pt x="1743480" y="551460"/>
                </a:lnTo>
                <a:lnTo>
                  <a:pt x="1284896" y="841555"/>
                </a:lnTo>
                <a:lnTo>
                  <a:pt x="1283925" y="850996"/>
                </a:lnTo>
                <a:cubicBezTo>
                  <a:pt x="1277403" y="882215"/>
                  <a:pt x="1267785" y="912330"/>
                  <a:pt x="1255398" y="941018"/>
                </a:cubicBezTo>
                <a:lnTo>
                  <a:pt x="1235978" y="976067"/>
                </a:lnTo>
                <a:lnTo>
                  <a:pt x="1410505" y="1443741"/>
                </a:lnTo>
                <a:lnTo>
                  <a:pt x="1008119" y="1189189"/>
                </a:lnTo>
                <a:lnTo>
                  <a:pt x="994861" y="1196238"/>
                </a:lnTo>
                <a:cubicBezTo>
                  <a:pt x="936289" y="1220506"/>
                  <a:pt x="871893" y="1233926"/>
                  <a:pt x="804297" y="1233926"/>
                </a:cubicBezTo>
                <a:cubicBezTo>
                  <a:pt x="770499" y="1233926"/>
                  <a:pt x="737501" y="1230571"/>
                  <a:pt x="705631" y="1224183"/>
                </a:cubicBezTo>
                <a:lnTo>
                  <a:pt x="688351" y="1218928"/>
                </a:lnTo>
                <a:lnTo>
                  <a:pt x="332975" y="1443741"/>
                </a:lnTo>
                <a:lnTo>
                  <a:pt x="462401" y="1096923"/>
                </a:lnTo>
                <a:lnTo>
                  <a:pt x="458116" y="1093459"/>
                </a:lnTo>
                <a:cubicBezTo>
                  <a:pt x="369521" y="1006672"/>
                  <a:pt x="314723" y="886776"/>
                  <a:pt x="314723" y="754343"/>
                </a:cubicBezTo>
                <a:lnTo>
                  <a:pt x="315089" y="750782"/>
                </a:lnTo>
                <a:lnTo>
                  <a:pt x="0" y="551460"/>
                </a:lnTo>
                <a:lnTo>
                  <a:pt x="362176" y="551462"/>
                </a:lnTo>
                <a:lnTo>
                  <a:pt x="398335" y="486204"/>
                </a:lnTo>
                <a:cubicBezTo>
                  <a:pt x="468719" y="384148"/>
                  <a:pt x="578151" y="310057"/>
                  <a:pt x="705631" y="284504"/>
                </a:cubicBezTo>
                <a:lnTo>
                  <a:pt x="767867" y="27835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6" name="Rectángulo 35">
            <a:hlinkClick r:id="rId4" action="ppaction://hlinksldjump">
              <a:snd r:embed="rId5" name="coin.wav"/>
            </a:hlinkClick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EDD8B8B6-01A4-492D-AB2B-8259A2EC33A0}"/>
              </a:ext>
            </a:extLst>
          </p:cNvPr>
          <p:cNvSpPr/>
          <p:nvPr/>
        </p:nvSpPr>
        <p:spPr>
          <a:xfrm rot="5400000">
            <a:off x="9755253" y="6011448"/>
            <a:ext cx="1418169" cy="2784079"/>
          </a:xfrm>
          <a:custGeom>
            <a:avLst/>
            <a:gdLst>
              <a:gd name="connsiteX0" fmla="*/ 0 w 1418169"/>
              <a:gd name="connsiteY0" fmla="*/ 0 h 2784079"/>
              <a:gd name="connsiteX1" fmla="*/ 430178 w 1418169"/>
              <a:gd name="connsiteY1" fmla="*/ 0 h 2784079"/>
              <a:gd name="connsiteX2" fmla="*/ 874538 w 1418169"/>
              <a:gd name="connsiteY2" fmla="*/ 0 h 2784079"/>
              <a:gd name="connsiteX3" fmla="*/ 1418169 w 1418169"/>
              <a:gd name="connsiteY3" fmla="*/ 0 h 2784079"/>
              <a:gd name="connsiteX4" fmla="*/ 1418169 w 1418169"/>
              <a:gd name="connsiteY4" fmla="*/ 612497 h 2784079"/>
              <a:gd name="connsiteX5" fmla="*/ 1418169 w 1418169"/>
              <a:gd name="connsiteY5" fmla="*/ 1336358 h 2784079"/>
              <a:gd name="connsiteX6" fmla="*/ 1418169 w 1418169"/>
              <a:gd name="connsiteY6" fmla="*/ 2004537 h 2784079"/>
              <a:gd name="connsiteX7" fmla="*/ 1418169 w 1418169"/>
              <a:gd name="connsiteY7" fmla="*/ 2784079 h 2784079"/>
              <a:gd name="connsiteX8" fmla="*/ 917083 w 1418169"/>
              <a:gd name="connsiteY8" fmla="*/ 2784079 h 2784079"/>
              <a:gd name="connsiteX9" fmla="*/ 472723 w 1418169"/>
              <a:gd name="connsiteY9" fmla="*/ 2784079 h 2784079"/>
              <a:gd name="connsiteX10" fmla="*/ 0 w 1418169"/>
              <a:gd name="connsiteY10" fmla="*/ 2784079 h 2784079"/>
              <a:gd name="connsiteX11" fmla="*/ 0 w 1418169"/>
              <a:gd name="connsiteY11" fmla="*/ 2115900 h 2784079"/>
              <a:gd name="connsiteX12" fmla="*/ 0 w 1418169"/>
              <a:gd name="connsiteY12" fmla="*/ 1419880 h 2784079"/>
              <a:gd name="connsiteX13" fmla="*/ 0 w 1418169"/>
              <a:gd name="connsiteY13" fmla="*/ 807383 h 2784079"/>
              <a:gd name="connsiteX14" fmla="*/ 0 w 1418169"/>
              <a:gd name="connsiteY14" fmla="*/ 0 h 27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18169" h="2784079" fill="none" extrusionOk="0">
                <a:moveTo>
                  <a:pt x="0" y="0"/>
                </a:moveTo>
                <a:cubicBezTo>
                  <a:pt x="89729" y="-19286"/>
                  <a:pt x="291817" y="8591"/>
                  <a:pt x="430178" y="0"/>
                </a:cubicBezTo>
                <a:cubicBezTo>
                  <a:pt x="568539" y="-8591"/>
                  <a:pt x="699260" y="1831"/>
                  <a:pt x="874538" y="0"/>
                </a:cubicBezTo>
                <a:cubicBezTo>
                  <a:pt x="1049816" y="-1831"/>
                  <a:pt x="1239273" y="12454"/>
                  <a:pt x="1418169" y="0"/>
                </a:cubicBezTo>
                <a:cubicBezTo>
                  <a:pt x="1415790" y="255354"/>
                  <a:pt x="1396621" y="465296"/>
                  <a:pt x="1418169" y="612497"/>
                </a:cubicBezTo>
                <a:cubicBezTo>
                  <a:pt x="1439717" y="759698"/>
                  <a:pt x="1385881" y="1119336"/>
                  <a:pt x="1418169" y="1336358"/>
                </a:cubicBezTo>
                <a:cubicBezTo>
                  <a:pt x="1450457" y="1553380"/>
                  <a:pt x="1430341" y="1683036"/>
                  <a:pt x="1418169" y="2004537"/>
                </a:cubicBezTo>
                <a:cubicBezTo>
                  <a:pt x="1405997" y="2326038"/>
                  <a:pt x="1409504" y="2500951"/>
                  <a:pt x="1418169" y="2784079"/>
                </a:cubicBezTo>
                <a:cubicBezTo>
                  <a:pt x="1267491" y="2803817"/>
                  <a:pt x="1064757" y="2803303"/>
                  <a:pt x="917083" y="2784079"/>
                </a:cubicBezTo>
                <a:cubicBezTo>
                  <a:pt x="769409" y="2764855"/>
                  <a:pt x="584870" y="2789834"/>
                  <a:pt x="472723" y="2784079"/>
                </a:cubicBezTo>
                <a:cubicBezTo>
                  <a:pt x="360576" y="2778324"/>
                  <a:pt x="140810" y="2761404"/>
                  <a:pt x="0" y="2784079"/>
                </a:cubicBezTo>
                <a:cubicBezTo>
                  <a:pt x="12847" y="2473028"/>
                  <a:pt x="26854" y="2347044"/>
                  <a:pt x="0" y="2115900"/>
                </a:cubicBezTo>
                <a:cubicBezTo>
                  <a:pt x="-26854" y="1884756"/>
                  <a:pt x="9339" y="1594210"/>
                  <a:pt x="0" y="1419880"/>
                </a:cubicBezTo>
                <a:cubicBezTo>
                  <a:pt x="-9339" y="1245550"/>
                  <a:pt x="-8891" y="980897"/>
                  <a:pt x="0" y="807383"/>
                </a:cubicBezTo>
                <a:cubicBezTo>
                  <a:pt x="8891" y="633869"/>
                  <a:pt x="27460" y="188544"/>
                  <a:pt x="0" y="0"/>
                </a:cubicBezTo>
                <a:close/>
              </a:path>
              <a:path w="1418169" h="2784079" stroke="0" extrusionOk="0">
                <a:moveTo>
                  <a:pt x="0" y="0"/>
                </a:moveTo>
                <a:cubicBezTo>
                  <a:pt x="144146" y="-5799"/>
                  <a:pt x="377319" y="14729"/>
                  <a:pt x="486905" y="0"/>
                </a:cubicBezTo>
                <a:cubicBezTo>
                  <a:pt x="596492" y="-14729"/>
                  <a:pt x="824473" y="11267"/>
                  <a:pt x="945446" y="0"/>
                </a:cubicBezTo>
                <a:cubicBezTo>
                  <a:pt x="1066419" y="-11267"/>
                  <a:pt x="1234919" y="-21484"/>
                  <a:pt x="1418169" y="0"/>
                </a:cubicBezTo>
                <a:cubicBezTo>
                  <a:pt x="1453977" y="290749"/>
                  <a:pt x="1392489" y="365987"/>
                  <a:pt x="1418169" y="723861"/>
                </a:cubicBezTo>
                <a:cubicBezTo>
                  <a:pt x="1443849" y="1081735"/>
                  <a:pt x="1392062" y="1226296"/>
                  <a:pt x="1418169" y="1475562"/>
                </a:cubicBezTo>
                <a:cubicBezTo>
                  <a:pt x="1444276" y="1724828"/>
                  <a:pt x="1386396" y="2211009"/>
                  <a:pt x="1418169" y="2784079"/>
                </a:cubicBezTo>
                <a:cubicBezTo>
                  <a:pt x="1274217" y="2782201"/>
                  <a:pt x="1143874" y="2781935"/>
                  <a:pt x="987991" y="2784079"/>
                </a:cubicBezTo>
                <a:cubicBezTo>
                  <a:pt x="832108" y="2786223"/>
                  <a:pt x="700964" y="2759923"/>
                  <a:pt x="486905" y="2784079"/>
                </a:cubicBezTo>
                <a:cubicBezTo>
                  <a:pt x="272846" y="2808235"/>
                  <a:pt x="179769" y="2802391"/>
                  <a:pt x="0" y="2784079"/>
                </a:cubicBezTo>
                <a:cubicBezTo>
                  <a:pt x="-25358" y="2570716"/>
                  <a:pt x="-20501" y="2452901"/>
                  <a:pt x="0" y="2143741"/>
                </a:cubicBezTo>
                <a:cubicBezTo>
                  <a:pt x="20501" y="1834581"/>
                  <a:pt x="5346" y="1625683"/>
                  <a:pt x="0" y="1475562"/>
                </a:cubicBezTo>
                <a:cubicBezTo>
                  <a:pt x="-5346" y="1325441"/>
                  <a:pt x="-27759" y="1086248"/>
                  <a:pt x="0" y="835224"/>
                </a:cubicBezTo>
                <a:cubicBezTo>
                  <a:pt x="27759" y="584200"/>
                  <a:pt x="34450" y="330399"/>
                  <a:pt x="0" y="0"/>
                </a:cubicBezTo>
                <a:close/>
              </a:path>
            </a:pathLst>
          </a:custGeom>
          <a:solidFill>
            <a:srgbClr val="FF0000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55068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8" name="Rectángulo 17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3AC4DA4-4652-48B4-8F9A-63C1097681D0}"/>
              </a:ext>
            </a:extLst>
          </p:cNvPr>
          <p:cNvSpPr/>
          <p:nvPr/>
        </p:nvSpPr>
        <p:spPr>
          <a:xfrm>
            <a:off x="7539162" y="4616581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799253 w 6096000"/>
              <a:gd name="connsiteY1" fmla="*/ 0 h 240633"/>
              <a:gd name="connsiteX2" fmla="*/ 1598507 w 6096000"/>
              <a:gd name="connsiteY2" fmla="*/ 0 h 240633"/>
              <a:gd name="connsiteX3" fmla="*/ 2397760 w 6096000"/>
              <a:gd name="connsiteY3" fmla="*/ 0 h 240633"/>
              <a:gd name="connsiteX4" fmla="*/ 3014133 w 6096000"/>
              <a:gd name="connsiteY4" fmla="*/ 0 h 240633"/>
              <a:gd name="connsiteX5" fmla="*/ 3569547 w 6096000"/>
              <a:gd name="connsiteY5" fmla="*/ 0 h 240633"/>
              <a:gd name="connsiteX6" fmla="*/ 4307840 w 6096000"/>
              <a:gd name="connsiteY6" fmla="*/ 0 h 240633"/>
              <a:gd name="connsiteX7" fmla="*/ 4924213 w 6096000"/>
              <a:gd name="connsiteY7" fmla="*/ 0 h 240633"/>
              <a:gd name="connsiteX8" fmla="*/ 6096000 w 6096000"/>
              <a:gd name="connsiteY8" fmla="*/ 0 h 240633"/>
              <a:gd name="connsiteX9" fmla="*/ 6096000 w 6096000"/>
              <a:gd name="connsiteY9" fmla="*/ 240633 h 240633"/>
              <a:gd name="connsiteX10" fmla="*/ 5357707 w 6096000"/>
              <a:gd name="connsiteY10" fmla="*/ 240633 h 240633"/>
              <a:gd name="connsiteX11" fmla="*/ 4741333 w 6096000"/>
              <a:gd name="connsiteY11" fmla="*/ 240633 h 240633"/>
              <a:gd name="connsiteX12" fmla="*/ 3942080 w 6096000"/>
              <a:gd name="connsiteY12" fmla="*/ 240633 h 240633"/>
              <a:gd name="connsiteX13" fmla="*/ 3264747 w 6096000"/>
              <a:gd name="connsiteY13" fmla="*/ 240633 h 240633"/>
              <a:gd name="connsiteX14" fmla="*/ 2587413 w 6096000"/>
              <a:gd name="connsiteY14" fmla="*/ 240633 h 240633"/>
              <a:gd name="connsiteX15" fmla="*/ 2092960 w 6096000"/>
              <a:gd name="connsiteY15" fmla="*/ 240633 h 240633"/>
              <a:gd name="connsiteX16" fmla="*/ 1537547 w 6096000"/>
              <a:gd name="connsiteY16" fmla="*/ 240633 h 240633"/>
              <a:gd name="connsiteX17" fmla="*/ 1043093 w 6096000"/>
              <a:gd name="connsiteY17" fmla="*/ 240633 h 240633"/>
              <a:gd name="connsiteX18" fmla="*/ 0 w 6096000"/>
              <a:gd name="connsiteY18" fmla="*/ 240633 h 240633"/>
              <a:gd name="connsiteX19" fmla="*/ 0 w 6096000"/>
              <a:gd name="connsiteY19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244635" y="12519"/>
                  <a:pt x="618197" y="25988"/>
                  <a:pt x="799253" y="0"/>
                </a:cubicBezTo>
                <a:cubicBezTo>
                  <a:pt x="980309" y="-25988"/>
                  <a:pt x="1437190" y="12566"/>
                  <a:pt x="1598507" y="0"/>
                </a:cubicBezTo>
                <a:cubicBezTo>
                  <a:pt x="1759824" y="-12566"/>
                  <a:pt x="2027929" y="-20015"/>
                  <a:pt x="2397760" y="0"/>
                </a:cubicBezTo>
                <a:cubicBezTo>
                  <a:pt x="2767591" y="20015"/>
                  <a:pt x="2803638" y="-28707"/>
                  <a:pt x="3014133" y="0"/>
                </a:cubicBezTo>
                <a:cubicBezTo>
                  <a:pt x="3224628" y="28707"/>
                  <a:pt x="3383675" y="13332"/>
                  <a:pt x="3569547" y="0"/>
                </a:cubicBezTo>
                <a:cubicBezTo>
                  <a:pt x="3755419" y="-13332"/>
                  <a:pt x="4063674" y="-28639"/>
                  <a:pt x="4307840" y="0"/>
                </a:cubicBezTo>
                <a:cubicBezTo>
                  <a:pt x="4552006" y="28639"/>
                  <a:pt x="4691103" y="27119"/>
                  <a:pt x="4924213" y="0"/>
                </a:cubicBezTo>
                <a:cubicBezTo>
                  <a:pt x="5157323" y="-27119"/>
                  <a:pt x="5733855" y="-33863"/>
                  <a:pt x="6096000" y="0"/>
                </a:cubicBezTo>
                <a:cubicBezTo>
                  <a:pt x="6098939" y="120284"/>
                  <a:pt x="6097462" y="137655"/>
                  <a:pt x="6096000" y="240633"/>
                </a:cubicBezTo>
                <a:cubicBezTo>
                  <a:pt x="5783310" y="207734"/>
                  <a:pt x="5594196" y="251888"/>
                  <a:pt x="5357707" y="240633"/>
                </a:cubicBezTo>
                <a:cubicBezTo>
                  <a:pt x="5121218" y="229378"/>
                  <a:pt x="5013695" y="223573"/>
                  <a:pt x="4741333" y="240633"/>
                </a:cubicBezTo>
                <a:cubicBezTo>
                  <a:pt x="4468971" y="257693"/>
                  <a:pt x="4217541" y="237692"/>
                  <a:pt x="3942080" y="240633"/>
                </a:cubicBezTo>
                <a:cubicBezTo>
                  <a:pt x="3666619" y="243574"/>
                  <a:pt x="3473215" y="242189"/>
                  <a:pt x="3264747" y="240633"/>
                </a:cubicBezTo>
                <a:cubicBezTo>
                  <a:pt x="3056279" y="239077"/>
                  <a:pt x="2768672" y="235813"/>
                  <a:pt x="2587413" y="240633"/>
                </a:cubicBezTo>
                <a:cubicBezTo>
                  <a:pt x="2406154" y="245453"/>
                  <a:pt x="2193640" y="254784"/>
                  <a:pt x="2092960" y="240633"/>
                </a:cubicBezTo>
                <a:cubicBezTo>
                  <a:pt x="1992280" y="226482"/>
                  <a:pt x="1787819" y="259537"/>
                  <a:pt x="1537547" y="240633"/>
                </a:cubicBezTo>
                <a:cubicBezTo>
                  <a:pt x="1287275" y="221729"/>
                  <a:pt x="1210851" y="234846"/>
                  <a:pt x="1043093" y="240633"/>
                </a:cubicBezTo>
                <a:cubicBezTo>
                  <a:pt x="875335" y="246420"/>
                  <a:pt x="424017" y="199649"/>
                  <a:pt x="0" y="240633"/>
                </a:cubicBezTo>
                <a:cubicBezTo>
                  <a:pt x="9144" y="184350"/>
                  <a:pt x="-3867" y="106030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297808" y="-26453"/>
                  <a:pt x="370990" y="3024"/>
                  <a:pt x="738293" y="0"/>
                </a:cubicBezTo>
                <a:cubicBezTo>
                  <a:pt x="1105596" y="-3024"/>
                  <a:pt x="1256275" y="-31051"/>
                  <a:pt x="1415627" y="0"/>
                </a:cubicBezTo>
                <a:cubicBezTo>
                  <a:pt x="1574979" y="31051"/>
                  <a:pt x="1859200" y="-34752"/>
                  <a:pt x="2153920" y="0"/>
                </a:cubicBezTo>
                <a:cubicBezTo>
                  <a:pt x="2448640" y="34752"/>
                  <a:pt x="2671058" y="37178"/>
                  <a:pt x="2953173" y="0"/>
                </a:cubicBezTo>
                <a:cubicBezTo>
                  <a:pt x="3235288" y="-37178"/>
                  <a:pt x="3375841" y="-21968"/>
                  <a:pt x="3508587" y="0"/>
                </a:cubicBezTo>
                <a:cubicBezTo>
                  <a:pt x="3641333" y="21968"/>
                  <a:pt x="3852366" y="4678"/>
                  <a:pt x="4185920" y="0"/>
                </a:cubicBezTo>
                <a:cubicBezTo>
                  <a:pt x="4519474" y="-4678"/>
                  <a:pt x="4582268" y="-24750"/>
                  <a:pt x="4802293" y="0"/>
                </a:cubicBezTo>
                <a:cubicBezTo>
                  <a:pt x="5022318" y="24750"/>
                  <a:pt x="5180371" y="23961"/>
                  <a:pt x="5296747" y="0"/>
                </a:cubicBezTo>
                <a:cubicBezTo>
                  <a:pt x="5413123" y="-23961"/>
                  <a:pt x="5789068" y="-29068"/>
                  <a:pt x="6096000" y="0"/>
                </a:cubicBezTo>
                <a:cubicBezTo>
                  <a:pt x="6088174" y="91852"/>
                  <a:pt x="6092170" y="139132"/>
                  <a:pt x="6096000" y="240633"/>
                </a:cubicBezTo>
                <a:cubicBezTo>
                  <a:pt x="5908235" y="234841"/>
                  <a:pt x="5636028" y="265122"/>
                  <a:pt x="5357707" y="240633"/>
                </a:cubicBezTo>
                <a:cubicBezTo>
                  <a:pt x="5079386" y="216144"/>
                  <a:pt x="5089069" y="240693"/>
                  <a:pt x="4863253" y="240633"/>
                </a:cubicBezTo>
                <a:cubicBezTo>
                  <a:pt x="4637437" y="240573"/>
                  <a:pt x="4529426" y="262377"/>
                  <a:pt x="4368800" y="240633"/>
                </a:cubicBezTo>
                <a:cubicBezTo>
                  <a:pt x="4208174" y="218889"/>
                  <a:pt x="3865240" y="225863"/>
                  <a:pt x="3630507" y="240633"/>
                </a:cubicBezTo>
                <a:cubicBezTo>
                  <a:pt x="3395774" y="255403"/>
                  <a:pt x="3350474" y="241659"/>
                  <a:pt x="3136053" y="240633"/>
                </a:cubicBezTo>
                <a:cubicBezTo>
                  <a:pt x="2921632" y="239607"/>
                  <a:pt x="2814375" y="236700"/>
                  <a:pt x="2519680" y="240633"/>
                </a:cubicBezTo>
                <a:cubicBezTo>
                  <a:pt x="2224985" y="244566"/>
                  <a:pt x="2145582" y="216998"/>
                  <a:pt x="1964267" y="240633"/>
                </a:cubicBezTo>
                <a:cubicBezTo>
                  <a:pt x="1782952" y="264268"/>
                  <a:pt x="1561725" y="231523"/>
                  <a:pt x="1225973" y="240633"/>
                </a:cubicBezTo>
                <a:cubicBezTo>
                  <a:pt x="890221" y="249743"/>
                  <a:pt x="312868" y="191892"/>
                  <a:pt x="0" y="240633"/>
                </a:cubicBezTo>
                <a:cubicBezTo>
                  <a:pt x="10935" y="123448"/>
                  <a:pt x="3338" y="58478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0654245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69" name="Forma libre: forma 68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FAE3AD2F-2FD5-4AC3-82D6-633893991AEA}"/>
              </a:ext>
            </a:extLst>
          </p:cNvPr>
          <p:cNvSpPr/>
          <p:nvPr/>
        </p:nvSpPr>
        <p:spPr>
          <a:xfrm rot="16200000">
            <a:off x="1946509" y="-3134343"/>
            <a:ext cx="8234605" cy="13202813"/>
          </a:xfrm>
          <a:custGeom>
            <a:avLst/>
            <a:gdLst>
              <a:gd name="connsiteX0" fmla="*/ 8234605 w 8234605"/>
              <a:gd name="connsiteY0" fmla="*/ 0 h 13202813"/>
              <a:gd name="connsiteX1" fmla="*/ 8234605 w 8234605"/>
              <a:gd name="connsiteY1" fmla="*/ 408742 h 13202813"/>
              <a:gd name="connsiteX2" fmla="*/ 8234605 w 8234605"/>
              <a:gd name="connsiteY2" fmla="*/ 817483 h 13202813"/>
              <a:gd name="connsiteX3" fmla="*/ 7560321 w 8234605"/>
              <a:gd name="connsiteY3" fmla="*/ 817483 h 13202813"/>
              <a:gd name="connsiteX4" fmla="*/ 6737695 w 8234605"/>
              <a:gd name="connsiteY4" fmla="*/ 817483 h 13202813"/>
              <a:gd name="connsiteX5" fmla="*/ 6063411 w 8234605"/>
              <a:gd name="connsiteY5" fmla="*/ 817483 h 13202813"/>
              <a:gd name="connsiteX6" fmla="*/ 5611641 w 8234605"/>
              <a:gd name="connsiteY6" fmla="*/ 817483 h 13202813"/>
              <a:gd name="connsiteX7" fmla="*/ 4937357 w 8234605"/>
              <a:gd name="connsiteY7" fmla="*/ 817483 h 13202813"/>
              <a:gd name="connsiteX8" fmla="*/ 4188902 w 8234605"/>
              <a:gd name="connsiteY8" fmla="*/ 817483 h 13202813"/>
              <a:gd name="connsiteX9" fmla="*/ 3662961 w 8234605"/>
              <a:gd name="connsiteY9" fmla="*/ 817483 h 13202813"/>
              <a:gd name="connsiteX10" fmla="*/ 3062848 w 8234605"/>
              <a:gd name="connsiteY10" fmla="*/ 817483 h 13202813"/>
              <a:gd name="connsiteX11" fmla="*/ 2314393 w 8234605"/>
              <a:gd name="connsiteY11" fmla="*/ 817483 h 13202813"/>
              <a:gd name="connsiteX12" fmla="*/ 1491767 w 8234605"/>
              <a:gd name="connsiteY12" fmla="*/ 817483 h 13202813"/>
              <a:gd name="connsiteX13" fmla="*/ 817483 w 8234605"/>
              <a:gd name="connsiteY13" fmla="*/ 817483 h 13202813"/>
              <a:gd name="connsiteX14" fmla="*/ 817483 w 8234605"/>
              <a:gd name="connsiteY14" fmla="*/ 1404780 h 13202813"/>
              <a:gd name="connsiteX15" fmla="*/ 817483 w 8234605"/>
              <a:gd name="connsiteY15" fmla="*/ 1816562 h 13202813"/>
              <a:gd name="connsiteX16" fmla="*/ 817483 w 8234605"/>
              <a:gd name="connsiteY16" fmla="*/ 2228345 h 13202813"/>
              <a:gd name="connsiteX17" fmla="*/ 817483 w 8234605"/>
              <a:gd name="connsiteY17" fmla="*/ 2640128 h 13202813"/>
              <a:gd name="connsiteX18" fmla="*/ 817483 w 8234605"/>
              <a:gd name="connsiteY18" fmla="*/ 3315181 h 13202813"/>
              <a:gd name="connsiteX19" fmla="*/ 817483 w 8234605"/>
              <a:gd name="connsiteY19" fmla="*/ 3902478 h 13202813"/>
              <a:gd name="connsiteX20" fmla="*/ 817483 w 8234605"/>
              <a:gd name="connsiteY20" fmla="*/ 4577531 h 13202813"/>
              <a:gd name="connsiteX21" fmla="*/ 817483 w 8234605"/>
              <a:gd name="connsiteY21" fmla="*/ 5428099 h 13202813"/>
              <a:gd name="connsiteX22" fmla="*/ 817483 w 8234605"/>
              <a:gd name="connsiteY22" fmla="*/ 6190909 h 13202813"/>
              <a:gd name="connsiteX23" fmla="*/ 817483 w 8234605"/>
              <a:gd name="connsiteY23" fmla="*/ 6865963 h 13202813"/>
              <a:gd name="connsiteX24" fmla="*/ 817483 w 8234605"/>
              <a:gd name="connsiteY24" fmla="*/ 7453259 h 13202813"/>
              <a:gd name="connsiteX25" fmla="*/ 817483 w 8234605"/>
              <a:gd name="connsiteY25" fmla="*/ 8303827 h 13202813"/>
              <a:gd name="connsiteX26" fmla="*/ 817483 w 8234605"/>
              <a:gd name="connsiteY26" fmla="*/ 8715609 h 13202813"/>
              <a:gd name="connsiteX27" fmla="*/ 817483 w 8234605"/>
              <a:gd name="connsiteY27" fmla="*/ 9593179 h 13202813"/>
              <a:gd name="connsiteX28" fmla="*/ 392392 w 8234605"/>
              <a:gd name="connsiteY28" fmla="*/ 9593179 h 13202813"/>
              <a:gd name="connsiteX29" fmla="*/ 0 w 8234605"/>
              <a:gd name="connsiteY29" fmla="*/ 9593179 h 13202813"/>
              <a:gd name="connsiteX30" fmla="*/ 0 w 8234605"/>
              <a:gd name="connsiteY30" fmla="*/ 9019415 h 13202813"/>
              <a:gd name="connsiteX31" fmla="*/ 0 w 8234605"/>
              <a:gd name="connsiteY31" fmla="*/ 8165441 h 13202813"/>
              <a:gd name="connsiteX32" fmla="*/ 0 w 8234605"/>
              <a:gd name="connsiteY32" fmla="*/ 7311467 h 13202813"/>
              <a:gd name="connsiteX33" fmla="*/ 0 w 8234605"/>
              <a:gd name="connsiteY33" fmla="*/ 6550896 h 13202813"/>
              <a:gd name="connsiteX34" fmla="*/ 0 w 8234605"/>
              <a:gd name="connsiteY34" fmla="*/ 5790325 h 13202813"/>
              <a:gd name="connsiteX35" fmla="*/ 0 w 8234605"/>
              <a:gd name="connsiteY35" fmla="*/ 5403368 h 13202813"/>
              <a:gd name="connsiteX36" fmla="*/ 0 w 8234605"/>
              <a:gd name="connsiteY36" fmla="*/ 4829604 h 13202813"/>
              <a:gd name="connsiteX37" fmla="*/ 0 w 8234605"/>
              <a:gd name="connsiteY37" fmla="*/ 4349244 h 13202813"/>
              <a:gd name="connsiteX38" fmla="*/ 0 w 8234605"/>
              <a:gd name="connsiteY38" fmla="*/ 3868883 h 13202813"/>
              <a:gd name="connsiteX39" fmla="*/ 0 w 8234605"/>
              <a:gd name="connsiteY39" fmla="*/ 3108312 h 13202813"/>
              <a:gd name="connsiteX40" fmla="*/ 0 w 8234605"/>
              <a:gd name="connsiteY40" fmla="*/ 2627952 h 13202813"/>
              <a:gd name="connsiteX41" fmla="*/ 0 w 8234605"/>
              <a:gd name="connsiteY41" fmla="*/ 2054188 h 13202813"/>
              <a:gd name="connsiteX42" fmla="*/ 0 w 8234605"/>
              <a:gd name="connsiteY42" fmla="*/ 1573827 h 13202813"/>
              <a:gd name="connsiteX43" fmla="*/ 0 w 8234605"/>
              <a:gd name="connsiteY43" fmla="*/ 1093467 h 13202813"/>
              <a:gd name="connsiteX44" fmla="*/ 0 w 8234605"/>
              <a:gd name="connsiteY44" fmla="*/ 252836 h 13202813"/>
              <a:gd name="connsiteX45" fmla="*/ 363183 w 8234605"/>
              <a:gd name="connsiteY45" fmla="*/ 252836 h 13202813"/>
              <a:gd name="connsiteX46" fmla="*/ 726366 w 8234605"/>
              <a:gd name="connsiteY46" fmla="*/ 252836 h 13202813"/>
              <a:gd name="connsiteX47" fmla="*/ 726366 w 8234605"/>
              <a:gd name="connsiteY47" fmla="*/ 0 h 13202813"/>
              <a:gd name="connsiteX48" fmla="*/ 1484016 w 8234605"/>
              <a:gd name="connsiteY48" fmla="*/ 0 h 13202813"/>
              <a:gd name="connsiteX49" fmla="*/ 2091500 w 8234605"/>
              <a:gd name="connsiteY49" fmla="*/ 0 h 13202813"/>
              <a:gd name="connsiteX50" fmla="*/ 2774068 w 8234605"/>
              <a:gd name="connsiteY50" fmla="*/ 0 h 13202813"/>
              <a:gd name="connsiteX51" fmla="*/ 3531717 w 8234605"/>
              <a:gd name="connsiteY51" fmla="*/ 0 h 13202813"/>
              <a:gd name="connsiteX52" fmla="*/ 3989037 w 8234605"/>
              <a:gd name="connsiteY52" fmla="*/ 0 h 13202813"/>
              <a:gd name="connsiteX53" fmla="*/ 4821769 w 8234605"/>
              <a:gd name="connsiteY53" fmla="*/ 0 h 13202813"/>
              <a:gd name="connsiteX54" fmla="*/ 5279089 w 8234605"/>
              <a:gd name="connsiteY54" fmla="*/ 0 h 13202813"/>
              <a:gd name="connsiteX55" fmla="*/ 6111821 w 8234605"/>
              <a:gd name="connsiteY55" fmla="*/ 0 h 13202813"/>
              <a:gd name="connsiteX56" fmla="*/ 6944553 w 8234605"/>
              <a:gd name="connsiteY56" fmla="*/ 0 h 13202813"/>
              <a:gd name="connsiteX57" fmla="*/ 7401873 w 8234605"/>
              <a:gd name="connsiteY57" fmla="*/ 0 h 13202813"/>
              <a:gd name="connsiteX58" fmla="*/ 8234605 w 8234605"/>
              <a:gd name="connsiteY58" fmla="*/ 0 h 13202813"/>
              <a:gd name="connsiteX59" fmla="*/ 8234605 w 8234605"/>
              <a:gd name="connsiteY59" fmla="*/ 12385330 h 13202813"/>
              <a:gd name="connsiteX60" fmla="*/ 8234605 w 8234605"/>
              <a:gd name="connsiteY60" fmla="*/ 12810421 h 13202813"/>
              <a:gd name="connsiteX61" fmla="*/ 8234605 w 8234605"/>
              <a:gd name="connsiteY61" fmla="*/ 13202813 h 13202813"/>
              <a:gd name="connsiteX62" fmla="*/ 7702203 w 8234605"/>
              <a:gd name="connsiteY62" fmla="*/ 13202813 h 13202813"/>
              <a:gd name="connsiteX63" fmla="*/ 7094718 w 8234605"/>
              <a:gd name="connsiteY63" fmla="*/ 13202813 h 13202813"/>
              <a:gd name="connsiteX64" fmla="*/ 6487233 w 8234605"/>
              <a:gd name="connsiteY64" fmla="*/ 13202813 h 13202813"/>
              <a:gd name="connsiteX65" fmla="*/ 5879748 w 8234605"/>
              <a:gd name="connsiteY65" fmla="*/ 13202813 h 13202813"/>
              <a:gd name="connsiteX66" fmla="*/ 5122098 w 8234605"/>
              <a:gd name="connsiteY66" fmla="*/ 13202813 h 13202813"/>
              <a:gd name="connsiteX67" fmla="*/ 4514613 w 8234605"/>
              <a:gd name="connsiteY67" fmla="*/ 13202813 h 13202813"/>
              <a:gd name="connsiteX68" fmla="*/ 3907128 w 8234605"/>
              <a:gd name="connsiteY68" fmla="*/ 13202813 h 13202813"/>
              <a:gd name="connsiteX69" fmla="*/ 3449808 w 8234605"/>
              <a:gd name="connsiteY69" fmla="*/ 13202813 h 13202813"/>
              <a:gd name="connsiteX70" fmla="*/ 2992488 w 8234605"/>
              <a:gd name="connsiteY70" fmla="*/ 13202813 h 13202813"/>
              <a:gd name="connsiteX71" fmla="*/ 2159756 w 8234605"/>
              <a:gd name="connsiteY71" fmla="*/ 13202813 h 13202813"/>
              <a:gd name="connsiteX72" fmla="*/ 1702436 w 8234605"/>
              <a:gd name="connsiteY72" fmla="*/ 13202813 h 13202813"/>
              <a:gd name="connsiteX73" fmla="*/ 726365 w 8234605"/>
              <a:gd name="connsiteY73" fmla="*/ 13202813 h 13202813"/>
              <a:gd name="connsiteX74" fmla="*/ 726365 w 8234605"/>
              <a:gd name="connsiteY74" fmla="*/ 12818596 h 13202813"/>
              <a:gd name="connsiteX75" fmla="*/ 726365 w 8234605"/>
              <a:gd name="connsiteY75" fmla="*/ 12385330 h 13202813"/>
              <a:gd name="connsiteX76" fmla="*/ 1559097 w 8234605"/>
              <a:gd name="connsiteY76" fmla="*/ 12385330 h 13202813"/>
              <a:gd name="connsiteX77" fmla="*/ 2166582 w 8234605"/>
              <a:gd name="connsiteY77" fmla="*/ 12385330 h 13202813"/>
              <a:gd name="connsiteX78" fmla="*/ 2698984 w 8234605"/>
              <a:gd name="connsiteY78" fmla="*/ 12385330 h 13202813"/>
              <a:gd name="connsiteX79" fmla="*/ 3381552 w 8234605"/>
              <a:gd name="connsiteY79" fmla="*/ 12385330 h 13202813"/>
              <a:gd name="connsiteX80" fmla="*/ 3913954 w 8234605"/>
              <a:gd name="connsiteY80" fmla="*/ 12385330 h 13202813"/>
              <a:gd name="connsiteX81" fmla="*/ 4446357 w 8234605"/>
              <a:gd name="connsiteY81" fmla="*/ 12385330 h 13202813"/>
              <a:gd name="connsiteX82" fmla="*/ 4978759 w 8234605"/>
              <a:gd name="connsiteY82" fmla="*/ 12385330 h 13202813"/>
              <a:gd name="connsiteX83" fmla="*/ 5436079 w 8234605"/>
              <a:gd name="connsiteY83" fmla="*/ 12385330 h 13202813"/>
              <a:gd name="connsiteX84" fmla="*/ 6043564 w 8234605"/>
              <a:gd name="connsiteY84" fmla="*/ 12385330 h 13202813"/>
              <a:gd name="connsiteX85" fmla="*/ 6575967 w 8234605"/>
              <a:gd name="connsiteY85" fmla="*/ 12385330 h 13202813"/>
              <a:gd name="connsiteX86" fmla="*/ 7033287 w 8234605"/>
              <a:gd name="connsiteY86" fmla="*/ 12385330 h 13202813"/>
              <a:gd name="connsiteX87" fmla="*/ 8234605 w 8234605"/>
              <a:gd name="connsiteY87" fmla="*/ 12385330 h 13202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8234605" h="13202813" fill="none" extrusionOk="0">
                <a:moveTo>
                  <a:pt x="8234605" y="0"/>
                </a:moveTo>
                <a:cubicBezTo>
                  <a:pt x="8236501" y="154022"/>
                  <a:pt x="8221113" y="295189"/>
                  <a:pt x="8234605" y="408742"/>
                </a:cubicBezTo>
                <a:cubicBezTo>
                  <a:pt x="8248097" y="522295"/>
                  <a:pt x="8214745" y="640429"/>
                  <a:pt x="8234605" y="817483"/>
                </a:cubicBezTo>
                <a:cubicBezTo>
                  <a:pt x="8028316" y="799244"/>
                  <a:pt x="7840510" y="803098"/>
                  <a:pt x="7560321" y="817483"/>
                </a:cubicBezTo>
                <a:cubicBezTo>
                  <a:pt x="7280132" y="831868"/>
                  <a:pt x="7054681" y="817262"/>
                  <a:pt x="6737695" y="817483"/>
                </a:cubicBezTo>
                <a:cubicBezTo>
                  <a:pt x="6420709" y="817704"/>
                  <a:pt x="6393061" y="844381"/>
                  <a:pt x="6063411" y="817483"/>
                </a:cubicBezTo>
                <a:cubicBezTo>
                  <a:pt x="5733761" y="790585"/>
                  <a:pt x="5800716" y="827342"/>
                  <a:pt x="5611641" y="817483"/>
                </a:cubicBezTo>
                <a:cubicBezTo>
                  <a:pt x="5422566" y="807625"/>
                  <a:pt x="5242833" y="833576"/>
                  <a:pt x="4937357" y="817483"/>
                </a:cubicBezTo>
                <a:cubicBezTo>
                  <a:pt x="4631881" y="801390"/>
                  <a:pt x="4425500" y="792498"/>
                  <a:pt x="4188902" y="817483"/>
                </a:cubicBezTo>
                <a:cubicBezTo>
                  <a:pt x="3952305" y="842468"/>
                  <a:pt x="3829925" y="798299"/>
                  <a:pt x="3662961" y="817483"/>
                </a:cubicBezTo>
                <a:cubicBezTo>
                  <a:pt x="3495997" y="836667"/>
                  <a:pt x="3351420" y="818740"/>
                  <a:pt x="3062848" y="817483"/>
                </a:cubicBezTo>
                <a:cubicBezTo>
                  <a:pt x="2774276" y="816226"/>
                  <a:pt x="2581134" y="814715"/>
                  <a:pt x="2314393" y="817483"/>
                </a:cubicBezTo>
                <a:cubicBezTo>
                  <a:pt x="2047653" y="820251"/>
                  <a:pt x="1852613" y="779908"/>
                  <a:pt x="1491767" y="817483"/>
                </a:cubicBezTo>
                <a:cubicBezTo>
                  <a:pt x="1130921" y="855058"/>
                  <a:pt x="971340" y="819942"/>
                  <a:pt x="817483" y="817483"/>
                </a:cubicBezTo>
                <a:cubicBezTo>
                  <a:pt x="812353" y="939391"/>
                  <a:pt x="827888" y="1264060"/>
                  <a:pt x="817483" y="1404780"/>
                </a:cubicBezTo>
                <a:cubicBezTo>
                  <a:pt x="807078" y="1545500"/>
                  <a:pt x="823526" y="1629925"/>
                  <a:pt x="817483" y="1816562"/>
                </a:cubicBezTo>
                <a:cubicBezTo>
                  <a:pt x="811440" y="2003199"/>
                  <a:pt x="819200" y="2095845"/>
                  <a:pt x="817483" y="2228345"/>
                </a:cubicBezTo>
                <a:cubicBezTo>
                  <a:pt x="815766" y="2360845"/>
                  <a:pt x="798802" y="2526845"/>
                  <a:pt x="817483" y="2640128"/>
                </a:cubicBezTo>
                <a:cubicBezTo>
                  <a:pt x="836164" y="2753411"/>
                  <a:pt x="801090" y="3090691"/>
                  <a:pt x="817483" y="3315181"/>
                </a:cubicBezTo>
                <a:cubicBezTo>
                  <a:pt x="833876" y="3539671"/>
                  <a:pt x="839843" y="3711169"/>
                  <a:pt x="817483" y="3902478"/>
                </a:cubicBezTo>
                <a:cubicBezTo>
                  <a:pt x="795123" y="4093787"/>
                  <a:pt x="814557" y="4383462"/>
                  <a:pt x="817483" y="4577531"/>
                </a:cubicBezTo>
                <a:cubicBezTo>
                  <a:pt x="820409" y="4771600"/>
                  <a:pt x="827857" y="5247550"/>
                  <a:pt x="817483" y="5428099"/>
                </a:cubicBezTo>
                <a:cubicBezTo>
                  <a:pt x="807109" y="5608648"/>
                  <a:pt x="816976" y="5923589"/>
                  <a:pt x="817483" y="6190909"/>
                </a:cubicBezTo>
                <a:cubicBezTo>
                  <a:pt x="817991" y="6458229"/>
                  <a:pt x="786614" y="6564520"/>
                  <a:pt x="817483" y="6865963"/>
                </a:cubicBezTo>
                <a:cubicBezTo>
                  <a:pt x="848352" y="7167406"/>
                  <a:pt x="825590" y="7193558"/>
                  <a:pt x="817483" y="7453259"/>
                </a:cubicBezTo>
                <a:cubicBezTo>
                  <a:pt x="809376" y="7712960"/>
                  <a:pt x="853250" y="7923023"/>
                  <a:pt x="817483" y="8303827"/>
                </a:cubicBezTo>
                <a:cubicBezTo>
                  <a:pt x="781716" y="8684631"/>
                  <a:pt x="827461" y="8541663"/>
                  <a:pt x="817483" y="8715609"/>
                </a:cubicBezTo>
                <a:cubicBezTo>
                  <a:pt x="807505" y="8889555"/>
                  <a:pt x="836015" y="9283187"/>
                  <a:pt x="817483" y="9593179"/>
                </a:cubicBezTo>
                <a:cubicBezTo>
                  <a:pt x="673221" y="9592437"/>
                  <a:pt x="482837" y="9611216"/>
                  <a:pt x="392392" y="9593179"/>
                </a:cubicBezTo>
                <a:cubicBezTo>
                  <a:pt x="301947" y="9575142"/>
                  <a:pt x="184682" y="9587480"/>
                  <a:pt x="0" y="9593179"/>
                </a:cubicBezTo>
                <a:cubicBezTo>
                  <a:pt x="1769" y="9391574"/>
                  <a:pt x="-7942" y="9169974"/>
                  <a:pt x="0" y="9019415"/>
                </a:cubicBezTo>
                <a:cubicBezTo>
                  <a:pt x="7942" y="8868856"/>
                  <a:pt x="10331" y="8510607"/>
                  <a:pt x="0" y="8165441"/>
                </a:cubicBezTo>
                <a:cubicBezTo>
                  <a:pt x="-10331" y="7820275"/>
                  <a:pt x="12410" y="7557689"/>
                  <a:pt x="0" y="7311467"/>
                </a:cubicBezTo>
                <a:cubicBezTo>
                  <a:pt x="-12410" y="7065245"/>
                  <a:pt x="-30535" y="6768532"/>
                  <a:pt x="0" y="6550896"/>
                </a:cubicBezTo>
                <a:cubicBezTo>
                  <a:pt x="30535" y="6333260"/>
                  <a:pt x="-24601" y="5973827"/>
                  <a:pt x="0" y="5790325"/>
                </a:cubicBezTo>
                <a:cubicBezTo>
                  <a:pt x="24601" y="5606823"/>
                  <a:pt x="-5445" y="5532867"/>
                  <a:pt x="0" y="5403368"/>
                </a:cubicBezTo>
                <a:cubicBezTo>
                  <a:pt x="5445" y="5273869"/>
                  <a:pt x="15196" y="4948487"/>
                  <a:pt x="0" y="4829604"/>
                </a:cubicBezTo>
                <a:cubicBezTo>
                  <a:pt x="-15196" y="4710721"/>
                  <a:pt x="11472" y="4528731"/>
                  <a:pt x="0" y="4349244"/>
                </a:cubicBezTo>
                <a:cubicBezTo>
                  <a:pt x="-11472" y="4169757"/>
                  <a:pt x="-9420" y="4075034"/>
                  <a:pt x="0" y="3868883"/>
                </a:cubicBezTo>
                <a:cubicBezTo>
                  <a:pt x="9420" y="3662732"/>
                  <a:pt x="9644" y="3324762"/>
                  <a:pt x="0" y="3108312"/>
                </a:cubicBezTo>
                <a:cubicBezTo>
                  <a:pt x="-9644" y="2891862"/>
                  <a:pt x="10513" y="2818294"/>
                  <a:pt x="0" y="2627952"/>
                </a:cubicBezTo>
                <a:cubicBezTo>
                  <a:pt x="-10513" y="2437610"/>
                  <a:pt x="-19299" y="2177176"/>
                  <a:pt x="0" y="2054188"/>
                </a:cubicBezTo>
                <a:cubicBezTo>
                  <a:pt x="19299" y="1931200"/>
                  <a:pt x="19364" y="1685150"/>
                  <a:pt x="0" y="1573827"/>
                </a:cubicBezTo>
                <a:cubicBezTo>
                  <a:pt x="-19364" y="1462504"/>
                  <a:pt x="-14830" y="1310736"/>
                  <a:pt x="0" y="1093467"/>
                </a:cubicBezTo>
                <a:cubicBezTo>
                  <a:pt x="14830" y="876198"/>
                  <a:pt x="24469" y="657185"/>
                  <a:pt x="0" y="252836"/>
                </a:cubicBezTo>
                <a:cubicBezTo>
                  <a:pt x="115321" y="270920"/>
                  <a:pt x="246036" y="268787"/>
                  <a:pt x="363183" y="252836"/>
                </a:cubicBezTo>
                <a:cubicBezTo>
                  <a:pt x="480330" y="236885"/>
                  <a:pt x="574534" y="267079"/>
                  <a:pt x="726366" y="252836"/>
                </a:cubicBezTo>
                <a:cubicBezTo>
                  <a:pt x="736681" y="191726"/>
                  <a:pt x="732753" y="90876"/>
                  <a:pt x="726366" y="0"/>
                </a:cubicBezTo>
                <a:cubicBezTo>
                  <a:pt x="993530" y="-6889"/>
                  <a:pt x="1323410" y="31131"/>
                  <a:pt x="1484016" y="0"/>
                </a:cubicBezTo>
                <a:cubicBezTo>
                  <a:pt x="1644622" y="-31131"/>
                  <a:pt x="1959152" y="13855"/>
                  <a:pt x="2091500" y="0"/>
                </a:cubicBezTo>
                <a:cubicBezTo>
                  <a:pt x="2223848" y="-13855"/>
                  <a:pt x="2542163" y="18378"/>
                  <a:pt x="2774068" y="0"/>
                </a:cubicBezTo>
                <a:cubicBezTo>
                  <a:pt x="3005973" y="-18378"/>
                  <a:pt x="3241438" y="-16768"/>
                  <a:pt x="3531717" y="0"/>
                </a:cubicBezTo>
                <a:cubicBezTo>
                  <a:pt x="3821996" y="16768"/>
                  <a:pt x="3782521" y="13005"/>
                  <a:pt x="3989037" y="0"/>
                </a:cubicBezTo>
                <a:cubicBezTo>
                  <a:pt x="4195553" y="-13005"/>
                  <a:pt x="4603800" y="-5156"/>
                  <a:pt x="4821769" y="0"/>
                </a:cubicBezTo>
                <a:cubicBezTo>
                  <a:pt x="5039738" y="5156"/>
                  <a:pt x="5139110" y="-20945"/>
                  <a:pt x="5279089" y="0"/>
                </a:cubicBezTo>
                <a:cubicBezTo>
                  <a:pt x="5419068" y="20945"/>
                  <a:pt x="5808274" y="35556"/>
                  <a:pt x="6111821" y="0"/>
                </a:cubicBezTo>
                <a:cubicBezTo>
                  <a:pt x="6415368" y="-35556"/>
                  <a:pt x="6580859" y="15286"/>
                  <a:pt x="6944553" y="0"/>
                </a:cubicBezTo>
                <a:cubicBezTo>
                  <a:pt x="7308247" y="-15286"/>
                  <a:pt x="7287041" y="16748"/>
                  <a:pt x="7401873" y="0"/>
                </a:cubicBezTo>
                <a:cubicBezTo>
                  <a:pt x="7516705" y="-16748"/>
                  <a:pt x="7851129" y="826"/>
                  <a:pt x="8234605" y="0"/>
                </a:cubicBezTo>
                <a:close/>
                <a:moveTo>
                  <a:pt x="8234605" y="12385330"/>
                </a:moveTo>
                <a:cubicBezTo>
                  <a:pt x="8218649" y="12490392"/>
                  <a:pt x="8239835" y="12691420"/>
                  <a:pt x="8234605" y="12810421"/>
                </a:cubicBezTo>
                <a:cubicBezTo>
                  <a:pt x="8229375" y="12929422"/>
                  <a:pt x="8245422" y="13021096"/>
                  <a:pt x="8234605" y="13202813"/>
                </a:cubicBezTo>
                <a:cubicBezTo>
                  <a:pt x="8050451" y="13176589"/>
                  <a:pt x="7866962" y="13178821"/>
                  <a:pt x="7702203" y="13202813"/>
                </a:cubicBezTo>
                <a:cubicBezTo>
                  <a:pt x="7537444" y="13226805"/>
                  <a:pt x="7228287" y="13231340"/>
                  <a:pt x="7094718" y="13202813"/>
                </a:cubicBezTo>
                <a:cubicBezTo>
                  <a:pt x="6961149" y="13174286"/>
                  <a:pt x="6742551" y="13222364"/>
                  <a:pt x="6487233" y="13202813"/>
                </a:cubicBezTo>
                <a:cubicBezTo>
                  <a:pt x="6231915" y="13183262"/>
                  <a:pt x="6168952" y="13184726"/>
                  <a:pt x="5879748" y="13202813"/>
                </a:cubicBezTo>
                <a:cubicBezTo>
                  <a:pt x="5590544" y="13220900"/>
                  <a:pt x="5373058" y="13192265"/>
                  <a:pt x="5122098" y="13202813"/>
                </a:cubicBezTo>
                <a:cubicBezTo>
                  <a:pt x="4871138" y="13213362"/>
                  <a:pt x="4661850" y="13176767"/>
                  <a:pt x="4514613" y="13202813"/>
                </a:cubicBezTo>
                <a:cubicBezTo>
                  <a:pt x="4367377" y="13228859"/>
                  <a:pt x="4157871" y="13179737"/>
                  <a:pt x="3907128" y="13202813"/>
                </a:cubicBezTo>
                <a:cubicBezTo>
                  <a:pt x="3656386" y="13225889"/>
                  <a:pt x="3652473" y="13189456"/>
                  <a:pt x="3449808" y="13202813"/>
                </a:cubicBezTo>
                <a:cubicBezTo>
                  <a:pt x="3247143" y="13216170"/>
                  <a:pt x="3214052" y="13203726"/>
                  <a:pt x="2992488" y="13202813"/>
                </a:cubicBezTo>
                <a:cubicBezTo>
                  <a:pt x="2770924" y="13201900"/>
                  <a:pt x="2519302" y="13241570"/>
                  <a:pt x="2159756" y="13202813"/>
                </a:cubicBezTo>
                <a:cubicBezTo>
                  <a:pt x="1800210" y="13164056"/>
                  <a:pt x="1921783" y="13183516"/>
                  <a:pt x="1702436" y="13202813"/>
                </a:cubicBezTo>
                <a:cubicBezTo>
                  <a:pt x="1483089" y="13222110"/>
                  <a:pt x="1206341" y="13229914"/>
                  <a:pt x="726365" y="13202813"/>
                </a:cubicBezTo>
                <a:cubicBezTo>
                  <a:pt x="715966" y="13097629"/>
                  <a:pt x="727006" y="12980303"/>
                  <a:pt x="726365" y="12818596"/>
                </a:cubicBezTo>
                <a:cubicBezTo>
                  <a:pt x="725724" y="12656889"/>
                  <a:pt x="745127" y="12567857"/>
                  <a:pt x="726365" y="12385330"/>
                </a:cubicBezTo>
                <a:cubicBezTo>
                  <a:pt x="1103160" y="12406132"/>
                  <a:pt x="1293993" y="12364187"/>
                  <a:pt x="1559097" y="12385330"/>
                </a:cubicBezTo>
                <a:cubicBezTo>
                  <a:pt x="1824201" y="12406473"/>
                  <a:pt x="1965790" y="12384062"/>
                  <a:pt x="2166582" y="12385330"/>
                </a:cubicBezTo>
                <a:cubicBezTo>
                  <a:pt x="2367374" y="12386598"/>
                  <a:pt x="2514957" y="12370246"/>
                  <a:pt x="2698984" y="12385330"/>
                </a:cubicBezTo>
                <a:cubicBezTo>
                  <a:pt x="2883011" y="12400414"/>
                  <a:pt x="3070437" y="12359717"/>
                  <a:pt x="3381552" y="12385330"/>
                </a:cubicBezTo>
                <a:cubicBezTo>
                  <a:pt x="3692667" y="12410943"/>
                  <a:pt x="3768612" y="12404054"/>
                  <a:pt x="3913954" y="12385330"/>
                </a:cubicBezTo>
                <a:cubicBezTo>
                  <a:pt x="4059296" y="12366606"/>
                  <a:pt x="4262849" y="12400615"/>
                  <a:pt x="4446357" y="12385330"/>
                </a:cubicBezTo>
                <a:cubicBezTo>
                  <a:pt x="4629865" y="12370045"/>
                  <a:pt x="4860503" y="12363390"/>
                  <a:pt x="4978759" y="12385330"/>
                </a:cubicBezTo>
                <a:cubicBezTo>
                  <a:pt x="5097015" y="12407270"/>
                  <a:pt x="5260686" y="12399709"/>
                  <a:pt x="5436079" y="12385330"/>
                </a:cubicBezTo>
                <a:cubicBezTo>
                  <a:pt x="5611472" y="12370951"/>
                  <a:pt x="5784083" y="12391174"/>
                  <a:pt x="6043564" y="12385330"/>
                </a:cubicBezTo>
                <a:cubicBezTo>
                  <a:pt x="6303046" y="12379486"/>
                  <a:pt x="6405753" y="12399215"/>
                  <a:pt x="6575967" y="12385330"/>
                </a:cubicBezTo>
                <a:cubicBezTo>
                  <a:pt x="6746181" y="12371445"/>
                  <a:pt x="6908090" y="12363401"/>
                  <a:pt x="7033287" y="12385330"/>
                </a:cubicBezTo>
                <a:cubicBezTo>
                  <a:pt x="7158484" y="12407259"/>
                  <a:pt x="7893772" y="12434746"/>
                  <a:pt x="8234605" y="12385330"/>
                </a:cubicBezTo>
                <a:close/>
              </a:path>
              <a:path w="8234605" h="13202813" stroke="0" extrusionOk="0">
                <a:moveTo>
                  <a:pt x="8234605" y="0"/>
                </a:moveTo>
                <a:cubicBezTo>
                  <a:pt x="8224074" y="129696"/>
                  <a:pt x="8245629" y="225526"/>
                  <a:pt x="8234605" y="384217"/>
                </a:cubicBezTo>
                <a:cubicBezTo>
                  <a:pt x="8223581" y="542908"/>
                  <a:pt x="8252476" y="674720"/>
                  <a:pt x="8234605" y="817483"/>
                </a:cubicBezTo>
                <a:cubicBezTo>
                  <a:pt x="8058694" y="786524"/>
                  <a:pt x="7833668" y="793494"/>
                  <a:pt x="7560321" y="817483"/>
                </a:cubicBezTo>
                <a:cubicBezTo>
                  <a:pt x="7286974" y="841472"/>
                  <a:pt x="7139892" y="797569"/>
                  <a:pt x="6811866" y="817483"/>
                </a:cubicBezTo>
                <a:cubicBezTo>
                  <a:pt x="6483840" y="837397"/>
                  <a:pt x="6517465" y="813711"/>
                  <a:pt x="6285925" y="817483"/>
                </a:cubicBezTo>
                <a:cubicBezTo>
                  <a:pt x="6054385" y="821255"/>
                  <a:pt x="5904594" y="801264"/>
                  <a:pt x="5759983" y="817483"/>
                </a:cubicBezTo>
                <a:cubicBezTo>
                  <a:pt x="5615372" y="833702"/>
                  <a:pt x="5189806" y="788362"/>
                  <a:pt x="5011528" y="817483"/>
                </a:cubicBezTo>
                <a:cubicBezTo>
                  <a:pt x="4833251" y="846604"/>
                  <a:pt x="4687388" y="826380"/>
                  <a:pt x="4485587" y="817483"/>
                </a:cubicBezTo>
                <a:cubicBezTo>
                  <a:pt x="4283786" y="808586"/>
                  <a:pt x="4188209" y="829272"/>
                  <a:pt x="4033817" y="817483"/>
                </a:cubicBezTo>
                <a:cubicBezTo>
                  <a:pt x="3879425" y="805695"/>
                  <a:pt x="3632906" y="824013"/>
                  <a:pt x="3433704" y="817483"/>
                </a:cubicBezTo>
                <a:cubicBezTo>
                  <a:pt x="3234502" y="810953"/>
                  <a:pt x="3025797" y="796856"/>
                  <a:pt x="2833592" y="817483"/>
                </a:cubicBezTo>
                <a:cubicBezTo>
                  <a:pt x="2641387" y="838110"/>
                  <a:pt x="2305847" y="806369"/>
                  <a:pt x="2085137" y="817483"/>
                </a:cubicBezTo>
                <a:cubicBezTo>
                  <a:pt x="1864428" y="828597"/>
                  <a:pt x="1085399" y="755770"/>
                  <a:pt x="817483" y="817483"/>
                </a:cubicBezTo>
                <a:cubicBezTo>
                  <a:pt x="816140" y="1030179"/>
                  <a:pt x="812152" y="1242902"/>
                  <a:pt x="817483" y="1492537"/>
                </a:cubicBezTo>
                <a:cubicBezTo>
                  <a:pt x="822814" y="1742172"/>
                  <a:pt x="841205" y="1943225"/>
                  <a:pt x="817483" y="2167590"/>
                </a:cubicBezTo>
                <a:cubicBezTo>
                  <a:pt x="793761" y="2391955"/>
                  <a:pt x="798056" y="2451529"/>
                  <a:pt x="817483" y="2579373"/>
                </a:cubicBezTo>
                <a:cubicBezTo>
                  <a:pt x="836910" y="2707217"/>
                  <a:pt x="795047" y="2962212"/>
                  <a:pt x="817483" y="3342183"/>
                </a:cubicBezTo>
                <a:cubicBezTo>
                  <a:pt x="839920" y="3722154"/>
                  <a:pt x="817735" y="3606894"/>
                  <a:pt x="817483" y="3753966"/>
                </a:cubicBezTo>
                <a:cubicBezTo>
                  <a:pt x="817231" y="3901038"/>
                  <a:pt x="787071" y="4213846"/>
                  <a:pt x="817483" y="4429019"/>
                </a:cubicBezTo>
                <a:cubicBezTo>
                  <a:pt x="847895" y="4644192"/>
                  <a:pt x="800605" y="5073248"/>
                  <a:pt x="817483" y="5279587"/>
                </a:cubicBezTo>
                <a:cubicBezTo>
                  <a:pt x="834361" y="5485926"/>
                  <a:pt x="831488" y="5546848"/>
                  <a:pt x="817483" y="5779127"/>
                </a:cubicBezTo>
                <a:cubicBezTo>
                  <a:pt x="803478" y="6011406"/>
                  <a:pt x="842300" y="6316753"/>
                  <a:pt x="817483" y="6541937"/>
                </a:cubicBezTo>
                <a:cubicBezTo>
                  <a:pt x="792667" y="6767121"/>
                  <a:pt x="826028" y="7110560"/>
                  <a:pt x="817483" y="7304748"/>
                </a:cubicBezTo>
                <a:cubicBezTo>
                  <a:pt x="808938" y="7498936"/>
                  <a:pt x="802529" y="7777063"/>
                  <a:pt x="817483" y="7979801"/>
                </a:cubicBezTo>
                <a:cubicBezTo>
                  <a:pt x="832437" y="8182539"/>
                  <a:pt x="818275" y="8247778"/>
                  <a:pt x="817483" y="8479341"/>
                </a:cubicBezTo>
                <a:cubicBezTo>
                  <a:pt x="816691" y="8710904"/>
                  <a:pt x="814173" y="8796023"/>
                  <a:pt x="817483" y="8978880"/>
                </a:cubicBezTo>
                <a:cubicBezTo>
                  <a:pt x="820793" y="9161737"/>
                  <a:pt x="804296" y="9355614"/>
                  <a:pt x="817483" y="9593179"/>
                </a:cubicBezTo>
                <a:cubicBezTo>
                  <a:pt x="674596" y="9583161"/>
                  <a:pt x="596823" y="9607704"/>
                  <a:pt x="433266" y="9593179"/>
                </a:cubicBezTo>
                <a:cubicBezTo>
                  <a:pt x="269709" y="9578654"/>
                  <a:pt x="130357" y="9596099"/>
                  <a:pt x="0" y="9593179"/>
                </a:cubicBezTo>
                <a:cubicBezTo>
                  <a:pt x="17930" y="9282938"/>
                  <a:pt x="-4316" y="9189989"/>
                  <a:pt x="0" y="8926012"/>
                </a:cubicBezTo>
                <a:cubicBezTo>
                  <a:pt x="4316" y="8662035"/>
                  <a:pt x="125" y="8417355"/>
                  <a:pt x="0" y="8165441"/>
                </a:cubicBezTo>
                <a:cubicBezTo>
                  <a:pt x="-125" y="7913527"/>
                  <a:pt x="18139" y="7906722"/>
                  <a:pt x="0" y="7685080"/>
                </a:cubicBezTo>
                <a:cubicBezTo>
                  <a:pt x="-18139" y="7463438"/>
                  <a:pt x="-10543" y="7344989"/>
                  <a:pt x="0" y="7204720"/>
                </a:cubicBezTo>
                <a:cubicBezTo>
                  <a:pt x="10543" y="7064451"/>
                  <a:pt x="-245" y="6912412"/>
                  <a:pt x="0" y="6724359"/>
                </a:cubicBezTo>
                <a:cubicBezTo>
                  <a:pt x="245" y="6536306"/>
                  <a:pt x="2520" y="6432246"/>
                  <a:pt x="0" y="6150595"/>
                </a:cubicBezTo>
                <a:cubicBezTo>
                  <a:pt x="-2520" y="5868944"/>
                  <a:pt x="21879" y="5588505"/>
                  <a:pt x="0" y="5296621"/>
                </a:cubicBezTo>
                <a:cubicBezTo>
                  <a:pt x="-21879" y="5004737"/>
                  <a:pt x="23160" y="4765889"/>
                  <a:pt x="0" y="4629454"/>
                </a:cubicBezTo>
                <a:cubicBezTo>
                  <a:pt x="-23160" y="4493019"/>
                  <a:pt x="-8332" y="4285832"/>
                  <a:pt x="0" y="4055690"/>
                </a:cubicBezTo>
                <a:cubicBezTo>
                  <a:pt x="8332" y="3825548"/>
                  <a:pt x="25495" y="3516694"/>
                  <a:pt x="0" y="3201716"/>
                </a:cubicBezTo>
                <a:cubicBezTo>
                  <a:pt x="-25495" y="2886738"/>
                  <a:pt x="-23884" y="2919280"/>
                  <a:pt x="0" y="2721355"/>
                </a:cubicBezTo>
                <a:cubicBezTo>
                  <a:pt x="23884" y="2523430"/>
                  <a:pt x="-3305" y="2448480"/>
                  <a:pt x="0" y="2334398"/>
                </a:cubicBezTo>
                <a:cubicBezTo>
                  <a:pt x="3305" y="2220316"/>
                  <a:pt x="17640" y="2040281"/>
                  <a:pt x="0" y="1854038"/>
                </a:cubicBezTo>
                <a:cubicBezTo>
                  <a:pt x="-17640" y="1667795"/>
                  <a:pt x="11590" y="1432513"/>
                  <a:pt x="0" y="1280274"/>
                </a:cubicBezTo>
                <a:cubicBezTo>
                  <a:pt x="-11590" y="1128035"/>
                  <a:pt x="39307" y="650782"/>
                  <a:pt x="0" y="252836"/>
                </a:cubicBezTo>
                <a:cubicBezTo>
                  <a:pt x="121062" y="259961"/>
                  <a:pt x="196962" y="237367"/>
                  <a:pt x="341392" y="252836"/>
                </a:cubicBezTo>
                <a:cubicBezTo>
                  <a:pt x="485822" y="268305"/>
                  <a:pt x="618743" y="246505"/>
                  <a:pt x="726366" y="252836"/>
                </a:cubicBezTo>
                <a:cubicBezTo>
                  <a:pt x="715169" y="176453"/>
                  <a:pt x="737357" y="88013"/>
                  <a:pt x="726366" y="0"/>
                </a:cubicBezTo>
                <a:cubicBezTo>
                  <a:pt x="934742" y="4697"/>
                  <a:pt x="1131166" y="3961"/>
                  <a:pt x="1333851" y="0"/>
                </a:cubicBezTo>
                <a:cubicBezTo>
                  <a:pt x="1536537" y="-3961"/>
                  <a:pt x="1934833" y="25547"/>
                  <a:pt x="2166583" y="0"/>
                </a:cubicBezTo>
                <a:cubicBezTo>
                  <a:pt x="2398333" y="-25547"/>
                  <a:pt x="2464338" y="20774"/>
                  <a:pt x="2623903" y="0"/>
                </a:cubicBezTo>
                <a:cubicBezTo>
                  <a:pt x="2783468" y="-20774"/>
                  <a:pt x="3012348" y="2277"/>
                  <a:pt x="3156305" y="0"/>
                </a:cubicBezTo>
                <a:cubicBezTo>
                  <a:pt x="3300262" y="-2277"/>
                  <a:pt x="3505675" y="-8365"/>
                  <a:pt x="3688708" y="0"/>
                </a:cubicBezTo>
                <a:cubicBezTo>
                  <a:pt x="3871741" y="8365"/>
                  <a:pt x="4234046" y="11356"/>
                  <a:pt x="4521440" y="0"/>
                </a:cubicBezTo>
                <a:cubicBezTo>
                  <a:pt x="4808834" y="-11356"/>
                  <a:pt x="5043116" y="-30096"/>
                  <a:pt x="5279089" y="0"/>
                </a:cubicBezTo>
                <a:cubicBezTo>
                  <a:pt x="5515062" y="30096"/>
                  <a:pt x="5700364" y="-25862"/>
                  <a:pt x="6036739" y="0"/>
                </a:cubicBezTo>
                <a:cubicBezTo>
                  <a:pt x="6373114" y="25862"/>
                  <a:pt x="6518407" y="26011"/>
                  <a:pt x="6719306" y="0"/>
                </a:cubicBezTo>
                <a:cubicBezTo>
                  <a:pt x="6920205" y="-26011"/>
                  <a:pt x="6986828" y="17203"/>
                  <a:pt x="7251708" y="0"/>
                </a:cubicBezTo>
                <a:cubicBezTo>
                  <a:pt x="7516588" y="-17203"/>
                  <a:pt x="7776979" y="46446"/>
                  <a:pt x="8234605" y="0"/>
                </a:cubicBezTo>
                <a:close/>
                <a:moveTo>
                  <a:pt x="8234605" y="12385330"/>
                </a:moveTo>
                <a:cubicBezTo>
                  <a:pt x="8226759" y="12470391"/>
                  <a:pt x="8243946" y="12584085"/>
                  <a:pt x="8234605" y="12769547"/>
                </a:cubicBezTo>
                <a:cubicBezTo>
                  <a:pt x="8225264" y="12955009"/>
                  <a:pt x="8216274" y="13067058"/>
                  <a:pt x="8234605" y="13202813"/>
                </a:cubicBezTo>
                <a:cubicBezTo>
                  <a:pt x="8030445" y="13207893"/>
                  <a:pt x="7647789" y="13199473"/>
                  <a:pt x="7401873" y="13202813"/>
                </a:cubicBezTo>
                <a:cubicBezTo>
                  <a:pt x="7155957" y="13206153"/>
                  <a:pt x="7011580" y="13208369"/>
                  <a:pt x="6794388" y="13202813"/>
                </a:cubicBezTo>
                <a:cubicBezTo>
                  <a:pt x="6577197" y="13197257"/>
                  <a:pt x="6332196" y="13192853"/>
                  <a:pt x="6111821" y="13202813"/>
                </a:cubicBezTo>
                <a:cubicBezTo>
                  <a:pt x="5891446" y="13212773"/>
                  <a:pt x="5841366" y="13186186"/>
                  <a:pt x="5579418" y="13202813"/>
                </a:cubicBezTo>
                <a:cubicBezTo>
                  <a:pt x="5317470" y="13219440"/>
                  <a:pt x="5122798" y="13236821"/>
                  <a:pt x="4896851" y="13202813"/>
                </a:cubicBezTo>
                <a:cubicBezTo>
                  <a:pt x="4670904" y="13168805"/>
                  <a:pt x="4477841" y="13197751"/>
                  <a:pt x="4289366" y="13202813"/>
                </a:cubicBezTo>
                <a:cubicBezTo>
                  <a:pt x="4100891" y="13207875"/>
                  <a:pt x="3878674" y="13200718"/>
                  <a:pt x="3681881" y="13202813"/>
                </a:cubicBezTo>
                <a:cubicBezTo>
                  <a:pt x="3485089" y="13204908"/>
                  <a:pt x="3299870" y="13191572"/>
                  <a:pt x="3149479" y="13202813"/>
                </a:cubicBezTo>
                <a:cubicBezTo>
                  <a:pt x="2999088" y="13214054"/>
                  <a:pt x="2619308" y="13208951"/>
                  <a:pt x="2466912" y="13202813"/>
                </a:cubicBezTo>
                <a:cubicBezTo>
                  <a:pt x="2314516" y="13196675"/>
                  <a:pt x="2096113" y="13217108"/>
                  <a:pt x="1934509" y="13202813"/>
                </a:cubicBezTo>
                <a:cubicBezTo>
                  <a:pt x="1772905" y="13188518"/>
                  <a:pt x="1634800" y="13211288"/>
                  <a:pt x="1477189" y="13202813"/>
                </a:cubicBezTo>
                <a:cubicBezTo>
                  <a:pt x="1319578" y="13194338"/>
                  <a:pt x="922154" y="13207644"/>
                  <a:pt x="726365" y="13202813"/>
                </a:cubicBezTo>
                <a:cubicBezTo>
                  <a:pt x="725870" y="13065827"/>
                  <a:pt x="742563" y="12906497"/>
                  <a:pt x="726365" y="12794072"/>
                </a:cubicBezTo>
                <a:cubicBezTo>
                  <a:pt x="710167" y="12681647"/>
                  <a:pt x="720997" y="12565304"/>
                  <a:pt x="726365" y="12385330"/>
                </a:cubicBezTo>
                <a:cubicBezTo>
                  <a:pt x="949108" y="12360054"/>
                  <a:pt x="1074436" y="12376972"/>
                  <a:pt x="1258767" y="12385330"/>
                </a:cubicBezTo>
                <a:cubicBezTo>
                  <a:pt x="1443098" y="12393688"/>
                  <a:pt x="1548397" y="12386601"/>
                  <a:pt x="1791170" y="12385330"/>
                </a:cubicBezTo>
                <a:cubicBezTo>
                  <a:pt x="2033943" y="12384059"/>
                  <a:pt x="2187523" y="12378779"/>
                  <a:pt x="2398655" y="12385330"/>
                </a:cubicBezTo>
                <a:cubicBezTo>
                  <a:pt x="2609788" y="12391881"/>
                  <a:pt x="2755829" y="12401909"/>
                  <a:pt x="2931057" y="12385330"/>
                </a:cubicBezTo>
                <a:cubicBezTo>
                  <a:pt x="3106285" y="12368751"/>
                  <a:pt x="3587195" y="12356185"/>
                  <a:pt x="3763789" y="12385330"/>
                </a:cubicBezTo>
                <a:cubicBezTo>
                  <a:pt x="3940383" y="12414475"/>
                  <a:pt x="4235545" y="12405039"/>
                  <a:pt x="4371274" y="12385330"/>
                </a:cubicBezTo>
                <a:cubicBezTo>
                  <a:pt x="4507003" y="12365621"/>
                  <a:pt x="4815249" y="12354556"/>
                  <a:pt x="5053842" y="12385330"/>
                </a:cubicBezTo>
                <a:cubicBezTo>
                  <a:pt x="5292435" y="12416104"/>
                  <a:pt x="5503769" y="12356660"/>
                  <a:pt x="5886574" y="12385330"/>
                </a:cubicBezTo>
                <a:cubicBezTo>
                  <a:pt x="6269379" y="12414000"/>
                  <a:pt x="6258380" y="12373763"/>
                  <a:pt x="6569141" y="12385330"/>
                </a:cubicBezTo>
                <a:cubicBezTo>
                  <a:pt x="6879902" y="12396897"/>
                  <a:pt x="6914662" y="12364170"/>
                  <a:pt x="7026461" y="12385330"/>
                </a:cubicBezTo>
                <a:cubicBezTo>
                  <a:pt x="7138260" y="12406490"/>
                  <a:pt x="7297900" y="12366394"/>
                  <a:pt x="7483781" y="12385330"/>
                </a:cubicBezTo>
                <a:cubicBezTo>
                  <a:pt x="7669662" y="12404266"/>
                  <a:pt x="8083474" y="12378504"/>
                  <a:pt x="8234605" y="1238533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068023497">
                  <a:custGeom>
                    <a:avLst/>
                    <a:gdLst>
                      <a:gd name="connsiteX0" fmla="*/ 8234605 w 8234605"/>
                      <a:gd name="connsiteY0" fmla="*/ 0 h 13202813"/>
                      <a:gd name="connsiteX1" fmla="*/ 8234605 w 8234605"/>
                      <a:gd name="connsiteY1" fmla="*/ 817483 h 13202813"/>
                      <a:gd name="connsiteX2" fmla="*/ 817483 w 8234605"/>
                      <a:gd name="connsiteY2" fmla="*/ 817483 h 13202813"/>
                      <a:gd name="connsiteX3" fmla="*/ 817483 w 8234605"/>
                      <a:gd name="connsiteY3" fmla="*/ 9593179 h 13202813"/>
                      <a:gd name="connsiteX4" fmla="*/ 0 w 8234605"/>
                      <a:gd name="connsiteY4" fmla="*/ 9593179 h 13202813"/>
                      <a:gd name="connsiteX5" fmla="*/ 0 w 8234605"/>
                      <a:gd name="connsiteY5" fmla="*/ 252836 h 13202813"/>
                      <a:gd name="connsiteX6" fmla="*/ 726366 w 8234605"/>
                      <a:gd name="connsiteY6" fmla="*/ 252836 h 13202813"/>
                      <a:gd name="connsiteX7" fmla="*/ 726366 w 8234605"/>
                      <a:gd name="connsiteY7" fmla="*/ 0 h 13202813"/>
                      <a:gd name="connsiteX8" fmla="*/ 8234605 w 8234605"/>
                      <a:gd name="connsiteY8" fmla="*/ 12385330 h 13202813"/>
                      <a:gd name="connsiteX9" fmla="*/ 8234605 w 8234605"/>
                      <a:gd name="connsiteY9" fmla="*/ 13202813 h 13202813"/>
                      <a:gd name="connsiteX10" fmla="*/ 726365 w 8234605"/>
                      <a:gd name="connsiteY10" fmla="*/ 13202813 h 13202813"/>
                      <a:gd name="connsiteX11" fmla="*/ 726365 w 8234605"/>
                      <a:gd name="connsiteY11" fmla="*/ 12385330 h 132028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8234605" h="13202813">
                        <a:moveTo>
                          <a:pt x="8234605" y="0"/>
                        </a:moveTo>
                        <a:lnTo>
                          <a:pt x="8234605" y="817483"/>
                        </a:lnTo>
                        <a:lnTo>
                          <a:pt x="817483" y="817483"/>
                        </a:lnTo>
                        <a:lnTo>
                          <a:pt x="817483" y="9593179"/>
                        </a:lnTo>
                        <a:lnTo>
                          <a:pt x="0" y="9593179"/>
                        </a:lnTo>
                        <a:lnTo>
                          <a:pt x="0" y="252836"/>
                        </a:lnTo>
                        <a:lnTo>
                          <a:pt x="726366" y="252836"/>
                        </a:lnTo>
                        <a:lnTo>
                          <a:pt x="726366" y="0"/>
                        </a:lnTo>
                        <a:close/>
                        <a:moveTo>
                          <a:pt x="8234605" y="12385330"/>
                        </a:moveTo>
                        <a:lnTo>
                          <a:pt x="8234605" y="13202813"/>
                        </a:lnTo>
                        <a:lnTo>
                          <a:pt x="726365" y="13202813"/>
                        </a:lnTo>
                        <a:lnTo>
                          <a:pt x="726365" y="12385330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17" name="Rectángulo 16">
            <a:hlinkClick r:id="" action="ppaction://hlinkshowjump?jump=nextslide"/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FF3E474A-0E50-43DD-A68C-C232FCD118E9}"/>
              </a:ext>
            </a:extLst>
          </p:cNvPr>
          <p:cNvSpPr/>
          <p:nvPr/>
        </p:nvSpPr>
        <p:spPr>
          <a:xfrm rot="5400000">
            <a:off x="-1533528" y="6425309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616373 w 6096000"/>
              <a:gd name="connsiteY1" fmla="*/ 0 h 240633"/>
              <a:gd name="connsiteX2" fmla="*/ 1171787 w 6096000"/>
              <a:gd name="connsiteY2" fmla="*/ 0 h 240633"/>
              <a:gd name="connsiteX3" fmla="*/ 1666240 w 6096000"/>
              <a:gd name="connsiteY3" fmla="*/ 0 h 240633"/>
              <a:gd name="connsiteX4" fmla="*/ 2465493 w 6096000"/>
              <a:gd name="connsiteY4" fmla="*/ 0 h 240633"/>
              <a:gd name="connsiteX5" fmla="*/ 3081867 w 6096000"/>
              <a:gd name="connsiteY5" fmla="*/ 0 h 240633"/>
              <a:gd name="connsiteX6" fmla="*/ 3759200 w 6096000"/>
              <a:gd name="connsiteY6" fmla="*/ 0 h 240633"/>
              <a:gd name="connsiteX7" fmla="*/ 4558453 w 6096000"/>
              <a:gd name="connsiteY7" fmla="*/ 0 h 240633"/>
              <a:gd name="connsiteX8" fmla="*/ 517482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479627 w 6096000"/>
              <a:gd name="connsiteY11" fmla="*/ 240633 h 240633"/>
              <a:gd name="connsiteX12" fmla="*/ 4680373 w 6096000"/>
              <a:gd name="connsiteY12" fmla="*/ 240633 h 240633"/>
              <a:gd name="connsiteX13" fmla="*/ 4124960 w 6096000"/>
              <a:gd name="connsiteY13" fmla="*/ 240633 h 240633"/>
              <a:gd name="connsiteX14" fmla="*/ 3325707 w 6096000"/>
              <a:gd name="connsiteY14" fmla="*/ 240633 h 240633"/>
              <a:gd name="connsiteX15" fmla="*/ 2770293 w 6096000"/>
              <a:gd name="connsiteY15" fmla="*/ 240633 h 240633"/>
              <a:gd name="connsiteX16" fmla="*/ 2153920 w 6096000"/>
              <a:gd name="connsiteY16" fmla="*/ 240633 h 240633"/>
              <a:gd name="connsiteX17" fmla="*/ 1476587 w 6096000"/>
              <a:gd name="connsiteY17" fmla="*/ 240633 h 240633"/>
              <a:gd name="connsiteX18" fmla="*/ 92117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290530" y="-13922"/>
                  <a:pt x="422575" y="23352"/>
                  <a:pt x="616373" y="0"/>
                </a:cubicBezTo>
                <a:cubicBezTo>
                  <a:pt x="810171" y="-23352"/>
                  <a:pt x="974875" y="20320"/>
                  <a:pt x="1171787" y="0"/>
                </a:cubicBezTo>
                <a:cubicBezTo>
                  <a:pt x="1368699" y="-20320"/>
                  <a:pt x="1460902" y="17479"/>
                  <a:pt x="1666240" y="0"/>
                </a:cubicBezTo>
                <a:cubicBezTo>
                  <a:pt x="1871578" y="-17479"/>
                  <a:pt x="2118685" y="-6915"/>
                  <a:pt x="2465493" y="0"/>
                </a:cubicBezTo>
                <a:cubicBezTo>
                  <a:pt x="2812301" y="6915"/>
                  <a:pt x="2950324" y="16879"/>
                  <a:pt x="3081867" y="0"/>
                </a:cubicBezTo>
                <a:cubicBezTo>
                  <a:pt x="3213410" y="-16879"/>
                  <a:pt x="3535502" y="6755"/>
                  <a:pt x="3759200" y="0"/>
                </a:cubicBezTo>
                <a:cubicBezTo>
                  <a:pt x="3982898" y="-6755"/>
                  <a:pt x="4236055" y="-34869"/>
                  <a:pt x="4558453" y="0"/>
                </a:cubicBezTo>
                <a:cubicBezTo>
                  <a:pt x="4880851" y="34869"/>
                  <a:pt x="5007104" y="25581"/>
                  <a:pt x="5174827" y="0"/>
                </a:cubicBezTo>
                <a:cubicBezTo>
                  <a:pt x="5342550" y="-25581"/>
                  <a:pt x="5728401" y="-1710"/>
                  <a:pt x="6096000" y="0"/>
                </a:cubicBezTo>
                <a:cubicBezTo>
                  <a:pt x="6100819" y="93014"/>
                  <a:pt x="6098270" y="137301"/>
                  <a:pt x="6096000" y="240633"/>
                </a:cubicBezTo>
                <a:cubicBezTo>
                  <a:pt x="5847042" y="224100"/>
                  <a:pt x="5726995" y="264718"/>
                  <a:pt x="5479627" y="240633"/>
                </a:cubicBezTo>
                <a:cubicBezTo>
                  <a:pt x="5232259" y="216548"/>
                  <a:pt x="4898510" y="202129"/>
                  <a:pt x="4680373" y="240633"/>
                </a:cubicBezTo>
                <a:cubicBezTo>
                  <a:pt x="4462236" y="279137"/>
                  <a:pt x="4262726" y="255018"/>
                  <a:pt x="4124960" y="240633"/>
                </a:cubicBezTo>
                <a:cubicBezTo>
                  <a:pt x="3987194" y="226248"/>
                  <a:pt x="3490611" y="216889"/>
                  <a:pt x="3325707" y="240633"/>
                </a:cubicBezTo>
                <a:cubicBezTo>
                  <a:pt x="3160803" y="264377"/>
                  <a:pt x="2916852" y="252828"/>
                  <a:pt x="2770293" y="240633"/>
                </a:cubicBezTo>
                <a:cubicBezTo>
                  <a:pt x="2623734" y="228438"/>
                  <a:pt x="2346402" y="240055"/>
                  <a:pt x="2153920" y="240633"/>
                </a:cubicBezTo>
                <a:cubicBezTo>
                  <a:pt x="1961438" y="241211"/>
                  <a:pt x="1767577" y="261608"/>
                  <a:pt x="1476587" y="240633"/>
                </a:cubicBezTo>
                <a:cubicBezTo>
                  <a:pt x="1185597" y="219658"/>
                  <a:pt x="1094472" y="229350"/>
                  <a:pt x="921173" y="240633"/>
                </a:cubicBezTo>
                <a:cubicBezTo>
                  <a:pt x="747874" y="251916"/>
                  <a:pt x="265173" y="216920"/>
                  <a:pt x="0" y="240633"/>
                </a:cubicBezTo>
                <a:cubicBezTo>
                  <a:pt x="-7438" y="139307"/>
                  <a:pt x="2554" y="111713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235931" y="-26798"/>
                  <a:pt x="295014" y="5254"/>
                  <a:pt x="555413" y="0"/>
                </a:cubicBezTo>
                <a:cubicBezTo>
                  <a:pt x="815812" y="-5254"/>
                  <a:pt x="854762" y="-10934"/>
                  <a:pt x="1049867" y="0"/>
                </a:cubicBezTo>
                <a:cubicBezTo>
                  <a:pt x="1244972" y="10934"/>
                  <a:pt x="1651189" y="3406"/>
                  <a:pt x="1849120" y="0"/>
                </a:cubicBezTo>
                <a:cubicBezTo>
                  <a:pt x="2047051" y="-3406"/>
                  <a:pt x="2264856" y="-5452"/>
                  <a:pt x="2465493" y="0"/>
                </a:cubicBezTo>
                <a:cubicBezTo>
                  <a:pt x="2666130" y="5452"/>
                  <a:pt x="2861262" y="20896"/>
                  <a:pt x="3081867" y="0"/>
                </a:cubicBezTo>
                <a:cubicBezTo>
                  <a:pt x="3302472" y="-20896"/>
                  <a:pt x="3591915" y="-28948"/>
                  <a:pt x="3759200" y="0"/>
                </a:cubicBezTo>
                <a:cubicBezTo>
                  <a:pt x="3926485" y="28948"/>
                  <a:pt x="4066689" y="-27636"/>
                  <a:pt x="4314613" y="0"/>
                </a:cubicBezTo>
                <a:cubicBezTo>
                  <a:pt x="4562537" y="27636"/>
                  <a:pt x="4849378" y="30544"/>
                  <a:pt x="5052907" y="0"/>
                </a:cubicBezTo>
                <a:cubicBezTo>
                  <a:pt x="5256436" y="-30544"/>
                  <a:pt x="5725026" y="42273"/>
                  <a:pt x="6096000" y="0"/>
                </a:cubicBezTo>
                <a:cubicBezTo>
                  <a:pt x="6103452" y="91263"/>
                  <a:pt x="6095076" y="162432"/>
                  <a:pt x="6096000" y="240633"/>
                </a:cubicBezTo>
                <a:cubicBezTo>
                  <a:pt x="5962542" y="251640"/>
                  <a:pt x="5687602" y="217625"/>
                  <a:pt x="5540587" y="240633"/>
                </a:cubicBezTo>
                <a:cubicBezTo>
                  <a:pt x="5393572" y="263641"/>
                  <a:pt x="4989030" y="220858"/>
                  <a:pt x="4802293" y="240633"/>
                </a:cubicBezTo>
                <a:cubicBezTo>
                  <a:pt x="4615556" y="260408"/>
                  <a:pt x="4404138" y="234791"/>
                  <a:pt x="4246880" y="240633"/>
                </a:cubicBezTo>
                <a:cubicBezTo>
                  <a:pt x="4089622" y="246475"/>
                  <a:pt x="3782076" y="234902"/>
                  <a:pt x="3630507" y="240633"/>
                </a:cubicBezTo>
                <a:cubicBezTo>
                  <a:pt x="3478938" y="246364"/>
                  <a:pt x="3062701" y="230761"/>
                  <a:pt x="2892213" y="240633"/>
                </a:cubicBezTo>
                <a:cubicBezTo>
                  <a:pt x="2721725" y="250505"/>
                  <a:pt x="2407445" y="254308"/>
                  <a:pt x="2153920" y="240633"/>
                </a:cubicBezTo>
                <a:cubicBezTo>
                  <a:pt x="1900395" y="226958"/>
                  <a:pt x="1860073" y="213573"/>
                  <a:pt x="1598507" y="240633"/>
                </a:cubicBezTo>
                <a:cubicBezTo>
                  <a:pt x="1336941" y="267693"/>
                  <a:pt x="1088482" y="222806"/>
                  <a:pt x="921173" y="240633"/>
                </a:cubicBezTo>
                <a:cubicBezTo>
                  <a:pt x="753864" y="258460"/>
                  <a:pt x="209291" y="253558"/>
                  <a:pt x="0" y="240633"/>
                </a:cubicBezTo>
                <a:cubicBezTo>
                  <a:pt x="-2215" y="147567"/>
                  <a:pt x="5725" y="100638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61100876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8" name="Rectángulo 27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4DE18A3E-256C-456A-B238-BBE97573623A}"/>
              </a:ext>
            </a:extLst>
          </p:cNvPr>
          <p:cNvSpPr/>
          <p:nvPr/>
        </p:nvSpPr>
        <p:spPr>
          <a:xfrm rot="5400000">
            <a:off x="-873742" y="1224469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555413 w 6096000"/>
              <a:gd name="connsiteY1" fmla="*/ 0 h 240633"/>
              <a:gd name="connsiteX2" fmla="*/ 1171787 w 6096000"/>
              <a:gd name="connsiteY2" fmla="*/ 0 h 240633"/>
              <a:gd name="connsiteX3" fmla="*/ 1666240 w 6096000"/>
              <a:gd name="connsiteY3" fmla="*/ 0 h 240633"/>
              <a:gd name="connsiteX4" fmla="*/ 2404533 w 6096000"/>
              <a:gd name="connsiteY4" fmla="*/ 0 h 240633"/>
              <a:gd name="connsiteX5" fmla="*/ 3020907 w 6096000"/>
              <a:gd name="connsiteY5" fmla="*/ 0 h 240633"/>
              <a:gd name="connsiteX6" fmla="*/ 3637280 w 6096000"/>
              <a:gd name="connsiteY6" fmla="*/ 0 h 240633"/>
              <a:gd name="connsiteX7" fmla="*/ 4253653 w 6096000"/>
              <a:gd name="connsiteY7" fmla="*/ 0 h 240633"/>
              <a:gd name="connsiteX8" fmla="*/ 4991947 w 6096000"/>
              <a:gd name="connsiteY8" fmla="*/ 0 h 240633"/>
              <a:gd name="connsiteX9" fmla="*/ 5486400 w 6096000"/>
              <a:gd name="connsiteY9" fmla="*/ 0 h 240633"/>
              <a:gd name="connsiteX10" fmla="*/ 6096000 w 6096000"/>
              <a:gd name="connsiteY10" fmla="*/ 0 h 240633"/>
              <a:gd name="connsiteX11" fmla="*/ 6096000 w 6096000"/>
              <a:gd name="connsiteY11" fmla="*/ 240633 h 240633"/>
              <a:gd name="connsiteX12" fmla="*/ 5479627 w 6096000"/>
              <a:gd name="connsiteY12" fmla="*/ 240633 h 240633"/>
              <a:gd name="connsiteX13" fmla="*/ 4680373 w 6096000"/>
              <a:gd name="connsiteY13" fmla="*/ 240633 h 240633"/>
              <a:gd name="connsiteX14" fmla="*/ 3942080 w 6096000"/>
              <a:gd name="connsiteY14" fmla="*/ 240633 h 240633"/>
              <a:gd name="connsiteX15" fmla="*/ 3203787 w 6096000"/>
              <a:gd name="connsiteY15" fmla="*/ 240633 h 240633"/>
              <a:gd name="connsiteX16" fmla="*/ 2648373 w 6096000"/>
              <a:gd name="connsiteY16" fmla="*/ 240633 h 240633"/>
              <a:gd name="connsiteX17" fmla="*/ 2092960 w 6096000"/>
              <a:gd name="connsiteY17" fmla="*/ 240633 h 240633"/>
              <a:gd name="connsiteX18" fmla="*/ 1476587 w 6096000"/>
              <a:gd name="connsiteY18" fmla="*/ 240633 h 240633"/>
              <a:gd name="connsiteX19" fmla="*/ 738293 w 6096000"/>
              <a:gd name="connsiteY19" fmla="*/ 240633 h 240633"/>
              <a:gd name="connsiteX20" fmla="*/ 0 w 6096000"/>
              <a:gd name="connsiteY20" fmla="*/ 240633 h 240633"/>
              <a:gd name="connsiteX21" fmla="*/ 0 w 6096000"/>
              <a:gd name="connsiteY21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179520" y="-22218"/>
                  <a:pt x="328817" y="-9282"/>
                  <a:pt x="555413" y="0"/>
                </a:cubicBezTo>
                <a:cubicBezTo>
                  <a:pt x="782009" y="9282"/>
                  <a:pt x="898817" y="13093"/>
                  <a:pt x="1171787" y="0"/>
                </a:cubicBezTo>
                <a:cubicBezTo>
                  <a:pt x="1444757" y="-13093"/>
                  <a:pt x="1562790" y="2182"/>
                  <a:pt x="1666240" y="0"/>
                </a:cubicBezTo>
                <a:cubicBezTo>
                  <a:pt x="1769690" y="-2182"/>
                  <a:pt x="2125866" y="-11939"/>
                  <a:pt x="2404533" y="0"/>
                </a:cubicBezTo>
                <a:cubicBezTo>
                  <a:pt x="2683200" y="11939"/>
                  <a:pt x="2810724" y="-28019"/>
                  <a:pt x="3020907" y="0"/>
                </a:cubicBezTo>
                <a:cubicBezTo>
                  <a:pt x="3231090" y="28019"/>
                  <a:pt x="3453800" y="-13618"/>
                  <a:pt x="3637280" y="0"/>
                </a:cubicBezTo>
                <a:cubicBezTo>
                  <a:pt x="3820760" y="13618"/>
                  <a:pt x="4079324" y="6160"/>
                  <a:pt x="4253653" y="0"/>
                </a:cubicBezTo>
                <a:cubicBezTo>
                  <a:pt x="4427982" y="-6160"/>
                  <a:pt x="4665888" y="19292"/>
                  <a:pt x="4991947" y="0"/>
                </a:cubicBezTo>
                <a:cubicBezTo>
                  <a:pt x="5318006" y="-19292"/>
                  <a:pt x="5371412" y="21290"/>
                  <a:pt x="5486400" y="0"/>
                </a:cubicBezTo>
                <a:cubicBezTo>
                  <a:pt x="5601388" y="-21290"/>
                  <a:pt x="5971938" y="-9891"/>
                  <a:pt x="6096000" y="0"/>
                </a:cubicBezTo>
                <a:cubicBezTo>
                  <a:pt x="6093541" y="79620"/>
                  <a:pt x="6101178" y="146276"/>
                  <a:pt x="6096000" y="240633"/>
                </a:cubicBezTo>
                <a:cubicBezTo>
                  <a:pt x="5878538" y="210004"/>
                  <a:pt x="5673549" y="231105"/>
                  <a:pt x="5479627" y="240633"/>
                </a:cubicBezTo>
                <a:cubicBezTo>
                  <a:pt x="5285705" y="250161"/>
                  <a:pt x="4985476" y="270305"/>
                  <a:pt x="4680373" y="240633"/>
                </a:cubicBezTo>
                <a:cubicBezTo>
                  <a:pt x="4375270" y="210961"/>
                  <a:pt x="4262768" y="232932"/>
                  <a:pt x="3942080" y="240633"/>
                </a:cubicBezTo>
                <a:cubicBezTo>
                  <a:pt x="3621392" y="248334"/>
                  <a:pt x="3566618" y="246238"/>
                  <a:pt x="3203787" y="240633"/>
                </a:cubicBezTo>
                <a:cubicBezTo>
                  <a:pt x="2840956" y="235028"/>
                  <a:pt x="2917188" y="234405"/>
                  <a:pt x="2648373" y="240633"/>
                </a:cubicBezTo>
                <a:cubicBezTo>
                  <a:pt x="2379558" y="246861"/>
                  <a:pt x="2208351" y="223483"/>
                  <a:pt x="2092960" y="240633"/>
                </a:cubicBezTo>
                <a:cubicBezTo>
                  <a:pt x="1977569" y="257783"/>
                  <a:pt x="1679590" y="224733"/>
                  <a:pt x="1476587" y="240633"/>
                </a:cubicBezTo>
                <a:cubicBezTo>
                  <a:pt x="1273584" y="256533"/>
                  <a:pt x="1020805" y="209207"/>
                  <a:pt x="738293" y="240633"/>
                </a:cubicBezTo>
                <a:cubicBezTo>
                  <a:pt x="455781" y="272059"/>
                  <a:pt x="231457" y="256336"/>
                  <a:pt x="0" y="240633"/>
                </a:cubicBezTo>
                <a:cubicBezTo>
                  <a:pt x="-4521" y="168318"/>
                  <a:pt x="-4264" y="72015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221107" y="37850"/>
                  <a:pt x="521583" y="-9730"/>
                  <a:pt x="799253" y="0"/>
                </a:cubicBezTo>
                <a:cubicBezTo>
                  <a:pt x="1076923" y="9730"/>
                  <a:pt x="1324103" y="-27117"/>
                  <a:pt x="1476587" y="0"/>
                </a:cubicBezTo>
                <a:cubicBezTo>
                  <a:pt x="1629071" y="27117"/>
                  <a:pt x="1929512" y="18236"/>
                  <a:pt x="2092960" y="0"/>
                </a:cubicBezTo>
                <a:cubicBezTo>
                  <a:pt x="2256408" y="-18236"/>
                  <a:pt x="2470904" y="21723"/>
                  <a:pt x="2587413" y="0"/>
                </a:cubicBezTo>
                <a:cubicBezTo>
                  <a:pt x="2703922" y="-21723"/>
                  <a:pt x="2957688" y="-22801"/>
                  <a:pt x="3142827" y="0"/>
                </a:cubicBezTo>
                <a:cubicBezTo>
                  <a:pt x="3327966" y="22801"/>
                  <a:pt x="3678971" y="-12224"/>
                  <a:pt x="3820160" y="0"/>
                </a:cubicBezTo>
                <a:cubicBezTo>
                  <a:pt x="3961349" y="12224"/>
                  <a:pt x="4167954" y="2642"/>
                  <a:pt x="4375573" y="0"/>
                </a:cubicBezTo>
                <a:cubicBezTo>
                  <a:pt x="4583192" y="-2642"/>
                  <a:pt x="4918665" y="2795"/>
                  <a:pt x="5174827" y="0"/>
                </a:cubicBezTo>
                <a:cubicBezTo>
                  <a:pt x="5430989" y="-2795"/>
                  <a:pt x="5906465" y="-17865"/>
                  <a:pt x="6096000" y="0"/>
                </a:cubicBezTo>
                <a:cubicBezTo>
                  <a:pt x="6098957" y="118642"/>
                  <a:pt x="6098910" y="122511"/>
                  <a:pt x="6096000" y="240633"/>
                </a:cubicBezTo>
                <a:cubicBezTo>
                  <a:pt x="5771258" y="224291"/>
                  <a:pt x="5526839" y="277304"/>
                  <a:pt x="5357707" y="240633"/>
                </a:cubicBezTo>
                <a:cubicBezTo>
                  <a:pt x="5188575" y="203962"/>
                  <a:pt x="4875699" y="259894"/>
                  <a:pt x="4741333" y="240633"/>
                </a:cubicBezTo>
                <a:cubicBezTo>
                  <a:pt x="4606967" y="221372"/>
                  <a:pt x="4301231" y="249143"/>
                  <a:pt x="4064000" y="240633"/>
                </a:cubicBezTo>
                <a:cubicBezTo>
                  <a:pt x="3826769" y="232123"/>
                  <a:pt x="3575508" y="251236"/>
                  <a:pt x="3386667" y="240633"/>
                </a:cubicBezTo>
                <a:cubicBezTo>
                  <a:pt x="3197826" y="230030"/>
                  <a:pt x="2973477" y="214024"/>
                  <a:pt x="2770293" y="240633"/>
                </a:cubicBezTo>
                <a:cubicBezTo>
                  <a:pt x="2567109" y="267242"/>
                  <a:pt x="2256406" y="258477"/>
                  <a:pt x="2032000" y="240633"/>
                </a:cubicBezTo>
                <a:cubicBezTo>
                  <a:pt x="1807594" y="222789"/>
                  <a:pt x="1698830" y="250545"/>
                  <a:pt x="1476587" y="240633"/>
                </a:cubicBezTo>
                <a:cubicBezTo>
                  <a:pt x="1254344" y="230721"/>
                  <a:pt x="1130071" y="226153"/>
                  <a:pt x="921173" y="240633"/>
                </a:cubicBezTo>
                <a:cubicBezTo>
                  <a:pt x="712275" y="255113"/>
                  <a:pt x="221128" y="264221"/>
                  <a:pt x="0" y="240633"/>
                </a:cubicBezTo>
                <a:cubicBezTo>
                  <a:pt x="4965" y="160680"/>
                  <a:pt x="9374" y="104630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51272203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9" name="Rectángulo 28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7A0E2DD2-403F-430A-B56C-1A1E8BE1FCC1}"/>
              </a:ext>
            </a:extLst>
          </p:cNvPr>
          <p:cNvSpPr/>
          <p:nvPr/>
        </p:nvSpPr>
        <p:spPr>
          <a:xfrm rot="5400000">
            <a:off x="-188945" y="1231332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677333 w 6096000"/>
              <a:gd name="connsiteY1" fmla="*/ 0 h 240633"/>
              <a:gd name="connsiteX2" fmla="*/ 1354667 w 6096000"/>
              <a:gd name="connsiteY2" fmla="*/ 0 h 240633"/>
              <a:gd name="connsiteX3" fmla="*/ 1849120 w 6096000"/>
              <a:gd name="connsiteY3" fmla="*/ 0 h 240633"/>
              <a:gd name="connsiteX4" fmla="*/ 2343573 w 6096000"/>
              <a:gd name="connsiteY4" fmla="*/ 0 h 240633"/>
              <a:gd name="connsiteX5" fmla="*/ 3081867 w 6096000"/>
              <a:gd name="connsiteY5" fmla="*/ 0 h 240633"/>
              <a:gd name="connsiteX6" fmla="*/ 3759200 w 6096000"/>
              <a:gd name="connsiteY6" fmla="*/ 0 h 240633"/>
              <a:gd name="connsiteX7" fmla="*/ 4375573 w 6096000"/>
              <a:gd name="connsiteY7" fmla="*/ 0 h 240633"/>
              <a:gd name="connsiteX8" fmla="*/ 499194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479627 w 6096000"/>
              <a:gd name="connsiteY11" fmla="*/ 240633 h 240633"/>
              <a:gd name="connsiteX12" fmla="*/ 4741333 w 6096000"/>
              <a:gd name="connsiteY12" fmla="*/ 240633 h 240633"/>
              <a:gd name="connsiteX13" fmla="*/ 3942080 w 6096000"/>
              <a:gd name="connsiteY13" fmla="*/ 240633 h 240633"/>
              <a:gd name="connsiteX14" fmla="*/ 3142827 w 6096000"/>
              <a:gd name="connsiteY14" fmla="*/ 240633 h 240633"/>
              <a:gd name="connsiteX15" fmla="*/ 2648373 w 6096000"/>
              <a:gd name="connsiteY15" fmla="*/ 240633 h 240633"/>
              <a:gd name="connsiteX16" fmla="*/ 2153920 w 6096000"/>
              <a:gd name="connsiteY16" fmla="*/ 240633 h 240633"/>
              <a:gd name="connsiteX17" fmla="*/ 1415627 w 6096000"/>
              <a:gd name="connsiteY17" fmla="*/ 240633 h 240633"/>
              <a:gd name="connsiteX18" fmla="*/ 61637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222727" y="-21175"/>
                  <a:pt x="440799" y="-5995"/>
                  <a:pt x="677333" y="0"/>
                </a:cubicBezTo>
                <a:cubicBezTo>
                  <a:pt x="913867" y="5995"/>
                  <a:pt x="1117883" y="-7633"/>
                  <a:pt x="1354667" y="0"/>
                </a:cubicBezTo>
                <a:cubicBezTo>
                  <a:pt x="1591451" y="7633"/>
                  <a:pt x="1695724" y="-9578"/>
                  <a:pt x="1849120" y="0"/>
                </a:cubicBezTo>
                <a:cubicBezTo>
                  <a:pt x="2002516" y="9578"/>
                  <a:pt x="2132364" y="21307"/>
                  <a:pt x="2343573" y="0"/>
                </a:cubicBezTo>
                <a:cubicBezTo>
                  <a:pt x="2554782" y="-21307"/>
                  <a:pt x="2855719" y="-7652"/>
                  <a:pt x="3081867" y="0"/>
                </a:cubicBezTo>
                <a:cubicBezTo>
                  <a:pt x="3308015" y="7652"/>
                  <a:pt x="3421647" y="14161"/>
                  <a:pt x="3759200" y="0"/>
                </a:cubicBezTo>
                <a:cubicBezTo>
                  <a:pt x="4096753" y="-14161"/>
                  <a:pt x="4093210" y="10641"/>
                  <a:pt x="4375573" y="0"/>
                </a:cubicBezTo>
                <a:cubicBezTo>
                  <a:pt x="4657936" y="-10641"/>
                  <a:pt x="4840783" y="-4460"/>
                  <a:pt x="4991947" y="0"/>
                </a:cubicBezTo>
                <a:cubicBezTo>
                  <a:pt x="5143111" y="4460"/>
                  <a:pt x="5600373" y="43877"/>
                  <a:pt x="6096000" y="0"/>
                </a:cubicBezTo>
                <a:cubicBezTo>
                  <a:pt x="6104560" y="72954"/>
                  <a:pt x="6100135" y="192218"/>
                  <a:pt x="6096000" y="240633"/>
                </a:cubicBezTo>
                <a:cubicBezTo>
                  <a:pt x="5966302" y="243114"/>
                  <a:pt x="5658318" y="211041"/>
                  <a:pt x="5479627" y="240633"/>
                </a:cubicBezTo>
                <a:cubicBezTo>
                  <a:pt x="5300936" y="270225"/>
                  <a:pt x="4893931" y="276989"/>
                  <a:pt x="4741333" y="240633"/>
                </a:cubicBezTo>
                <a:cubicBezTo>
                  <a:pt x="4588735" y="204277"/>
                  <a:pt x="4314775" y="244654"/>
                  <a:pt x="3942080" y="240633"/>
                </a:cubicBezTo>
                <a:cubicBezTo>
                  <a:pt x="3569385" y="236612"/>
                  <a:pt x="3446947" y="212435"/>
                  <a:pt x="3142827" y="240633"/>
                </a:cubicBezTo>
                <a:cubicBezTo>
                  <a:pt x="2838707" y="268831"/>
                  <a:pt x="2895404" y="220262"/>
                  <a:pt x="2648373" y="240633"/>
                </a:cubicBezTo>
                <a:cubicBezTo>
                  <a:pt x="2401342" y="261004"/>
                  <a:pt x="2326147" y="227707"/>
                  <a:pt x="2153920" y="240633"/>
                </a:cubicBezTo>
                <a:cubicBezTo>
                  <a:pt x="1981693" y="253559"/>
                  <a:pt x="1756164" y="242671"/>
                  <a:pt x="1415627" y="240633"/>
                </a:cubicBezTo>
                <a:cubicBezTo>
                  <a:pt x="1075090" y="238595"/>
                  <a:pt x="1000263" y="204548"/>
                  <a:pt x="616373" y="240633"/>
                </a:cubicBezTo>
                <a:cubicBezTo>
                  <a:pt x="232483" y="276718"/>
                  <a:pt x="273350" y="249372"/>
                  <a:pt x="0" y="240633"/>
                </a:cubicBezTo>
                <a:cubicBezTo>
                  <a:pt x="4725" y="172132"/>
                  <a:pt x="2753" y="98529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241735" y="11085"/>
                  <a:pt x="367581" y="-18565"/>
                  <a:pt x="494453" y="0"/>
                </a:cubicBezTo>
                <a:cubicBezTo>
                  <a:pt x="621325" y="18565"/>
                  <a:pt x="790716" y="-21852"/>
                  <a:pt x="1049867" y="0"/>
                </a:cubicBezTo>
                <a:cubicBezTo>
                  <a:pt x="1309018" y="21852"/>
                  <a:pt x="1340343" y="19062"/>
                  <a:pt x="1605280" y="0"/>
                </a:cubicBezTo>
                <a:cubicBezTo>
                  <a:pt x="1870217" y="-19062"/>
                  <a:pt x="2007525" y="-33544"/>
                  <a:pt x="2343573" y="0"/>
                </a:cubicBezTo>
                <a:cubicBezTo>
                  <a:pt x="2679621" y="33544"/>
                  <a:pt x="2775248" y="-26451"/>
                  <a:pt x="3081867" y="0"/>
                </a:cubicBezTo>
                <a:cubicBezTo>
                  <a:pt x="3388486" y="26451"/>
                  <a:pt x="3471433" y="-52"/>
                  <a:pt x="3759200" y="0"/>
                </a:cubicBezTo>
                <a:cubicBezTo>
                  <a:pt x="4046967" y="52"/>
                  <a:pt x="4247034" y="26773"/>
                  <a:pt x="4436533" y="0"/>
                </a:cubicBezTo>
                <a:cubicBezTo>
                  <a:pt x="4626032" y="-26773"/>
                  <a:pt x="4912750" y="7331"/>
                  <a:pt x="5113867" y="0"/>
                </a:cubicBezTo>
                <a:cubicBezTo>
                  <a:pt x="5314984" y="-7331"/>
                  <a:pt x="5821833" y="48769"/>
                  <a:pt x="6096000" y="0"/>
                </a:cubicBezTo>
                <a:cubicBezTo>
                  <a:pt x="6102474" y="76117"/>
                  <a:pt x="6103110" y="132225"/>
                  <a:pt x="6096000" y="240633"/>
                </a:cubicBezTo>
                <a:cubicBezTo>
                  <a:pt x="5959819" y="247248"/>
                  <a:pt x="5721211" y="242954"/>
                  <a:pt x="5601547" y="240633"/>
                </a:cubicBezTo>
                <a:cubicBezTo>
                  <a:pt x="5481883" y="238312"/>
                  <a:pt x="5188407" y="253955"/>
                  <a:pt x="4985173" y="240633"/>
                </a:cubicBezTo>
                <a:cubicBezTo>
                  <a:pt x="4781939" y="227311"/>
                  <a:pt x="4696130" y="233914"/>
                  <a:pt x="4429760" y="240633"/>
                </a:cubicBezTo>
                <a:cubicBezTo>
                  <a:pt x="4163390" y="247352"/>
                  <a:pt x="4114256" y="234599"/>
                  <a:pt x="3935307" y="240633"/>
                </a:cubicBezTo>
                <a:cubicBezTo>
                  <a:pt x="3756358" y="246667"/>
                  <a:pt x="3598171" y="229624"/>
                  <a:pt x="3318933" y="240633"/>
                </a:cubicBezTo>
                <a:cubicBezTo>
                  <a:pt x="3039695" y="251642"/>
                  <a:pt x="2960844" y="268072"/>
                  <a:pt x="2702560" y="240633"/>
                </a:cubicBezTo>
                <a:cubicBezTo>
                  <a:pt x="2444276" y="213194"/>
                  <a:pt x="2118541" y="220528"/>
                  <a:pt x="1903307" y="240633"/>
                </a:cubicBezTo>
                <a:cubicBezTo>
                  <a:pt x="1688073" y="260738"/>
                  <a:pt x="1395578" y="265877"/>
                  <a:pt x="1104053" y="240633"/>
                </a:cubicBezTo>
                <a:cubicBezTo>
                  <a:pt x="812528" y="215389"/>
                  <a:pt x="316852" y="239973"/>
                  <a:pt x="0" y="240633"/>
                </a:cubicBezTo>
                <a:cubicBezTo>
                  <a:pt x="7941" y="150329"/>
                  <a:pt x="6737" y="59036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53407261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6" name="Rectángulo 15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6F1AD343-E41F-48A7-AA4D-45354A4BBF00}"/>
              </a:ext>
            </a:extLst>
          </p:cNvPr>
          <p:cNvSpPr/>
          <p:nvPr/>
        </p:nvSpPr>
        <p:spPr>
          <a:xfrm rot="5400000">
            <a:off x="5689844" y="2240814"/>
            <a:ext cx="240631" cy="1292842"/>
          </a:xfrm>
          <a:prstGeom prst="rect">
            <a:avLst/>
          </a:pr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30" name="Forma libre: forma 29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FBE6A779-76F0-4DFA-8C7F-F3A8627201CD}"/>
              </a:ext>
            </a:extLst>
          </p:cNvPr>
          <p:cNvSpPr/>
          <p:nvPr/>
        </p:nvSpPr>
        <p:spPr>
          <a:xfrm>
            <a:off x="7752080" y="-650240"/>
            <a:ext cx="4913138" cy="2092632"/>
          </a:xfrm>
          <a:custGeom>
            <a:avLst/>
            <a:gdLst>
              <a:gd name="connsiteX0" fmla="*/ 0 w 4913138"/>
              <a:gd name="connsiteY0" fmla="*/ 0 h 2092632"/>
              <a:gd name="connsiteX1" fmla="*/ 712405 w 4913138"/>
              <a:gd name="connsiteY1" fmla="*/ 0 h 2092632"/>
              <a:gd name="connsiteX2" fmla="*/ 1326547 w 4913138"/>
              <a:gd name="connsiteY2" fmla="*/ 0 h 2092632"/>
              <a:gd name="connsiteX3" fmla="*/ 1842427 w 4913138"/>
              <a:gd name="connsiteY3" fmla="*/ 0 h 2092632"/>
              <a:gd name="connsiteX4" fmla="*/ 2358306 w 4913138"/>
              <a:gd name="connsiteY4" fmla="*/ 0 h 2092632"/>
              <a:gd name="connsiteX5" fmla="*/ 2972448 w 4913138"/>
              <a:gd name="connsiteY5" fmla="*/ 0 h 2092632"/>
              <a:gd name="connsiteX6" fmla="*/ 3684854 w 4913138"/>
              <a:gd name="connsiteY6" fmla="*/ 0 h 2092632"/>
              <a:gd name="connsiteX7" fmla="*/ 4348127 w 4913138"/>
              <a:gd name="connsiteY7" fmla="*/ 0 h 2092632"/>
              <a:gd name="connsiteX8" fmla="*/ 4913138 w 4913138"/>
              <a:gd name="connsiteY8" fmla="*/ 0 h 2092632"/>
              <a:gd name="connsiteX9" fmla="*/ 4913138 w 4913138"/>
              <a:gd name="connsiteY9" fmla="*/ 535454 h 2092632"/>
              <a:gd name="connsiteX10" fmla="*/ 4913138 w 4913138"/>
              <a:gd name="connsiteY10" fmla="*/ 1159169 h 2092632"/>
              <a:gd name="connsiteX11" fmla="*/ 4913138 w 4913138"/>
              <a:gd name="connsiteY11" fmla="*/ 1765232 h 2092632"/>
              <a:gd name="connsiteX12" fmla="*/ 4232826 w 4913138"/>
              <a:gd name="connsiteY12" fmla="*/ 1710552 h 2092632"/>
              <a:gd name="connsiteX13" fmla="*/ 3552514 w 4913138"/>
              <a:gd name="connsiteY13" fmla="*/ 1655871 h 2092632"/>
              <a:gd name="connsiteX14" fmla="*/ 3192472 w 4913138"/>
              <a:gd name="connsiteY14" fmla="*/ 1267782 h 2092632"/>
              <a:gd name="connsiteX15" fmla="*/ 2825156 w 4913138"/>
              <a:gd name="connsiteY15" fmla="*/ 1663710 h 2092632"/>
              <a:gd name="connsiteX16" fmla="*/ 2427231 w 4913138"/>
              <a:gd name="connsiteY16" fmla="*/ 2092632 h 2092632"/>
              <a:gd name="connsiteX17" fmla="*/ 2062789 w 4913138"/>
              <a:gd name="connsiteY17" fmla="*/ 1725457 h 2092632"/>
              <a:gd name="connsiteX18" fmla="*/ 1667976 w 4913138"/>
              <a:gd name="connsiteY18" fmla="*/ 1327684 h 2092632"/>
              <a:gd name="connsiteX19" fmla="*/ 1347288 w 4913138"/>
              <a:gd name="connsiteY19" fmla="*/ 1650776 h 2092632"/>
              <a:gd name="connsiteX20" fmla="*/ 999876 w 4913138"/>
              <a:gd name="connsiteY20" fmla="*/ 2000792 h 2092632"/>
              <a:gd name="connsiteX21" fmla="*/ 712961 w 4913138"/>
              <a:gd name="connsiteY21" fmla="*/ 1781034 h 2092632"/>
              <a:gd name="connsiteX22" fmla="*/ 389418 w 4913138"/>
              <a:gd name="connsiteY22" fmla="*/ 1533222 h 2092632"/>
              <a:gd name="connsiteX23" fmla="*/ 0 w 4913138"/>
              <a:gd name="connsiteY23" fmla="*/ 1831491 h 2092632"/>
              <a:gd name="connsiteX24" fmla="*/ 0 w 4913138"/>
              <a:gd name="connsiteY24" fmla="*/ 1257624 h 2092632"/>
              <a:gd name="connsiteX25" fmla="*/ 0 w 4913138"/>
              <a:gd name="connsiteY25" fmla="*/ 628812 h 2092632"/>
              <a:gd name="connsiteX26" fmla="*/ 0 w 4913138"/>
              <a:gd name="connsiteY26" fmla="*/ 0 h 2092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913138" h="2092632" fill="none" extrusionOk="0">
                <a:moveTo>
                  <a:pt x="0" y="0"/>
                </a:moveTo>
                <a:cubicBezTo>
                  <a:pt x="181212" y="-25170"/>
                  <a:pt x="436137" y="-18538"/>
                  <a:pt x="712405" y="0"/>
                </a:cubicBezTo>
                <a:cubicBezTo>
                  <a:pt x="988673" y="18538"/>
                  <a:pt x="1194649" y="-14795"/>
                  <a:pt x="1326547" y="0"/>
                </a:cubicBezTo>
                <a:cubicBezTo>
                  <a:pt x="1458445" y="14795"/>
                  <a:pt x="1654065" y="12436"/>
                  <a:pt x="1842427" y="0"/>
                </a:cubicBezTo>
                <a:cubicBezTo>
                  <a:pt x="2030789" y="-12436"/>
                  <a:pt x="2215769" y="-22317"/>
                  <a:pt x="2358306" y="0"/>
                </a:cubicBezTo>
                <a:cubicBezTo>
                  <a:pt x="2500843" y="22317"/>
                  <a:pt x="2832335" y="-16862"/>
                  <a:pt x="2972448" y="0"/>
                </a:cubicBezTo>
                <a:cubicBezTo>
                  <a:pt x="3112561" y="16862"/>
                  <a:pt x="3505637" y="-689"/>
                  <a:pt x="3684854" y="0"/>
                </a:cubicBezTo>
                <a:cubicBezTo>
                  <a:pt x="3864071" y="689"/>
                  <a:pt x="4145794" y="18863"/>
                  <a:pt x="4348127" y="0"/>
                </a:cubicBezTo>
                <a:cubicBezTo>
                  <a:pt x="4550460" y="-18863"/>
                  <a:pt x="4787190" y="25931"/>
                  <a:pt x="4913138" y="0"/>
                </a:cubicBezTo>
                <a:cubicBezTo>
                  <a:pt x="4906722" y="220276"/>
                  <a:pt x="4932231" y="421668"/>
                  <a:pt x="4913138" y="535454"/>
                </a:cubicBezTo>
                <a:cubicBezTo>
                  <a:pt x="4894045" y="649240"/>
                  <a:pt x="4938396" y="902198"/>
                  <a:pt x="4913138" y="1159169"/>
                </a:cubicBezTo>
                <a:cubicBezTo>
                  <a:pt x="4887880" y="1416140"/>
                  <a:pt x="4893734" y="1465300"/>
                  <a:pt x="4913138" y="1765232"/>
                </a:cubicBezTo>
                <a:cubicBezTo>
                  <a:pt x="4591530" y="1715351"/>
                  <a:pt x="4395889" y="1742531"/>
                  <a:pt x="4232826" y="1710552"/>
                </a:cubicBezTo>
                <a:cubicBezTo>
                  <a:pt x="4069763" y="1678572"/>
                  <a:pt x="3777791" y="1661807"/>
                  <a:pt x="3552514" y="1655871"/>
                </a:cubicBezTo>
                <a:cubicBezTo>
                  <a:pt x="3360082" y="1474242"/>
                  <a:pt x="3265875" y="1349148"/>
                  <a:pt x="3192472" y="1267782"/>
                </a:cubicBezTo>
                <a:cubicBezTo>
                  <a:pt x="3104459" y="1369437"/>
                  <a:pt x="2942783" y="1532097"/>
                  <a:pt x="2825156" y="1663710"/>
                </a:cubicBezTo>
                <a:cubicBezTo>
                  <a:pt x="2707529" y="1795323"/>
                  <a:pt x="2568200" y="1967645"/>
                  <a:pt x="2427231" y="2092632"/>
                </a:cubicBezTo>
                <a:cubicBezTo>
                  <a:pt x="2334423" y="2029754"/>
                  <a:pt x="2199752" y="1897793"/>
                  <a:pt x="2062789" y="1725457"/>
                </a:cubicBezTo>
                <a:cubicBezTo>
                  <a:pt x="1925825" y="1553121"/>
                  <a:pt x="1795190" y="1445965"/>
                  <a:pt x="1667976" y="1327684"/>
                </a:cubicBezTo>
                <a:cubicBezTo>
                  <a:pt x="1513083" y="1462487"/>
                  <a:pt x="1511295" y="1504177"/>
                  <a:pt x="1347288" y="1650776"/>
                </a:cubicBezTo>
                <a:cubicBezTo>
                  <a:pt x="1183281" y="1797375"/>
                  <a:pt x="1123192" y="1879589"/>
                  <a:pt x="999876" y="2000792"/>
                </a:cubicBezTo>
                <a:cubicBezTo>
                  <a:pt x="914043" y="1949734"/>
                  <a:pt x="774331" y="1835487"/>
                  <a:pt x="712961" y="1781034"/>
                </a:cubicBezTo>
                <a:cubicBezTo>
                  <a:pt x="651591" y="1726581"/>
                  <a:pt x="520404" y="1657714"/>
                  <a:pt x="389418" y="1533222"/>
                </a:cubicBezTo>
                <a:cubicBezTo>
                  <a:pt x="254208" y="1655955"/>
                  <a:pt x="173894" y="1726729"/>
                  <a:pt x="0" y="1831491"/>
                </a:cubicBezTo>
                <a:cubicBezTo>
                  <a:pt x="9056" y="1621561"/>
                  <a:pt x="3884" y="1480808"/>
                  <a:pt x="0" y="1257624"/>
                </a:cubicBezTo>
                <a:cubicBezTo>
                  <a:pt x="-3884" y="1034440"/>
                  <a:pt x="18136" y="897319"/>
                  <a:pt x="0" y="628812"/>
                </a:cubicBezTo>
                <a:cubicBezTo>
                  <a:pt x="-18136" y="360305"/>
                  <a:pt x="-30315" y="232445"/>
                  <a:pt x="0" y="0"/>
                </a:cubicBezTo>
                <a:close/>
              </a:path>
              <a:path w="4913138" h="2092632" stroke="0" extrusionOk="0">
                <a:moveTo>
                  <a:pt x="0" y="0"/>
                </a:moveTo>
                <a:cubicBezTo>
                  <a:pt x="266148" y="18297"/>
                  <a:pt x="559850" y="-32505"/>
                  <a:pt x="712405" y="0"/>
                </a:cubicBezTo>
                <a:cubicBezTo>
                  <a:pt x="864961" y="32505"/>
                  <a:pt x="1038420" y="-18134"/>
                  <a:pt x="1179153" y="0"/>
                </a:cubicBezTo>
                <a:cubicBezTo>
                  <a:pt x="1319886" y="18134"/>
                  <a:pt x="1529166" y="22571"/>
                  <a:pt x="1695033" y="0"/>
                </a:cubicBezTo>
                <a:cubicBezTo>
                  <a:pt x="1860900" y="-22571"/>
                  <a:pt x="2042678" y="25120"/>
                  <a:pt x="2309175" y="0"/>
                </a:cubicBezTo>
                <a:cubicBezTo>
                  <a:pt x="2575672" y="-25120"/>
                  <a:pt x="2606168" y="-9115"/>
                  <a:pt x="2825054" y="0"/>
                </a:cubicBezTo>
                <a:cubicBezTo>
                  <a:pt x="3043940" y="9115"/>
                  <a:pt x="3112494" y="6424"/>
                  <a:pt x="3291802" y="0"/>
                </a:cubicBezTo>
                <a:cubicBezTo>
                  <a:pt x="3471110" y="-6424"/>
                  <a:pt x="3617690" y="22897"/>
                  <a:pt x="3807682" y="0"/>
                </a:cubicBezTo>
                <a:cubicBezTo>
                  <a:pt x="3997674" y="-22897"/>
                  <a:pt x="4644899" y="36648"/>
                  <a:pt x="4913138" y="0"/>
                </a:cubicBezTo>
                <a:cubicBezTo>
                  <a:pt x="4922610" y="126257"/>
                  <a:pt x="4943912" y="393177"/>
                  <a:pt x="4913138" y="623715"/>
                </a:cubicBezTo>
                <a:cubicBezTo>
                  <a:pt x="4882364" y="854254"/>
                  <a:pt x="4937686" y="891860"/>
                  <a:pt x="4913138" y="1159169"/>
                </a:cubicBezTo>
                <a:cubicBezTo>
                  <a:pt x="4888590" y="1426478"/>
                  <a:pt x="4887984" y="1616640"/>
                  <a:pt x="4913138" y="1765232"/>
                </a:cubicBezTo>
                <a:cubicBezTo>
                  <a:pt x="4711401" y="1767318"/>
                  <a:pt x="4430325" y="1759869"/>
                  <a:pt x="4232826" y="1710552"/>
                </a:cubicBezTo>
                <a:cubicBezTo>
                  <a:pt x="4035327" y="1661234"/>
                  <a:pt x="3798537" y="1702024"/>
                  <a:pt x="3552514" y="1655871"/>
                </a:cubicBezTo>
                <a:cubicBezTo>
                  <a:pt x="3406140" y="1486424"/>
                  <a:pt x="3253599" y="1360872"/>
                  <a:pt x="3192472" y="1267782"/>
                </a:cubicBezTo>
                <a:cubicBezTo>
                  <a:pt x="3131052" y="1366472"/>
                  <a:pt x="2912161" y="1581533"/>
                  <a:pt x="2809852" y="1680207"/>
                </a:cubicBezTo>
                <a:cubicBezTo>
                  <a:pt x="2707542" y="1778881"/>
                  <a:pt x="2593715" y="1931384"/>
                  <a:pt x="2427231" y="2092632"/>
                </a:cubicBezTo>
                <a:cubicBezTo>
                  <a:pt x="2360924" y="1999535"/>
                  <a:pt x="2151827" y="1844418"/>
                  <a:pt x="2040011" y="1702509"/>
                </a:cubicBezTo>
                <a:cubicBezTo>
                  <a:pt x="1928195" y="1560600"/>
                  <a:pt x="1750986" y="1432649"/>
                  <a:pt x="1667976" y="1327684"/>
                </a:cubicBezTo>
                <a:cubicBezTo>
                  <a:pt x="1559738" y="1432914"/>
                  <a:pt x="1482304" y="1510293"/>
                  <a:pt x="1353969" y="1644045"/>
                </a:cubicBezTo>
                <a:cubicBezTo>
                  <a:pt x="1225633" y="1777797"/>
                  <a:pt x="1147086" y="1885667"/>
                  <a:pt x="999876" y="2000792"/>
                </a:cubicBezTo>
                <a:cubicBezTo>
                  <a:pt x="934719" y="1944958"/>
                  <a:pt x="765195" y="1815139"/>
                  <a:pt x="688542" y="1762331"/>
                </a:cubicBezTo>
                <a:cubicBezTo>
                  <a:pt x="611889" y="1709523"/>
                  <a:pt x="451977" y="1581459"/>
                  <a:pt x="389418" y="1533222"/>
                </a:cubicBezTo>
                <a:cubicBezTo>
                  <a:pt x="234267" y="1659977"/>
                  <a:pt x="170934" y="1701793"/>
                  <a:pt x="0" y="1831491"/>
                </a:cubicBezTo>
                <a:cubicBezTo>
                  <a:pt x="-26762" y="1559338"/>
                  <a:pt x="10307" y="1456136"/>
                  <a:pt x="0" y="1220994"/>
                </a:cubicBezTo>
                <a:cubicBezTo>
                  <a:pt x="-10307" y="985852"/>
                  <a:pt x="30153" y="891873"/>
                  <a:pt x="0" y="573867"/>
                </a:cubicBezTo>
                <a:cubicBezTo>
                  <a:pt x="-30153" y="255861"/>
                  <a:pt x="-17527" y="197483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4272884087">
                  <a:custGeom>
                    <a:avLst/>
                    <a:gdLst>
                      <a:gd name="connsiteX0" fmla="*/ 0 w 3501456"/>
                      <a:gd name="connsiteY0" fmla="*/ 0 h 2092632"/>
                      <a:gd name="connsiteX1" fmla="*/ 3501456 w 3501456"/>
                      <a:gd name="connsiteY1" fmla="*/ 0 h 2092632"/>
                      <a:gd name="connsiteX2" fmla="*/ 3501456 w 3501456"/>
                      <a:gd name="connsiteY2" fmla="*/ 1765232 h 2092632"/>
                      <a:gd name="connsiteX3" fmla="*/ 2531778 w 3501456"/>
                      <a:gd name="connsiteY3" fmla="*/ 1655871 h 2092632"/>
                      <a:gd name="connsiteX4" fmla="*/ 2275186 w 3501456"/>
                      <a:gd name="connsiteY4" fmla="*/ 1267782 h 2092632"/>
                      <a:gd name="connsiteX5" fmla="*/ 1729820 w 3501456"/>
                      <a:gd name="connsiteY5" fmla="*/ 2092632 h 2092632"/>
                      <a:gd name="connsiteX6" fmla="*/ 1188720 w 3501456"/>
                      <a:gd name="connsiteY6" fmla="*/ 1327684 h 2092632"/>
                      <a:gd name="connsiteX7" fmla="*/ 712584 w 3501456"/>
                      <a:gd name="connsiteY7" fmla="*/ 2000792 h 2092632"/>
                      <a:gd name="connsiteX8" fmla="*/ 277528 w 3501456"/>
                      <a:gd name="connsiteY8" fmla="*/ 1533222 h 2092632"/>
                      <a:gd name="connsiteX9" fmla="*/ 0 w 3501456"/>
                      <a:gd name="connsiteY9" fmla="*/ 1831491 h 2092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01456" h="2092632">
                        <a:moveTo>
                          <a:pt x="0" y="0"/>
                        </a:moveTo>
                        <a:lnTo>
                          <a:pt x="3501456" y="0"/>
                        </a:lnTo>
                        <a:lnTo>
                          <a:pt x="3501456" y="1765232"/>
                        </a:lnTo>
                        <a:lnTo>
                          <a:pt x="2531778" y="1655871"/>
                        </a:lnTo>
                        <a:lnTo>
                          <a:pt x="2275186" y="1267782"/>
                        </a:lnTo>
                        <a:lnTo>
                          <a:pt x="1729820" y="2092632"/>
                        </a:lnTo>
                        <a:lnTo>
                          <a:pt x="1188720" y="1327684"/>
                        </a:lnTo>
                        <a:lnTo>
                          <a:pt x="712584" y="2000792"/>
                        </a:lnTo>
                        <a:lnTo>
                          <a:pt x="277528" y="1533222"/>
                        </a:lnTo>
                        <a:lnTo>
                          <a:pt x="0" y="1831491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7" name="Forma libre: forma 36">
            <a:extLst>
              <a:ext uri="{FF2B5EF4-FFF2-40B4-BE49-F238E27FC236}">
                <a16:creationId xmlns:a16="http://schemas.microsoft.com/office/drawing/2014/main" id="{76F9F1A6-517A-4FCA-BCE1-C3BD0C78651A}"/>
              </a:ext>
            </a:extLst>
          </p:cNvPr>
          <p:cNvSpPr/>
          <p:nvPr/>
        </p:nvSpPr>
        <p:spPr>
          <a:xfrm rot="10800000" flipH="1">
            <a:off x="3271547" y="-1992799"/>
            <a:ext cx="4439920" cy="2092632"/>
          </a:xfrm>
          <a:custGeom>
            <a:avLst/>
            <a:gdLst>
              <a:gd name="connsiteX0" fmla="*/ 0 w 4439920"/>
              <a:gd name="connsiteY0" fmla="*/ 0 h 2092632"/>
              <a:gd name="connsiteX1" fmla="*/ 501077 w 4439920"/>
              <a:gd name="connsiteY1" fmla="*/ 0 h 2092632"/>
              <a:gd name="connsiteX2" fmla="*/ 1224149 w 4439920"/>
              <a:gd name="connsiteY2" fmla="*/ 0 h 2092632"/>
              <a:gd name="connsiteX3" fmla="*/ 1902823 w 4439920"/>
              <a:gd name="connsiteY3" fmla="*/ 0 h 2092632"/>
              <a:gd name="connsiteX4" fmla="*/ 2448299 w 4439920"/>
              <a:gd name="connsiteY4" fmla="*/ 0 h 2092632"/>
              <a:gd name="connsiteX5" fmla="*/ 3038174 w 4439920"/>
              <a:gd name="connsiteY5" fmla="*/ 0 h 2092632"/>
              <a:gd name="connsiteX6" fmla="*/ 3761247 w 4439920"/>
              <a:gd name="connsiteY6" fmla="*/ 0 h 2092632"/>
              <a:gd name="connsiteX7" fmla="*/ 4439920 w 4439920"/>
              <a:gd name="connsiteY7" fmla="*/ 0 h 2092632"/>
              <a:gd name="connsiteX8" fmla="*/ 4439920 w 4439920"/>
              <a:gd name="connsiteY8" fmla="*/ 588411 h 2092632"/>
              <a:gd name="connsiteX9" fmla="*/ 4439920 w 4439920"/>
              <a:gd name="connsiteY9" fmla="*/ 1212126 h 2092632"/>
              <a:gd name="connsiteX10" fmla="*/ 4439920 w 4439920"/>
              <a:gd name="connsiteY10" fmla="*/ 1765232 h 2092632"/>
              <a:gd name="connsiteX11" fmla="*/ 3800542 w 4439920"/>
              <a:gd name="connsiteY11" fmla="*/ 1708364 h 2092632"/>
              <a:gd name="connsiteX12" fmla="*/ 3210347 w 4439920"/>
              <a:gd name="connsiteY12" fmla="*/ 1655871 h 2092632"/>
              <a:gd name="connsiteX13" fmla="*/ 2884983 w 4439920"/>
              <a:gd name="connsiteY13" fmla="*/ 1267782 h 2092632"/>
              <a:gd name="connsiteX14" fmla="*/ 2553046 w 4439920"/>
              <a:gd name="connsiteY14" fmla="*/ 1663710 h 2092632"/>
              <a:gd name="connsiteX15" fmla="*/ 2193448 w 4439920"/>
              <a:gd name="connsiteY15" fmla="*/ 2092632 h 2092632"/>
              <a:gd name="connsiteX16" fmla="*/ 1870969 w 4439920"/>
              <a:gd name="connsiteY16" fmla="*/ 1733106 h 2092632"/>
              <a:gd name="connsiteX17" fmla="*/ 1507322 w 4439920"/>
              <a:gd name="connsiteY17" fmla="*/ 1327684 h 2092632"/>
              <a:gd name="connsiteX18" fmla="*/ 1211484 w 4439920"/>
              <a:gd name="connsiteY18" fmla="*/ 1657507 h 2092632"/>
              <a:gd name="connsiteX19" fmla="*/ 903571 w 4439920"/>
              <a:gd name="connsiteY19" fmla="*/ 2000792 h 2092632"/>
              <a:gd name="connsiteX20" fmla="*/ 627741 w 4439920"/>
              <a:gd name="connsiteY20" fmla="*/ 1767007 h 2092632"/>
              <a:gd name="connsiteX21" fmla="*/ 351911 w 4439920"/>
              <a:gd name="connsiteY21" fmla="*/ 1533222 h 2092632"/>
              <a:gd name="connsiteX22" fmla="*/ 0 w 4439920"/>
              <a:gd name="connsiteY22" fmla="*/ 1831491 h 2092632"/>
              <a:gd name="connsiteX23" fmla="*/ 0 w 4439920"/>
              <a:gd name="connsiteY23" fmla="*/ 1239309 h 2092632"/>
              <a:gd name="connsiteX24" fmla="*/ 0 w 4439920"/>
              <a:gd name="connsiteY24" fmla="*/ 628812 h 2092632"/>
              <a:gd name="connsiteX25" fmla="*/ 0 w 4439920"/>
              <a:gd name="connsiteY25" fmla="*/ 0 h 2092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9920" h="2092632" fill="none" extrusionOk="0">
                <a:moveTo>
                  <a:pt x="0" y="0"/>
                </a:moveTo>
                <a:cubicBezTo>
                  <a:pt x="204988" y="-16235"/>
                  <a:pt x="259083" y="-19188"/>
                  <a:pt x="501077" y="0"/>
                </a:cubicBezTo>
                <a:cubicBezTo>
                  <a:pt x="743071" y="19188"/>
                  <a:pt x="969938" y="-21210"/>
                  <a:pt x="1224149" y="0"/>
                </a:cubicBezTo>
                <a:cubicBezTo>
                  <a:pt x="1478360" y="21210"/>
                  <a:pt x="1656165" y="16645"/>
                  <a:pt x="1902823" y="0"/>
                </a:cubicBezTo>
                <a:cubicBezTo>
                  <a:pt x="2149481" y="-16645"/>
                  <a:pt x="2310414" y="-18724"/>
                  <a:pt x="2448299" y="0"/>
                </a:cubicBezTo>
                <a:cubicBezTo>
                  <a:pt x="2586184" y="18724"/>
                  <a:pt x="2894117" y="26506"/>
                  <a:pt x="3038174" y="0"/>
                </a:cubicBezTo>
                <a:cubicBezTo>
                  <a:pt x="3182231" y="-26506"/>
                  <a:pt x="3605667" y="-14842"/>
                  <a:pt x="3761247" y="0"/>
                </a:cubicBezTo>
                <a:cubicBezTo>
                  <a:pt x="3916827" y="14842"/>
                  <a:pt x="4135134" y="12423"/>
                  <a:pt x="4439920" y="0"/>
                </a:cubicBezTo>
                <a:cubicBezTo>
                  <a:pt x="4446385" y="194385"/>
                  <a:pt x="4455349" y="363883"/>
                  <a:pt x="4439920" y="588411"/>
                </a:cubicBezTo>
                <a:cubicBezTo>
                  <a:pt x="4424491" y="812939"/>
                  <a:pt x="4464137" y="950630"/>
                  <a:pt x="4439920" y="1212126"/>
                </a:cubicBezTo>
                <a:cubicBezTo>
                  <a:pt x="4415703" y="1473622"/>
                  <a:pt x="4434556" y="1549924"/>
                  <a:pt x="4439920" y="1765232"/>
                </a:cubicBezTo>
                <a:cubicBezTo>
                  <a:pt x="4258939" y="1725264"/>
                  <a:pt x="4027283" y="1702203"/>
                  <a:pt x="3800542" y="1708364"/>
                </a:cubicBezTo>
                <a:cubicBezTo>
                  <a:pt x="3573801" y="1714525"/>
                  <a:pt x="3334624" y="1679451"/>
                  <a:pt x="3210347" y="1655871"/>
                </a:cubicBezTo>
                <a:cubicBezTo>
                  <a:pt x="3077448" y="1467599"/>
                  <a:pt x="2973422" y="1361630"/>
                  <a:pt x="2884983" y="1267782"/>
                </a:cubicBezTo>
                <a:cubicBezTo>
                  <a:pt x="2744053" y="1416937"/>
                  <a:pt x="2662435" y="1556760"/>
                  <a:pt x="2553046" y="1663710"/>
                </a:cubicBezTo>
                <a:cubicBezTo>
                  <a:pt x="2443657" y="1770661"/>
                  <a:pt x="2265956" y="2000216"/>
                  <a:pt x="2193448" y="2092632"/>
                </a:cubicBezTo>
                <a:cubicBezTo>
                  <a:pt x="2144626" y="2002082"/>
                  <a:pt x="1992420" y="1873334"/>
                  <a:pt x="1870969" y="1733106"/>
                </a:cubicBezTo>
                <a:cubicBezTo>
                  <a:pt x="1749518" y="1592878"/>
                  <a:pt x="1652030" y="1499226"/>
                  <a:pt x="1507322" y="1327684"/>
                </a:cubicBezTo>
                <a:cubicBezTo>
                  <a:pt x="1401067" y="1448702"/>
                  <a:pt x="1299317" y="1570461"/>
                  <a:pt x="1211484" y="1657507"/>
                </a:cubicBezTo>
                <a:cubicBezTo>
                  <a:pt x="1123651" y="1744553"/>
                  <a:pt x="1030529" y="1857770"/>
                  <a:pt x="903571" y="2000792"/>
                </a:cubicBezTo>
                <a:cubicBezTo>
                  <a:pt x="780915" y="1913718"/>
                  <a:pt x="674702" y="1823449"/>
                  <a:pt x="627741" y="1767007"/>
                </a:cubicBezTo>
                <a:cubicBezTo>
                  <a:pt x="580780" y="1710565"/>
                  <a:pt x="437605" y="1616739"/>
                  <a:pt x="351911" y="1533222"/>
                </a:cubicBezTo>
                <a:cubicBezTo>
                  <a:pt x="231902" y="1639705"/>
                  <a:pt x="134038" y="1712615"/>
                  <a:pt x="0" y="1831491"/>
                </a:cubicBezTo>
                <a:cubicBezTo>
                  <a:pt x="4617" y="1590253"/>
                  <a:pt x="14101" y="1480314"/>
                  <a:pt x="0" y="1239309"/>
                </a:cubicBezTo>
                <a:cubicBezTo>
                  <a:pt x="-14101" y="998304"/>
                  <a:pt x="7529" y="897973"/>
                  <a:pt x="0" y="628812"/>
                </a:cubicBezTo>
                <a:cubicBezTo>
                  <a:pt x="-7529" y="359651"/>
                  <a:pt x="-16639" y="146929"/>
                  <a:pt x="0" y="0"/>
                </a:cubicBezTo>
                <a:close/>
              </a:path>
              <a:path w="4439920" h="2092632" stroke="0" extrusionOk="0">
                <a:moveTo>
                  <a:pt x="0" y="0"/>
                </a:moveTo>
                <a:cubicBezTo>
                  <a:pt x="186234" y="11637"/>
                  <a:pt x="429265" y="-27342"/>
                  <a:pt x="589875" y="0"/>
                </a:cubicBezTo>
                <a:cubicBezTo>
                  <a:pt x="750485" y="27342"/>
                  <a:pt x="1022555" y="6213"/>
                  <a:pt x="1268549" y="0"/>
                </a:cubicBezTo>
                <a:cubicBezTo>
                  <a:pt x="1514543" y="-6213"/>
                  <a:pt x="1650392" y="-9454"/>
                  <a:pt x="1769625" y="0"/>
                </a:cubicBezTo>
                <a:cubicBezTo>
                  <a:pt x="1888858" y="9454"/>
                  <a:pt x="2286301" y="31718"/>
                  <a:pt x="2448299" y="0"/>
                </a:cubicBezTo>
                <a:cubicBezTo>
                  <a:pt x="2610297" y="-31718"/>
                  <a:pt x="2705663" y="18670"/>
                  <a:pt x="2949375" y="0"/>
                </a:cubicBezTo>
                <a:cubicBezTo>
                  <a:pt x="3193087" y="-18670"/>
                  <a:pt x="3310538" y="20233"/>
                  <a:pt x="3539251" y="0"/>
                </a:cubicBezTo>
                <a:cubicBezTo>
                  <a:pt x="3767964" y="-20233"/>
                  <a:pt x="4139647" y="18310"/>
                  <a:pt x="4439920" y="0"/>
                </a:cubicBezTo>
                <a:cubicBezTo>
                  <a:pt x="4444695" y="255255"/>
                  <a:pt x="4435974" y="392199"/>
                  <a:pt x="4439920" y="553106"/>
                </a:cubicBezTo>
                <a:cubicBezTo>
                  <a:pt x="4443866" y="714013"/>
                  <a:pt x="4443288" y="908695"/>
                  <a:pt x="4439920" y="1141517"/>
                </a:cubicBezTo>
                <a:cubicBezTo>
                  <a:pt x="4436552" y="1374339"/>
                  <a:pt x="4425750" y="1618485"/>
                  <a:pt x="4439920" y="1765232"/>
                </a:cubicBezTo>
                <a:cubicBezTo>
                  <a:pt x="4306798" y="1728605"/>
                  <a:pt x="3984786" y="1740775"/>
                  <a:pt x="3862021" y="1713832"/>
                </a:cubicBezTo>
                <a:cubicBezTo>
                  <a:pt x="3739256" y="1686889"/>
                  <a:pt x="3458853" y="1659085"/>
                  <a:pt x="3210347" y="1655871"/>
                </a:cubicBezTo>
                <a:cubicBezTo>
                  <a:pt x="3118416" y="1541993"/>
                  <a:pt x="3046460" y="1433135"/>
                  <a:pt x="2884983" y="1267782"/>
                </a:cubicBezTo>
                <a:cubicBezTo>
                  <a:pt x="2784565" y="1347251"/>
                  <a:pt x="2681123" y="1492559"/>
                  <a:pt x="2546131" y="1671959"/>
                </a:cubicBezTo>
                <a:cubicBezTo>
                  <a:pt x="2411139" y="1851359"/>
                  <a:pt x="2318751" y="1947822"/>
                  <a:pt x="2193448" y="2092632"/>
                </a:cubicBezTo>
                <a:cubicBezTo>
                  <a:pt x="2087045" y="1987854"/>
                  <a:pt x="1965168" y="1872530"/>
                  <a:pt x="1870969" y="1733106"/>
                </a:cubicBezTo>
                <a:cubicBezTo>
                  <a:pt x="1776770" y="1593682"/>
                  <a:pt x="1642823" y="1475165"/>
                  <a:pt x="1507322" y="1327684"/>
                </a:cubicBezTo>
                <a:cubicBezTo>
                  <a:pt x="1370545" y="1452282"/>
                  <a:pt x="1306938" y="1552739"/>
                  <a:pt x="1205447" y="1664238"/>
                </a:cubicBezTo>
                <a:cubicBezTo>
                  <a:pt x="1103956" y="1775737"/>
                  <a:pt x="994385" y="1878462"/>
                  <a:pt x="903571" y="2000792"/>
                </a:cubicBezTo>
                <a:cubicBezTo>
                  <a:pt x="819164" y="1929648"/>
                  <a:pt x="767319" y="1887523"/>
                  <a:pt x="644291" y="1781034"/>
                </a:cubicBezTo>
                <a:cubicBezTo>
                  <a:pt x="521262" y="1674545"/>
                  <a:pt x="423245" y="1609641"/>
                  <a:pt x="351911" y="1533222"/>
                </a:cubicBezTo>
                <a:cubicBezTo>
                  <a:pt x="177359" y="1679633"/>
                  <a:pt x="124197" y="1750146"/>
                  <a:pt x="0" y="1831491"/>
                </a:cubicBezTo>
                <a:cubicBezTo>
                  <a:pt x="-23365" y="1622162"/>
                  <a:pt x="29812" y="1510511"/>
                  <a:pt x="0" y="1202679"/>
                </a:cubicBezTo>
                <a:cubicBezTo>
                  <a:pt x="-29812" y="894847"/>
                  <a:pt x="19472" y="835888"/>
                  <a:pt x="0" y="647127"/>
                </a:cubicBezTo>
                <a:cubicBezTo>
                  <a:pt x="-19472" y="458366"/>
                  <a:pt x="-3891" y="232062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971466715">
                  <a:custGeom>
                    <a:avLst/>
                    <a:gdLst>
                      <a:gd name="connsiteX0" fmla="*/ 0 w 3501456"/>
                      <a:gd name="connsiteY0" fmla="*/ 0 h 2092632"/>
                      <a:gd name="connsiteX1" fmla="*/ 3501456 w 3501456"/>
                      <a:gd name="connsiteY1" fmla="*/ 0 h 2092632"/>
                      <a:gd name="connsiteX2" fmla="*/ 3501456 w 3501456"/>
                      <a:gd name="connsiteY2" fmla="*/ 1765232 h 2092632"/>
                      <a:gd name="connsiteX3" fmla="*/ 2531778 w 3501456"/>
                      <a:gd name="connsiteY3" fmla="*/ 1655871 h 2092632"/>
                      <a:gd name="connsiteX4" fmla="*/ 2275186 w 3501456"/>
                      <a:gd name="connsiteY4" fmla="*/ 1267782 h 2092632"/>
                      <a:gd name="connsiteX5" fmla="*/ 1729820 w 3501456"/>
                      <a:gd name="connsiteY5" fmla="*/ 2092632 h 2092632"/>
                      <a:gd name="connsiteX6" fmla="*/ 1188720 w 3501456"/>
                      <a:gd name="connsiteY6" fmla="*/ 1327684 h 2092632"/>
                      <a:gd name="connsiteX7" fmla="*/ 712584 w 3501456"/>
                      <a:gd name="connsiteY7" fmla="*/ 2000792 h 2092632"/>
                      <a:gd name="connsiteX8" fmla="*/ 277528 w 3501456"/>
                      <a:gd name="connsiteY8" fmla="*/ 1533222 h 2092632"/>
                      <a:gd name="connsiteX9" fmla="*/ 0 w 3501456"/>
                      <a:gd name="connsiteY9" fmla="*/ 1831491 h 2092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01456" h="2092632">
                        <a:moveTo>
                          <a:pt x="0" y="0"/>
                        </a:moveTo>
                        <a:lnTo>
                          <a:pt x="3501456" y="0"/>
                        </a:lnTo>
                        <a:lnTo>
                          <a:pt x="3501456" y="1765232"/>
                        </a:lnTo>
                        <a:lnTo>
                          <a:pt x="2531778" y="1655871"/>
                        </a:lnTo>
                        <a:lnTo>
                          <a:pt x="2275186" y="1267782"/>
                        </a:lnTo>
                        <a:lnTo>
                          <a:pt x="1729820" y="2092632"/>
                        </a:lnTo>
                        <a:lnTo>
                          <a:pt x="1188720" y="1327684"/>
                        </a:lnTo>
                        <a:lnTo>
                          <a:pt x="712584" y="2000792"/>
                        </a:lnTo>
                        <a:lnTo>
                          <a:pt x="277528" y="1533222"/>
                        </a:lnTo>
                        <a:lnTo>
                          <a:pt x="0" y="1831491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8" name="Forma libre: forma 37">
            <a:hlinkClick r:id="rId2" action="ppaction://hlinksldjump" highlightClick="1">
              <a:snd r:embed="rId3" name="explode.wav"/>
            </a:hlinkClick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C18BAE65-830B-4D78-961B-EAA6DD56D903}"/>
              </a:ext>
            </a:extLst>
          </p:cNvPr>
          <p:cNvSpPr/>
          <p:nvPr/>
        </p:nvSpPr>
        <p:spPr>
          <a:xfrm>
            <a:off x="-1137920" y="-648533"/>
            <a:ext cx="4439920" cy="2092632"/>
          </a:xfrm>
          <a:custGeom>
            <a:avLst/>
            <a:gdLst>
              <a:gd name="connsiteX0" fmla="*/ 0 w 4439920"/>
              <a:gd name="connsiteY0" fmla="*/ 0 h 2092632"/>
              <a:gd name="connsiteX1" fmla="*/ 501077 w 4439920"/>
              <a:gd name="connsiteY1" fmla="*/ 0 h 2092632"/>
              <a:gd name="connsiteX2" fmla="*/ 1135351 w 4439920"/>
              <a:gd name="connsiteY2" fmla="*/ 0 h 2092632"/>
              <a:gd name="connsiteX3" fmla="*/ 1769625 w 4439920"/>
              <a:gd name="connsiteY3" fmla="*/ 0 h 2092632"/>
              <a:gd name="connsiteX4" fmla="*/ 2403900 w 4439920"/>
              <a:gd name="connsiteY4" fmla="*/ 0 h 2092632"/>
              <a:gd name="connsiteX5" fmla="*/ 2993775 w 4439920"/>
              <a:gd name="connsiteY5" fmla="*/ 0 h 2092632"/>
              <a:gd name="connsiteX6" fmla="*/ 3539251 w 4439920"/>
              <a:gd name="connsiteY6" fmla="*/ 0 h 2092632"/>
              <a:gd name="connsiteX7" fmla="*/ 4439920 w 4439920"/>
              <a:gd name="connsiteY7" fmla="*/ 0 h 2092632"/>
              <a:gd name="connsiteX8" fmla="*/ 4439920 w 4439920"/>
              <a:gd name="connsiteY8" fmla="*/ 535454 h 2092632"/>
              <a:gd name="connsiteX9" fmla="*/ 4439920 w 4439920"/>
              <a:gd name="connsiteY9" fmla="*/ 1159169 h 2092632"/>
              <a:gd name="connsiteX10" fmla="*/ 4439920 w 4439920"/>
              <a:gd name="connsiteY10" fmla="*/ 1765232 h 2092632"/>
              <a:gd name="connsiteX11" fmla="*/ 3800542 w 4439920"/>
              <a:gd name="connsiteY11" fmla="*/ 1708364 h 2092632"/>
              <a:gd name="connsiteX12" fmla="*/ 3210347 w 4439920"/>
              <a:gd name="connsiteY12" fmla="*/ 1655871 h 2092632"/>
              <a:gd name="connsiteX13" fmla="*/ 2884983 w 4439920"/>
              <a:gd name="connsiteY13" fmla="*/ 1267782 h 2092632"/>
              <a:gd name="connsiteX14" fmla="*/ 2539216 w 4439920"/>
              <a:gd name="connsiteY14" fmla="*/ 1680207 h 2092632"/>
              <a:gd name="connsiteX15" fmla="*/ 2193448 w 4439920"/>
              <a:gd name="connsiteY15" fmla="*/ 2092632 h 2092632"/>
              <a:gd name="connsiteX16" fmla="*/ 1836662 w 4439920"/>
              <a:gd name="connsiteY16" fmla="*/ 1694859 h 2092632"/>
              <a:gd name="connsiteX17" fmla="*/ 1507322 w 4439920"/>
              <a:gd name="connsiteY17" fmla="*/ 1327684 h 2092632"/>
              <a:gd name="connsiteX18" fmla="*/ 1205447 w 4439920"/>
              <a:gd name="connsiteY18" fmla="*/ 1664238 h 2092632"/>
              <a:gd name="connsiteX19" fmla="*/ 903571 w 4439920"/>
              <a:gd name="connsiteY19" fmla="*/ 2000792 h 2092632"/>
              <a:gd name="connsiteX20" fmla="*/ 638774 w 4439920"/>
              <a:gd name="connsiteY20" fmla="*/ 1776358 h 2092632"/>
              <a:gd name="connsiteX21" fmla="*/ 351911 w 4439920"/>
              <a:gd name="connsiteY21" fmla="*/ 1533222 h 2092632"/>
              <a:gd name="connsiteX22" fmla="*/ 0 w 4439920"/>
              <a:gd name="connsiteY22" fmla="*/ 1831491 h 2092632"/>
              <a:gd name="connsiteX23" fmla="*/ 0 w 4439920"/>
              <a:gd name="connsiteY23" fmla="*/ 1220994 h 2092632"/>
              <a:gd name="connsiteX24" fmla="*/ 0 w 4439920"/>
              <a:gd name="connsiteY24" fmla="*/ 573867 h 2092632"/>
              <a:gd name="connsiteX25" fmla="*/ 0 w 4439920"/>
              <a:gd name="connsiteY25" fmla="*/ 0 h 2092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9920" h="2092632" fill="none" extrusionOk="0">
                <a:moveTo>
                  <a:pt x="0" y="0"/>
                </a:moveTo>
                <a:cubicBezTo>
                  <a:pt x="240461" y="-4134"/>
                  <a:pt x="277032" y="-20859"/>
                  <a:pt x="501077" y="0"/>
                </a:cubicBezTo>
                <a:cubicBezTo>
                  <a:pt x="725122" y="20859"/>
                  <a:pt x="863458" y="-18539"/>
                  <a:pt x="1135351" y="0"/>
                </a:cubicBezTo>
                <a:cubicBezTo>
                  <a:pt x="1407244" y="18539"/>
                  <a:pt x="1478131" y="-25784"/>
                  <a:pt x="1769625" y="0"/>
                </a:cubicBezTo>
                <a:cubicBezTo>
                  <a:pt x="2061119" y="25784"/>
                  <a:pt x="2275695" y="-14778"/>
                  <a:pt x="2403900" y="0"/>
                </a:cubicBezTo>
                <a:cubicBezTo>
                  <a:pt x="2532105" y="14778"/>
                  <a:pt x="2814057" y="-3461"/>
                  <a:pt x="2993775" y="0"/>
                </a:cubicBezTo>
                <a:cubicBezTo>
                  <a:pt x="3173494" y="3461"/>
                  <a:pt x="3340774" y="14243"/>
                  <a:pt x="3539251" y="0"/>
                </a:cubicBezTo>
                <a:cubicBezTo>
                  <a:pt x="3737728" y="-14243"/>
                  <a:pt x="4150101" y="-9765"/>
                  <a:pt x="4439920" y="0"/>
                </a:cubicBezTo>
                <a:cubicBezTo>
                  <a:pt x="4459925" y="194314"/>
                  <a:pt x="4421007" y="286233"/>
                  <a:pt x="4439920" y="535454"/>
                </a:cubicBezTo>
                <a:cubicBezTo>
                  <a:pt x="4458833" y="784675"/>
                  <a:pt x="4468007" y="970477"/>
                  <a:pt x="4439920" y="1159169"/>
                </a:cubicBezTo>
                <a:cubicBezTo>
                  <a:pt x="4411833" y="1347862"/>
                  <a:pt x="4421657" y="1532455"/>
                  <a:pt x="4439920" y="1765232"/>
                </a:cubicBezTo>
                <a:cubicBezTo>
                  <a:pt x="4292260" y="1722890"/>
                  <a:pt x="3973994" y="1705495"/>
                  <a:pt x="3800542" y="1708364"/>
                </a:cubicBezTo>
                <a:cubicBezTo>
                  <a:pt x="3627090" y="1711233"/>
                  <a:pt x="3402339" y="1657242"/>
                  <a:pt x="3210347" y="1655871"/>
                </a:cubicBezTo>
                <a:cubicBezTo>
                  <a:pt x="3142219" y="1565418"/>
                  <a:pt x="3009084" y="1377971"/>
                  <a:pt x="2884983" y="1267782"/>
                </a:cubicBezTo>
                <a:cubicBezTo>
                  <a:pt x="2770492" y="1391749"/>
                  <a:pt x="2677204" y="1518454"/>
                  <a:pt x="2539216" y="1680207"/>
                </a:cubicBezTo>
                <a:cubicBezTo>
                  <a:pt x="2401228" y="1841960"/>
                  <a:pt x="2364206" y="1914950"/>
                  <a:pt x="2193448" y="2092632"/>
                </a:cubicBezTo>
                <a:cubicBezTo>
                  <a:pt x="2022715" y="1907769"/>
                  <a:pt x="1995644" y="1910582"/>
                  <a:pt x="1836662" y="1694859"/>
                </a:cubicBezTo>
                <a:cubicBezTo>
                  <a:pt x="1677681" y="1479136"/>
                  <a:pt x="1610292" y="1405739"/>
                  <a:pt x="1507322" y="1327684"/>
                </a:cubicBezTo>
                <a:cubicBezTo>
                  <a:pt x="1398450" y="1427935"/>
                  <a:pt x="1337898" y="1499355"/>
                  <a:pt x="1205447" y="1664238"/>
                </a:cubicBezTo>
                <a:cubicBezTo>
                  <a:pt x="1072996" y="1829121"/>
                  <a:pt x="1038081" y="1856620"/>
                  <a:pt x="903571" y="2000792"/>
                </a:cubicBezTo>
                <a:cubicBezTo>
                  <a:pt x="796231" y="1929016"/>
                  <a:pt x="751465" y="1861628"/>
                  <a:pt x="638774" y="1776358"/>
                </a:cubicBezTo>
                <a:cubicBezTo>
                  <a:pt x="526083" y="1691088"/>
                  <a:pt x="482520" y="1633117"/>
                  <a:pt x="351911" y="1533222"/>
                </a:cubicBezTo>
                <a:cubicBezTo>
                  <a:pt x="273319" y="1596688"/>
                  <a:pt x="81767" y="1755680"/>
                  <a:pt x="0" y="1831491"/>
                </a:cubicBezTo>
                <a:cubicBezTo>
                  <a:pt x="3842" y="1682681"/>
                  <a:pt x="22478" y="1495002"/>
                  <a:pt x="0" y="1220994"/>
                </a:cubicBezTo>
                <a:cubicBezTo>
                  <a:pt x="-22478" y="946986"/>
                  <a:pt x="32234" y="807507"/>
                  <a:pt x="0" y="573867"/>
                </a:cubicBezTo>
                <a:cubicBezTo>
                  <a:pt x="-32234" y="340227"/>
                  <a:pt x="-8297" y="228806"/>
                  <a:pt x="0" y="0"/>
                </a:cubicBezTo>
                <a:close/>
              </a:path>
              <a:path w="4439920" h="2092632" stroke="0" extrusionOk="0">
                <a:moveTo>
                  <a:pt x="0" y="0"/>
                </a:moveTo>
                <a:cubicBezTo>
                  <a:pt x="356220" y="32324"/>
                  <a:pt x="402786" y="12885"/>
                  <a:pt x="723073" y="0"/>
                </a:cubicBezTo>
                <a:cubicBezTo>
                  <a:pt x="1043360" y="-12885"/>
                  <a:pt x="983438" y="5470"/>
                  <a:pt x="1224149" y="0"/>
                </a:cubicBezTo>
                <a:cubicBezTo>
                  <a:pt x="1464860" y="-5470"/>
                  <a:pt x="1661692" y="25515"/>
                  <a:pt x="1858424" y="0"/>
                </a:cubicBezTo>
                <a:cubicBezTo>
                  <a:pt x="2055156" y="-25515"/>
                  <a:pt x="2330372" y="6523"/>
                  <a:pt x="2492698" y="0"/>
                </a:cubicBezTo>
                <a:cubicBezTo>
                  <a:pt x="2655024" y="-6523"/>
                  <a:pt x="3009767" y="14433"/>
                  <a:pt x="3171371" y="0"/>
                </a:cubicBezTo>
                <a:cubicBezTo>
                  <a:pt x="3332975" y="-14433"/>
                  <a:pt x="3469359" y="-5143"/>
                  <a:pt x="3761247" y="0"/>
                </a:cubicBezTo>
                <a:cubicBezTo>
                  <a:pt x="4053135" y="5143"/>
                  <a:pt x="4222694" y="31088"/>
                  <a:pt x="4439920" y="0"/>
                </a:cubicBezTo>
                <a:cubicBezTo>
                  <a:pt x="4443867" y="150922"/>
                  <a:pt x="4421699" y="405836"/>
                  <a:pt x="4439920" y="606063"/>
                </a:cubicBezTo>
                <a:cubicBezTo>
                  <a:pt x="4458141" y="806290"/>
                  <a:pt x="4429826" y="970495"/>
                  <a:pt x="4439920" y="1176821"/>
                </a:cubicBezTo>
                <a:cubicBezTo>
                  <a:pt x="4450014" y="1383147"/>
                  <a:pt x="4423552" y="1614578"/>
                  <a:pt x="4439920" y="1765232"/>
                </a:cubicBezTo>
                <a:cubicBezTo>
                  <a:pt x="4285378" y="1735495"/>
                  <a:pt x="4113261" y="1710928"/>
                  <a:pt x="3849725" y="1712739"/>
                </a:cubicBezTo>
                <a:cubicBezTo>
                  <a:pt x="3586189" y="1714549"/>
                  <a:pt x="3425170" y="1680181"/>
                  <a:pt x="3210347" y="1655871"/>
                </a:cubicBezTo>
                <a:cubicBezTo>
                  <a:pt x="3112992" y="1552559"/>
                  <a:pt x="2965502" y="1349331"/>
                  <a:pt x="2884983" y="1267782"/>
                </a:cubicBezTo>
                <a:cubicBezTo>
                  <a:pt x="2814852" y="1353419"/>
                  <a:pt x="2659701" y="1558696"/>
                  <a:pt x="2546131" y="1671959"/>
                </a:cubicBezTo>
                <a:cubicBezTo>
                  <a:pt x="2432561" y="1785222"/>
                  <a:pt x="2295575" y="1959247"/>
                  <a:pt x="2193448" y="2092632"/>
                </a:cubicBezTo>
                <a:cubicBezTo>
                  <a:pt x="2056319" y="1939636"/>
                  <a:pt x="1980251" y="1885037"/>
                  <a:pt x="1870969" y="1733106"/>
                </a:cubicBezTo>
                <a:cubicBezTo>
                  <a:pt x="1761687" y="1581175"/>
                  <a:pt x="1655229" y="1471598"/>
                  <a:pt x="1507322" y="1327684"/>
                </a:cubicBezTo>
                <a:cubicBezTo>
                  <a:pt x="1392563" y="1456595"/>
                  <a:pt x="1318359" y="1560568"/>
                  <a:pt x="1193371" y="1677700"/>
                </a:cubicBezTo>
                <a:cubicBezTo>
                  <a:pt x="1068383" y="1794832"/>
                  <a:pt x="966821" y="1912557"/>
                  <a:pt x="903571" y="2000792"/>
                </a:cubicBezTo>
                <a:cubicBezTo>
                  <a:pt x="798851" y="1910572"/>
                  <a:pt x="751813" y="1894307"/>
                  <a:pt x="627741" y="1767007"/>
                </a:cubicBezTo>
                <a:cubicBezTo>
                  <a:pt x="503669" y="1639707"/>
                  <a:pt x="444306" y="1622149"/>
                  <a:pt x="351911" y="1533222"/>
                </a:cubicBezTo>
                <a:cubicBezTo>
                  <a:pt x="209634" y="1678280"/>
                  <a:pt x="121221" y="1734793"/>
                  <a:pt x="0" y="1831491"/>
                </a:cubicBezTo>
                <a:cubicBezTo>
                  <a:pt x="14220" y="1599736"/>
                  <a:pt x="-15675" y="1394923"/>
                  <a:pt x="0" y="1275939"/>
                </a:cubicBezTo>
                <a:cubicBezTo>
                  <a:pt x="15675" y="1156955"/>
                  <a:pt x="20107" y="973824"/>
                  <a:pt x="0" y="720386"/>
                </a:cubicBezTo>
                <a:cubicBezTo>
                  <a:pt x="-20107" y="466948"/>
                  <a:pt x="-22592" y="258039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894286190">
                  <a:custGeom>
                    <a:avLst/>
                    <a:gdLst>
                      <a:gd name="connsiteX0" fmla="*/ 0 w 3501456"/>
                      <a:gd name="connsiteY0" fmla="*/ 0 h 2092632"/>
                      <a:gd name="connsiteX1" fmla="*/ 3501456 w 3501456"/>
                      <a:gd name="connsiteY1" fmla="*/ 0 h 2092632"/>
                      <a:gd name="connsiteX2" fmla="*/ 3501456 w 3501456"/>
                      <a:gd name="connsiteY2" fmla="*/ 1765232 h 2092632"/>
                      <a:gd name="connsiteX3" fmla="*/ 2531778 w 3501456"/>
                      <a:gd name="connsiteY3" fmla="*/ 1655871 h 2092632"/>
                      <a:gd name="connsiteX4" fmla="*/ 2275186 w 3501456"/>
                      <a:gd name="connsiteY4" fmla="*/ 1267782 h 2092632"/>
                      <a:gd name="connsiteX5" fmla="*/ 1729820 w 3501456"/>
                      <a:gd name="connsiteY5" fmla="*/ 2092632 h 2092632"/>
                      <a:gd name="connsiteX6" fmla="*/ 1188720 w 3501456"/>
                      <a:gd name="connsiteY6" fmla="*/ 1327684 h 2092632"/>
                      <a:gd name="connsiteX7" fmla="*/ 712584 w 3501456"/>
                      <a:gd name="connsiteY7" fmla="*/ 2000792 h 2092632"/>
                      <a:gd name="connsiteX8" fmla="*/ 277528 w 3501456"/>
                      <a:gd name="connsiteY8" fmla="*/ 1533222 h 2092632"/>
                      <a:gd name="connsiteX9" fmla="*/ 0 w 3501456"/>
                      <a:gd name="connsiteY9" fmla="*/ 1831491 h 2092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01456" h="2092632">
                        <a:moveTo>
                          <a:pt x="0" y="0"/>
                        </a:moveTo>
                        <a:lnTo>
                          <a:pt x="3501456" y="0"/>
                        </a:lnTo>
                        <a:lnTo>
                          <a:pt x="3501456" y="1765232"/>
                        </a:lnTo>
                        <a:lnTo>
                          <a:pt x="2531778" y="1655871"/>
                        </a:lnTo>
                        <a:lnTo>
                          <a:pt x="2275186" y="1267782"/>
                        </a:lnTo>
                        <a:lnTo>
                          <a:pt x="1729820" y="2092632"/>
                        </a:lnTo>
                        <a:lnTo>
                          <a:pt x="1188720" y="1327684"/>
                        </a:lnTo>
                        <a:lnTo>
                          <a:pt x="712584" y="2000792"/>
                        </a:lnTo>
                        <a:lnTo>
                          <a:pt x="277528" y="1533222"/>
                        </a:lnTo>
                        <a:lnTo>
                          <a:pt x="0" y="1831491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39" name="Rectángulo 38">
            <a:hlinkClick r:id="rId2" action="ppaction://hlinksldjump">
              <a:snd r:embed="rId3" name="explode.wav"/>
            </a:hlinkClick>
            <a:extLst>
              <a:ext uri="{FF2B5EF4-FFF2-40B4-BE49-F238E27FC236}">
                <a16:creationId xmlns:a16="http://schemas.microsoft.com/office/drawing/2014/main" id="{76897AE5-651F-4FA1-AF7B-1827C57CF8A0}"/>
              </a:ext>
            </a:extLst>
          </p:cNvPr>
          <p:cNvSpPr/>
          <p:nvPr/>
        </p:nvSpPr>
        <p:spPr>
          <a:xfrm rot="5400000">
            <a:off x="3102641" y="7546162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677333 w 6096000"/>
              <a:gd name="connsiteY1" fmla="*/ 0 h 240633"/>
              <a:gd name="connsiteX2" fmla="*/ 1293707 w 6096000"/>
              <a:gd name="connsiteY2" fmla="*/ 0 h 240633"/>
              <a:gd name="connsiteX3" fmla="*/ 2092960 w 6096000"/>
              <a:gd name="connsiteY3" fmla="*/ 0 h 240633"/>
              <a:gd name="connsiteX4" fmla="*/ 2587413 w 6096000"/>
              <a:gd name="connsiteY4" fmla="*/ 0 h 240633"/>
              <a:gd name="connsiteX5" fmla="*/ 3325707 w 6096000"/>
              <a:gd name="connsiteY5" fmla="*/ 0 h 240633"/>
              <a:gd name="connsiteX6" fmla="*/ 4124960 w 6096000"/>
              <a:gd name="connsiteY6" fmla="*/ 0 h 240633"/>
              <a:gd name="connsiteX7" fmla="*/ 4619413 w 6096000"/>
              <a:gd name="connsiteY7" fmla="*/ 0 h 240633"/>
              <a:gd name="connsiteX8" fmla="*/ 523578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418667 w 6096000"/>
              <a:gd name="connsiteY11" fmla="*/ 240633 h 240633"/>
              <a:gd name="connsiteX12" fmla="*/ 4741333 w 6096000"/>
              <a:gd name="connsiteY12" fmla="*/ 240633 h 240633"/>
              <a:gd name="connsiteX13" fmla="*/ 4246880 w 6096000"/>
              <a:gd name="connsiteY13" fmla="*/ 240633 h 240633"/>
              <a:gd name="connsiteX14" fmla="*/ 3752427 w 6096000"/>
              <a:gd name="connsiteY14" fmla="*/ 240633 h 240633"/>
              <a:gd name="connsiteX15" fmla="*/ 3014133 w 6096000"/>
              <a:gd name="connsiteY15" fmla="*/ 240633 h 240633"/>
              <a:gd name="connsiteX16" fmla="*/ 2275840 w 6096000"/>
              <a:gd name="connsiteY16" fmla="*/ 240633 h 240633"/>
              <a:gd name="connsiteX17" fmla="*/ 1537547 w 6096000"/>
              <a:gd name="connsiteY17" fmla="*/ 240633 h 240633"/>
              <a:gd name="connsiteX18" fmla="*/ 73829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311478" y="9868"/>
                  <a:pt x="428617" y="-6430"/>
                  <a:pt x="677333" y="0"/>
                </a:cubicBezTo>
                <a:cubicBezTo>
                  <a:pt x="926049" y="6430"/>
                  <a:pt x="1061795" y="-6835"/>
                  <a:pt x="1293707" y="0"/>
                </a:cubicBezTo>
                <a:cubicBezTo>
                  <a:pt x="1525619" y="6835"/>
                  <a:pt x="1818999" y="-26994"/>
                  <a:pt x="2092960" y="0"/>
                </a:cubicBezTo>
                <a:cubicBezTo>
                  <a:pt x="2366921" y="26994"/>
                  <a:pt x="2382420" y="-6637"/>
                  <a:pt x="2587413" y="0"/>
                </a:cubicBezTo>
                <a:cubicBezTo>
                  <a:pt x="2792406" y="6637"/>
                  <a:pt x="2964064" y="24104"/>
                  <a:pt x="3325707" y="0"/>
                </a:cubicBezTo>
                <a:cubicBezTo>
                  <a:pt x="3687350" y="-24104"/>
                  <a:pt x="3823135" y="26949"/>
                  <a:pt x="4124960" y="0"/>
                </a:cubicBezTo>
                <a:cubicBezTo>
                  <a:pt x="4426785" y="-26949"/>
                  <a:pt x="4478526" y="-8021"/>
                  <a:pt x="4619413" y="0"/>
                </a:cubicBezTo>
                <a:cubicBezTo>
                  <a:pt x="4760300" y="8021"/>
                  <a:pt x="5083244" y="-6509"/>
                  <a:pt x="5235787" y="0"/>
                </a:cubicBezTo>
                <a:cubicBezTo>
                  <a:pt x="5388330" y="6509"/>
                  <a:pt x="5909104" y="13840"/>
                  <a:pt x="6096000" y="0"/>
                </a:cubicBezTo>
                <a:cubicBezTo>
                  <a:pt x="6094787" y="60333"/>
                  <a:pt x="6090695" y="120664"/>
                  <a:pt x="6096000" y="240633"/>
                </a:cubicBezTo>
                <a:cubicBezTo>
                  <a:pt x="5952731" y="255776"/>
                  <a:pt x="5560868" y="223638"/>
                  <a:pt x="5418667" y="240633"/>
                </a:cubicBezTo>
                <a:cubicBezTo>
                  <a:pt x="5276466" y="257628"/>
                  <a:pt x="4961411" y="256936"/>
                  <a:pt x="4741333" y="240633"/>
                </a:cubicBezTo>
                <a:cubicBezTo>
                  <a:pt x="4521255" y="224330"/>
                  <a:pt x="4403750" y="240267"/>
                  <a:pt x="4246880" y="240633"/>
                </a:cubicBezTo>
                <a:cubicBezTo>
                  <a:pt x="4090010" y="240999"/>
                  <a:pt x="3963230" y="226680"/>
                  <a:pt x="3752427" y="240633"/>
                </a:cubicBezTo>
                <a:cubicBezTo>
                  <a:pt x="3541624" y="254586"/>
                  <a:pt x="3252528" y="234950"/>
                  <a:pt x="3014133" y="240633"/>
                </a:cubicBezTo>
                <a:cubicBezTo>
                  <a:pt x="2775738" y="246316"/>
                  <a:pt x="2614068" y="203917"/>
                  <a:pt x="2275840" y="240633"/>
                </a:cubicBezTo>
                <a:cubicBezTo>
                  <a:pt x="1937612" y="277349"/>
                  <a:pt x="1883429" y="213573"/>
                  <a:pt x="1537547" y="240633"/>
                </a:cubicBezTo>
                <a:cubicBezTo>
                  <a:pt x="1191665" y="267693"/>
                  <a:pt x="1118990" y="246446"/>
                  <a:pt x="738293" y="240633"/>
                </a:cubicBezTo>
                <a:cubicBezTo>
                  <a:pt x="357596" y="234820"/>
                  <a:pt x="249237" y="245504"/>
                  <a:pt x="0" y="240633"/>
                </a:cubicBezTo>
                <a:cubicBezTo>
                  <a:pt x="-2183" y="146623"/>
                  <a:pt x="-5592" y="113708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398064" y="-15793"/>
                  <a:pt x="487156" y="34553"/>
                  <a:pt x="799253" y="0"/>
                </a:cubicBezTo>
                <a:cubicBezTo>
                  <a:pt x="1111350" y="-34553"/>
                  <a:pt x="1124239" y="19290"/>
                  <a:pt x="1415627" y="0"/>
                </a:cubicBezTo>
                <a:cubicBezTo>
                  <a:pt x="1707015" y="-19290"/>
                  <a:pt x="1837077" y="-16126"/>
                  <a:pt x="2214880" y="0"/>
                </a:cubicBezTo>
                <a:cubicBezTo>
                  <a:pt x="2592683" y="16126"/>
                  <a:pt x="2624376" y="14437"/>
                  <a:pt x="2831253" y="0"/>
                </a:cubicBezTo>
                <a:cubicBezTo>
                  <a:pt x="3038130" y="-14437"/>
                  <a:pt x="3155026" y="-19682"/>
                  <a:pt x="3386667" y="0"/>
                </a:cubicBezTo>
                <a:cubicBezTo>
                  <a:pt x="3618308" y="19682"/>
                  <a:pt x="3747856" y="-6462"/>
                  <a:pt x="4064000" y="0"/>
                </a:cubicBezTo>
                <a:cubicBezTo>
                  <a:pt x="4380144" y="6462"/>
                  <a:pt x="4578889" y="29707"/>
                  <a:pt x="4802293" y="0"/>
                </a:cubicBezTo>
                <a:cubicBezTo>
                  <a:pt x="5025697" y="-29707"/>
                  <a:pt x="5172627" y="18643"/>
                  <a:pt x="5479627" y="0"/>
                </a:cubicBezTo>
                <a:cubicBezTo>
                  <a:pt x="5786627" y="-18643"/>
                  <a:pt x="5915650" y="3750"/>
                  <a:pt x="6096000" y="0"/>
                </a:cubicBezTo>
                <a:cubicBezTo>
                  <a:pt x="6093451" y="109487"/>
                  <a:pt x="6102263" y="151743"/>
                  <a:pt x="6096000" y="240633"/>
                </a:cubicBezTo>
                <a:cubicBezTo>
                  <a:pt x="5795769" y="235619"/>
                  <a:pt x="5563371" y="266900"/>
                  <a:pt x="5418667" y="240633"/>
                </a:cubicBezTo>
                <a:cubicBezTo>
                  <a:pt x="5273963" y="214366"/>
                  <a:pt x="5010777" y="244526"/>
                  <a:pt x="4741333" y="240633"/>
                </a:cubicBezTo>
                <a:cubicBezTo>
                  <a:pt x="4471889" y="236740"/>
                  <a:pt x="4319557" y="227369"/>
                  <a:pt x="4003040" y="240633"/>
                </a:cubicBezTo>
                <a:cubicBezTo>
                  <a:pt x="3686523" y="253897"/>
                  <a:pt x="3447856" y="237505"/>
                  <a:pt x="3264747" y="240633"/>
                </a:cubicBezTo>
                <a:cubicBezTo>
                  <a:pt x="3081638" y="243761"/>
                  <a:pt x="2953408" y="231120"/>
                  <a:pt x="2709333" y="240633"/>
                </a:cubicBezTo>
                <a:cubicBezTo>
                  <a:pt x="2465258" y="250146"/>
                  <a:pt x="2374925" y="250287"/>
                  <a:pt x="2153920" y="240633"/>
                </a:cubicBezTo>
                <a:cubicBezTo>
                  <a:pt x="1932915" y="230979"/>
                  <a:pt x="1722226" y="265991"/>
                  <a:pt x="1354667" y="240633"/>
                </a:cubicBezTo>
                <a:cubicBezTo>
                  <a:pt x="987108" y="215275"/>
                  <a:pt x="408101" y="252192"/>
                  <a:pt x="0" y="240633"/>
                </a:cubicBezTo>
                <a:cubicBezTo>
                  <a:pt x="2759" y="158228"/>
                  <a:pt x="-11541" y="56075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54925236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1" name="Rectángulo 40">
            <a:hlinkClick r:id="rId2" action="ppaction://hlinksldjump">
              <a:snd r:embed="rId3" name="explode.wav"/>
            </a:hlinkClick>
            <a:extLst>
              <a:ext uri="{FF2B5EF4-FFF2-40B4-BE49-F238E27FC236}">
                <a16:creationId xmlns:a16="http://schemas.microsoft.com/office/drawing/2014/main" id="{FBFCA7F5-092D-421D-AC22-590D62B31F10}"/>
              </a:ext>
            </a:extLst>
          </p:cNvPr>
          <p:cNvSpPr/>
          <p:nvPr/>
        </p:nvSpPr>
        <p:spPr>
          <a:xfrm rot="5400000">
            <a:off x="4358199" y="7539298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738293 w 6096000"/>
              <a:gd name="connsiteY1" fmla="*/ 0 h 240633"/>
              <a:gd name="connsiteX2" fmla="*/ 1354667 w 6096000"/>
              <a:gd name="connsiteY2" fmla="*/ 0 h 240633"/>
              <a:gd name="connsiteX3" fmla="*/ 2032000 w 6096000"/>
              <a:gd name="connsiteY3" fmla="*/ 0 h 240633"/>
              <a:gd name="connsiteX4" fmla="*/ 2709333 w 6096000"/>
              <a:gd name="connsiteY4" fmla="*/ 0 h 240633"/>
              <a:gd name="connsiteX5" fmla="*/ 3264747 w 6096000"/>
              <a:gd name="connsiteY5" fmla="*/ 0 h 240633"/>
              <a:gd name="connsiteX6" fmla="*/ 3759200 w 6096000"/>
              <a:gd name="connsiteY6" fmla="*/ 0 h 240633"/>
              <a:gd name="connsiteX7" fmla="*/ 4558453 w 6096000"/>
              <a:gd name="connsiteY7" fmla="*/ 0 h 240633"/>
              <a:gd name="connsiteX8" fmla="*/ 505290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418667 w 6096000"/>
              <a:gd name="connsiteY11" fmla="*/ 240633 h 240633"/>
              <a:gd name="connsiteX12" fmla="*/ 4741333 w 6096000"/>
              <a:gd name="connsiteY12" fmla="*/ 240633 h 240633"/>
              <a:gd name="connsiteX13" fmla="*/ 4246880 w 6096000"/>
              <a:gd name="connsiteY13" fmla="*/ 240633 h 240633"/>
              <a:gd name="connsiteX14" fmla="*/ 3508587 w 6096000"/>
              <a:gd name="connsiteY14" fmla="*/ 240633 h 240633"/>
              <a:gd name="connsiteX15" fmla="*/ 2831253 w 6096000"/>
              <a:gd name="connsiteY15" fmla="*/ 240633 h 240633"/>
              <a:gd name="connsiteX16" fmla="*/ 2032000 w 6096000"/>
              <a:gd name="connsiteY16" fmla="*/ 240633 h 240633"/>
              <a:gd name="connsiteX17" fmla="*/ 1537547 w 6096000"/>
              <a:gd name="connsiteY17" fmla="*/ 240633 h 240633"/>
              <a:gd name="connsiteX18" fmla="*/ 92117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233807" y="31812"/>
                  <a:pt x="377141" y="-9688"/>
                  <a:pt x="738293" y="0"/>
                </a:cubicBezTo>
                <a:cubicBezTo>
                  <a:pt x="1099445" y="9688"/>
                  <a:pt x="1142515" y="20916"/>
                  <a:pt x="1354667" y="0"/>
                </a:cubicBezTo>
                <a:cubicBezTo>
                  <a:pt x="1566819" y="-20916"/>
                  <a:pt x="1858400" y="14070"/>
                  <a:pt x="2032000" y="0"/>
                </a:cubicBezTo>
                <a:cubicBezTo>
                  <a:pt x="2205600" y="-14070"/>
                  <a:pt x="2480332" y="22959"/>
                  <a:pt x="2709333" y="0"/>
                </a:cubicBezTo>
                <a:cubicBezTo>
                  <a:pt x="2938334" y="-22959"/>
                  <a:pt x="3145788" y="-2413"/>
                  <a:pt x="3264747" y="0"/>
                </a:cubicBezTo>
                <a:cubicBezTo>
                  <a:pt x="3383706" y="2413"/>
                  <a:pt x="3546864" y="-4148"/>
                  <a:pt x="3759200" y="0"/>
                </a:cubicBezTo>
                <a:cubicBezTo>
                  <a:pt x="3971536" y="4148"/>
                  <a:pt x="4311521" y="-5653"/>
                  <a:pt x="4558453" y="0"/>
                </a:cubicBezTo>
                <a:cubicBezTo>
                  <a:pt x="4805385" y="5653"/>
                  <a:pt x="4825571" y="13906"/>
                  <a:pt x="5052907" y="0"/>
                </a:cubicBezTo>
                <a:cubicBezTo>
                  <a:pt x="5280243" y="-13906"/>
                  <a:pt x="5828151" y="7117"/>
                  <a:pt x="6096000" y="0"/>
                </a:cubicBezTo>
                <a:cubicBezTo>
                  <a:pt x="6096076" y="101764"/>
                  <a:pt x="6104912" y="166014"/>
                  <a:pt x="6096000" y="240633"/>
                </a:cubicBezTo>
                <a:cubicBezTo>
                  <a:pt x="5851234" y="254927"/>
                  <a:pt x="5617181" y="266895"/>
                  <a:pt x="5418667" y="240633"/>
                </a:cubicBezTo>
                <a:cubicBezTo>
                  <a:pt x="5220153" y="214371"/>
                  <a:pt x="5064431" y="226768"/>
                  <a:pt x="4741333" y="240633"/>
                </a:cubicBezTo>
                <a:cubicBezTo>
                  <a:pt x="4418235" y="254498"/>
                  <a:pt x="4362327" y="226112"/>
                  <a:pt x="4246880" y="240633"/>
                </a:cubicBezTo>
                <a:cubicBezTo>
                  <a:pt x="4131433" y="255154"/>
                  <a:pt x="3814314" y="224598"/>
                  <a:pt x="3508587" y="240633"/>
                </a:cubicBezTo>
                <a:cubicBezTo>
                  <a:pt x="3202860" y="256668"/>
                  <a:pt x="3054043" y="219879"/>
                  <a:pt x="2831253" y="240633"/>
                </a:cubicBezTo>
                <a:cubicBezTo>
                  <a:pt x="2608463" y="261387"/>
                  <a:pt x="2368341" y="209390"/>
                  <a:pt x="2032000" y="240633"/>
                </a:cubicBezTo>
                <a:cubicBezTo>
                  <a:pt x="1695659" y="271876"/>
                  <a:pt x="1653179" y="247556"/>
                  <a:pt x="1537547" y="240633"/>
                </a:cubicBezTo>
                <a:cubicBezTo>
                  <a:pt x="1421915" y="233710"/>
                  <a:pt x="1164769" y="230361"/>
                  <a:pt x="921173" y="240633"/>
                </a:cubicBezTo>
                <a:cubicBezTo>
                  <a:pt x="677577" y="250905"/>
                  <a:pt x="218004" y="257843"/>
                  <a:pt x="0" y="240633"/>
                </a:cubicBezTo>
                <a:cubicBezTo>
                  <a:pt x="11605" y="173292"/>
                  <a:pt x="1679" y="115462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212303" y="-28334"/>
                  <a:pt x="389587" y="32218"/>
                  <a:pt x="738293" y="0"/>
                </a:cubicBezTo>
                <a:cubicBezTo>
                  <a:pt x="1086999" y="-32218"/>
                  <a:pt x="1013479" y="-19331"/>
                  <a:pt x="1232747" y="0"/>
                </a:cubicBezTo>
                <a:cubicBezTo>
                  <a:pt x="1452015" y="19331"/>
                  <a:pt x="1690101" y="39386"/>
                  <a:pt x="2032000" y="0"/>
                </a:cubicBezTo>
                <a:cubicBezTo>
                  <a:pt x="2373899" y="-39386"/>
                  <a:pt x="2481841" y="3610"/>
                  <a:pt x="2648373" y="0"/>
                </a:cubicBezTo>
                <a:cubicBezTo>
                  <a:pt x="2814905" y="-3610"/>
                  <a:pt x="3183931" y="-10599"/>
                  <a:pt x="3447627" y="0"/>
                </a:cubicBezTo>
                <a:cubicBezTo>
                  <a:pt x="3711323" y="10599"/>
                  <a:pt x="3920111" y="-13462"/>
                  <a:pt x="4124960" y="0"/>
                </a:cubicBezTo>
                <a:cubicBezTo>
                  <a:pt x="4329809" y="13462"/>
                  <a:pt x="4519727" y="14503"/>
                  <a:pt x="4863253" y="0"/>
                </a:cubicBezTo>
                <a:cubicBezTo>
                  <a:pt x="5206779" y="-14503"/>
                  <a:pt x="5215836" y="-4840"/>
                  <a:pt x="5418667" y="0"/>
                </a:cubicBezTo>
                <a:cubicBezTo>
                  <a:pt x="5621498" y="4840"/>
                  <a:pt x="5769121" y="28129"/>
                  <a:pt x="6096000" y="0"/>
                </a:cubicBezTo>
                <a:cubicBezTo>
                  <a:pt x="6089191" y="61999"/>
                  <a:pt x="6090400" y="125425"/>
                  <a:pt x="6096000" y="240633"/>
                </a:cubicBezTo>
                <a:cubicBezTo>
                  <a:pt x="5820734" y="227819"/>
                  <a:pt x="5739553" y="217643"/>
                  <a:pt x="5540587" y="240633"/>
                </a:cubicBezTo>
                <a:cubicBezTo>
                  <a:pt x="5341621" y="263623"/>
                  <a:pt x="5079740" y="255685"/>
                  <a:pt x="4924213" y="240633"/>
                </a:cubicBezTo>
                <a:cubicBezTo>
                  <a:pt x="4768686" y="225581"/>
                  <a:pt x="4328360" y="238383"/>
                  <a:pt x="4124960" y="240633"/>
                </a:cubicBezTo>
                <a:cubicBezTo>
                  <a:pt x="3921560" y="242883"/>
                  <a:pt x="3771890" y="244389"/>
                  <a:pt x="3508587" y="240633"/>
                </a:cubicBezTo>
                <a:cubicBezTo>
                  <a:pt x="3245284" y="236877"/>
                  <a:pt x="3215761" y="230278"/>
                  <a:pt x="3014133" y="240633"/>
                </a:cubicBezTo>
                <a:cubicBezTo>
                  <a:pt x="2812505" y="250988"/>
                  <a:pt x="2611399" y="211277"/>
                  <a:pt x="2336800" y="240633"/>
                </a:cubicBezTo>
                <a:cubicBezTo>
                  <a:pt x="2062201" y="269989"/>
                  <a:pt x="1948416" y="245308"/>
                  <a:pt x="1659467" y="240633"/>
                </a:cubicBezTo>
                <a:cubicBezTo>
                  <a:pt x="1370518" y="235958"/>
                  <a:pt x="1251752" y="249387"/>
                  <a:pt x="860213" y="240633"/>
                </a:cubicBezTo>
                <a:cubicBezTo>
                  <a:pt x="468674" y="231879"/>
                  <a:pt x="429786" y="271277"/>
                  <a:pt x="0" y="240633"/>
                </a:cubicBezTo>
                <a:cubicBezTo>
                  <a:pt x="1807" y="191807"/>
                  <a:pt x="-8013" y="52967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79957857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3" name="Rectángulo 42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EB7C1668-0B85-457D-9639-604912995D4A}"/>
              </a:ext>
            </a:extLst>
          </p:cNvPr>
          <p:cNvSpPr/>
          <p:nvPr/>
        </p:nvSpPr>
        <p:spPr>
          <a:xfrm rot="5400000">
            <a:off x="635525" y="7555050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677333 w 6096000"/>
              <a:gd name="connsiteY1" fmla="*/ 0 h 240633"/>
              <a:gd name="connsiteX2" fmla="*/ 1232747 w 6096000"/>
              <a:gd name="connsiteY2" fmla="*/ 0 h 240633"/>
              <a:gd name="connsiteX3" fmla="*/ 1788160 w 6096000"/>
              <a:gd name="connsiteY3" fmla="*/ 0 h 240633"/>
              <a:gd name="connsiteX4" fmla="*/ 2404533 w 6096000"/>
              <a:gd name="connsiteY4" fmla="*/ 0 h 240633"/>
              <a:gd name="connsiteX5" fmla="*/ 3081867 w 6096000"/>
              <a:gd name="connsiteY5" fmla="*/ 0 h 240633"/>
              <a:gd name="connsiteX6" fmla="*/ 3576320 w 6096000"/>
              <a:gd name="connsiteY6" fmla="*/ 0 h 240633"/>
              <a:gd name="connsiteX7" fmla="*/ 4375573 w 6096000"/>
              <a:gd name="connsiteY7" fmla="*/ 0 h 240633"/>
              <a:gd name="connsiteX8" fmla="*/ 4930987 w 6096000"/>
              <a:gd name="connsiteY8" fmla="*/ 0 h 240633"/>
              <a:gd name="connsiteX9" fmla="*/ 5486400 w 6096000"/>
              <a:gd name="connsiteY9" fmla="*/ 0 h 240633"/>
              <a:gd name="connsiteX10" fmla="*/ 6096000 w 6096000"/>
              <a:gd name="connsiteY10" fmla="*/ 0 h 240633"/>
              <a:gd name="connsiteX11" fmla="*/ 6096000 w 6096000"/>
              <a:gd name="connsiteY11" fmla="*/ 240633 h 240633"/>
              <a:gd name="connsiteX12" fmla="*/ 5418667 w 6096000"/>
              <a:gd name="connsiteY12" fmla="*/ 240633 h 240633"/>
              <a:gd name="connsiteX13" fmla="*/ 4680373 w 6096000"/>
              <a:gd name="connsiteY13" fmla="*/ 240633 h 240633"/>
              <a:gd name="connsiteX14" fmla="*/ 4124960 w 6096000"/>
              <a:gd name="connsiteY14" fmla="*/ 240633 h 240633"/>
              <a:gd name="connsiteX15" fmla="*/ 3447627 w 6096000"/>
              <a:gd name="connsiteY15" fmla="*/ 240633 h 240633"/>
              <a:gd name="connsiteX16" fmla="*/ 2831253 w 6096000"/>
              <a:gd name="connsiteY16" fmla="*/ 240633 h 240633"/>
              <a:gd name="connsiteX17" fmla="*/ 2214880 w 6096000"/>
              <a:gd name="connsiteY17" fmla="*/ 240633 h 240633"/>
              <a:gd name="connsiteX18" fmla="*/ 1598507 w 6096000"/>
              <a:gd name="connsiteY18" fmla="*/ 240633 h 240633"/>
              <a:gd name="connsiteX19" fmla="*/ 860213 w 6096000"/>
              <a:gd name="connsiteY19" fmla="*/ 240633 h 240633"/>
              <a:gd name="connsiteX20" fmla="*/ 0 w 6096000"/>
              <a:gd name="connsiteY20" fmla="*/ 240633 h 240633"/>
              <a:gd name="connsiteX21" fmla="*/ 0 w 6096000"/>
              <a:gd name="connsiteY21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301656" y="-17209"/>
                  <a:pt x="453411" y="-2246"/>
                  <a:pt x="677333" y="0"/>
                </a:cubicBezTo>
                <a:cubicBezTo>
                  <a:pt x="901255" y="2246"/>
                  <a:pt x="996838" y="16579"/>
                  <a:pt x="1232747" y="0"/>
                </a:cubicBezTo>
                <a:cubicBezTo>
                  <a:pt x="1468656" y="-16579"/>
                  <a:pt x="1627976" y="-25410"/>
                  <a:pt x="1788160" y="0"/>
                </a:cubicBezTo>
                <a:cubicBezTo>
                  <a:pt x="1948344" y="25410"/>
                  <a:pt x="2241530" y="9349"/>
                  <a:pt x="2404533" y="0"/>
                </a:cubicBezTo>
                <a:cubicBezTo>
                  <a:pt x="2567536" y="-9349"/>
                  <a:pt x="2790396" y="-32375"/>
                  <a:pt x="3081867" y="0"/>
                </a:cubicBezTo>
                <a:cubicBezTo>
                  <a:pt x="3373338" y="32375"/>
                  <a:pt x="3416023" y="18730"/>
                  <a:pt x="3576320" y="0"/>
                </a:cubicBezTo>
                <a:cubicBezTo>
                  <a:pt x="3736617" y="-18730"/>
                  <a:pt x="4189881" y="-30108"/>
                  <a:pt x="4375573" y="0"/>
                </a:cubicBezTo>
                <a:cubicBezTo>
                  <a:pt x="4561265" y="30108"/>
                  <a:pt x="4684974" y="-12633"/>
                  <a:pt x="4930987" y="0"/>
                </a:cubicBezTo>
                <a:cubicBezTo>
                  <a:pt x="5177000" y="12633"/>
                  <a:pt x="5268337" y="-9582"/>
                  <a:pt x="5486400" y="0"/>
                </a:cubicBezTo>
                <a:cubicBezTo>
                  <a:pt x="5704463" y="9582"/>
                  <a:pt x="5942866" y="26149"/>
                  <a:pt x="6096000" y="0"/>
                </a:cubicBezTo>
                <a:cubicBezTo>
                  <a:pt x="6105045" y="50097"/>
                  <a:pt x="6094348" y="183069"/>
                  <a:pt x="6096000" y="240633"/>
                </a:cubicBezTo>
                <a:cubicBezTo>
                  <a:pt x="5934615" y="228356"/>
                  <a:pt x="5710688" y="221019"/>
                  <a:pt x="5418667" y="240633"/>
                </a:cubicBezTo>
                <a:cubicBezTo>
                  <a:pt x="5126646" y="260247"/>
                  <a:pt x="4965553" y="253866"/>
                  <a:pt x="4680373" y="240633"/>
                </a:cubicBezTo>
                <a:cubicBezTo>
                  <a:pt x="4395193" y="227400"/>
                  <a:pt x="4311402" y="265539"/>
                  <a:pt x="4124960" y="240633"/>
                </a:cubicBezTo>
                <a:cubicBezTo>
                  <a:pt x="3938518" y="215727"/>
                  <a:pt x="3763219" y="211435"/>
                  <a:pt x="3447627" y="240633"/>
                </a:cubicBezTo>
                <a:cubicBezTo>
                  <a:pt x="3132035" y="269831"/>
                  <a:pt x="3135294" y="255692"/>
                  <a:pt x="2831253" y="240633"/>
                </a:cubicBezTo>
                <a:cubicBezTo>
                  <a:pt x="2527212" y="225574"/>
                  <a:pt x="2446638" y="231253"/>
                  <a:pt x="2214880" y="240633"/>
                </a:cubicBezTo>
                <a:cubicBezTo>
                  <a:pt x="1983122" y="250013"/>
                  <a:pt x="1731445" y="258687"/>
                  <a:pt x="1598507" y="240633"/>
                </a:cubicBezTo>
                <a:cubicBezTo>
                  <a:pt x="1465569" y="222579"/>
                  <a:pt x="1109572" y="269832"/>
                  <a:pt x="860213" y="240633"/>
                </a:cubicBezTo>
                <a:cubicBezTo>
                  <a:pt x="610854" y="211434"/>
                  <a:pt x="227518" y="223104"/>
                  <a:pt x="0" y="240633"/>
                </a:cubicBezTo>
                <a:cubicBezTo>
                  <a:pt x="11327" y="178230"/>
                  <a:pt x="11018" y="120031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324236" y="-7710"/>
                  <a:pt x="403053" y="-130"/>
                  <a:pt x="799253" y="0"/>
                </a:cubicBezTo>
                <a:cubicBezTo>
                  <a:pt x="1195453" y="130"/>
                  <a:pt x="1411338" y="17521"/>
                  <a:pt x="1598507" y="0"/>
                </a:cubicBezTo>
                <a:cubicBezTo>
                  <a:pt x="1785676" y="-17521"/>
                  <a:pt x="2061290" y="-17948"/>
                  <a:pt x="2275840" y="0"/>
                </a:cubicBezTo>
                <a:cubicBezTo>
                  <a:pt x="2490390" y="17948"/>
                  <a:pt x="2827909" y="32228"/>
                  <a:pt x="3014133" y="0"/>
                </a:cubicBezTo>
                <a:cubicBezTo>
                  <a:pt x="3200357" y="-32228"/>
                  <a:pt x="3440966" y="-16539"/>
                  <a:pt x="3630507" y="0"/>
                </a:cubicBezTo>
                <a:cubicBezTo>
                  <a:pt x="3820048" y="16539"/>
                  <a:pt x="4114972" y="12369"/>
                  <a:pt x="4429760" y="0"/>
                </a:cubicBezTo>
                <a:cubicBezTo>
                  <a:pt x="4744548" y="-12369"/>
                  <a:pt x="4781526" y="19675"/>
                  <a:pt x="4924213" y="0"/>
                </a:cubicBezTo>
                <a:cubicBezTo>
                  <a:pt x="5066900" y="-19675"/>
                  <a:pt x="5234836" y="23557"/>
                  <a:pt x="5479627" y="0"/>
                </a:cubicBezTo>
                <a:cubicBezTo>
                  <a:pt x="5724418" y="-23557"/>
                  <a:pt x="5877870" y="-26264"/>
                  <a:pt x="6096000" y="0"/>
                </a:cubicBezTo>
                <a:cubicBezTo>
                  <a:pt x="6093454" y="115204"/>
                  <a:pt x="6089941" y="174280"/>
                  <a:pt x="6096000" y="240633"/>
                </a:cubicBezTo>
                <a:cubicBezTo>
                  <a:pt x="5930993" y="227266"/>
                  <a:pt x="5733452" y="249669"/>
                  <a:pt x="5601547" y="240633"/>
                </a:cubicBezTo>
                <a:cubicBezTo>
                  <a:pt x="5469642" y="231597"/>
                  <a:pt x="5286979" y="261141"/>
                  <a:pt x="4985173" y="240633"/>
                </a:cubicBezTo>
                <a:cubicBezTo>
                  <a:pt x="4683367" y="220125"/>
                  <a:pt x="4399643" y="216284"/>
                  <a:pt x="4185920" y="240633"/>
                </a:cubicBezTo>
                <a:cubicBezTo>
                  <a:pt x="3972197" y="264982"/>
                  <a:pt x="3685759" y="210952"/>
                  <a:pt x="3447627" y="240633"/>
                </a:cubicBezTo>
                <a:cubicBezTo>
                  <a:pt x="3209495" y="270314"/>
                  <a:pt x="3146210" y="225796"/>
                  <a:pt x="2892213" y="240633"/>
                </a:cubicBezTo>
                <a:cubicBezTo>
                  <a:pt x="2638216" y="255470"/>
                  <a:pt x="2524350" y="225155"/>
                  <a:pt x="2336800" y="240633"/>
                </a:cubicBezTo>
                <a:cubicBezTo>
                  <a:pt x="2149250" y="256111"/>
                  <a:pt x="1994315" y="260397"/>
                  <a:pt x="1781387" y="240633"/>
                </a:cubicBezTo>
                <a:cubicBezTo>
                  <a:pt x="1568459" y="220869"/>
                  <a:pt x="1416215" y="241016"/>
                  <a:pt x="1225973" y="240633"/>
                </a:cubicBezTo>
                <a:cubicBezTo>
                  <a:pt x="1035731" y="240250"/>
                  <a:pt x="587784" y="279222"/>
                  <a:pt x="0" y="240633"/>
                </a:cubicBezTo>
                <a:cubicBezTo>
                  <a:pt x="10134" y="141625"/>
                  <a:pt x="-58" y="52611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49528485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45" name="Rectángulo 44">
            <a:hlinkClick r:id="rId2" action="ppaction://hlinksldjump">
              <a:snd r:embed="rId3" name="explode.wav"/>
            </a:hlinkClick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31BEA5FF-9A5C-4388-BF7D-4CFF7286A751}"/>
              </a:ext>
            </a:extLst>
          </p:cNvPr>
          <p:cNvSpPr/>
          <p:nvPr/>
        </p:nvSpPr>
        <p:spPr>
          <a:xfrm rot="5400000">
            <a:off x="1891083" y="7548186"/>
            <a:ext cx="6096000" cy="240633"/>
          </a:xfrm>
          <a:custGeom>
            <a:avLst/>
            <a:gdLst>
              <a:gd name="connsiteX0" fmla="*/ 0 w 6096000"/>
              <a:gd name="connsiteY0" fmla="*/ 0 h 240633"/>
              <a:gd name="connsiteX1" fmla="*/ 616373 w 6096000"/>
              <a:gd name="connsiteY1" fmla="*/ 0 h 240633"/>
              <a:gd name="connsiteX2" fmla="*/ 1415627 w 6096000"/>
              <a:gd name="connsiteY2" fmla="*/ 0 h 240633"/>
              <a:gd name="connsiteX3" fmla="*/ 2092960 w 6096000"/>
              <a:gd name="connsiteY3" fmla="*/ 0 h 240633"/>
              <a:gd name="connsiteX4" fmla="*/ 2587413 w 6096000"/>
              <a:gd name="connsiteY4" fmla="*/ 0 h 240633"/>
              <a:gd name="connsiteX5" fmla="*/ 3142827 w 6096000"/>
              <a:gd name="connsiteY5" fmla="*/ 0 h 240633"/>
              <a:gd name="connsiteX6" fmla="*/ 3881120 w 6096000"/>
              <a:gd name="connsiteY6" fmla="*/ 0 h 240633"/>
              <a:gd name="connsiteX7" fmla="*/ 4497493 w 6096000"/>
              <a:gd name="connsiteY7" fmla="*/ 0 h 240633"/>
              <a:gd name="connsiteX8" fmla="*/ 5113867 w 6096000"/>
              <a:gd name="connsiteY8" fmla="*/ 0 h 240633"/>
              <a:gd name="connsiteX9" fmla="*/ 6096000 w 6096000"/>
              <a:gd name="connsiteY9" fmla="*/ 0 h 240633"/>
              <a:gd name="connsiteX10" fmla="*/ 6096000 w 6096000"/>
              <a:gd name="connsiteY10" fmla="*/ 240633 h 240633"/>
              <a:gd name="connsiteX11" fmla="*/ 5540587 w 6096000"/>
              <a:gd name="connsiteY11" fmla="*/ 240633 h 240633"/>
              <a:gd name="connsiteX12" fmla="*/ 5046133 w 6096000"/>
              <a:gd name="connsiteY12" fmla="*/ 240633 h 240633"/>
              <a:gd name="connsiteX13" fmla="*/ 4307840 w 6096000"/>
              <a:gd name="connsiteY13" fmla="*/ 240633 h 240633"/>
              <a:gd name="connsiteX14" fmla="*/ 3508587 w 6096000"/>
              <a:gd name="connsiteY14" fmla="*/ 240633 h 240633"/>
              <a:gd name="connsiteX15" fmla="*/ 2709333 w 6096000"/>
              <a:gd name="connsiteY15" fmla="*/ 240633 h 240633"/>
              <a:gd name="connsiteX16" fmla="*/ 2092960 w 6096000"/>
              <a:gd name="connsiteY16" fmla="*/ 240633 h 240633"/>
              <a:gd name="connsiteX17" fmla="*/ 1476587 w 6096000"/>
              <a:gd name="connsiteY17" fmla="*/ 240633 h 240633"/>
              <a:gd name="connsiteX18" fmla="*/ 677333 w 6096000"/>
              <a:gd name="connsiteY18" fmla="*/ 240633 h 240633"/>
              <a:gd name="connsiteX19" fmla="*/ 0 w 6096000"/>
              <a:gd name="connsiteY19" fmla="*/ 240633 h 240633"/>
              <a:gd name="connsiteX20" fmla="*/ 0 w 6096000"/>
              <a:gd name="connsiteY20" fmla="*/ 0 h 24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96000" h="240633" fill="none" extrusionOk="0">
                <a:moveTo>
                  <a:pt x="0" y="0"/>
                </a:moveTo>
                <a:cubicBezTo>
                  <a:pt x="204112" y="-25963"/>
                  <a:pt x="319767" y="21097"/>
                  <a:pt x="616373" y="0"/>
                </a:cubicBezTo>
                <a:cubicBezTo>
                  <a:pt x="912979" y="-21097"/>
                  <a:pt x="1029380" y="1513"/>
                  <a:pt x="1415627" y="0"/>
                </a:cubicBezTo>
                <a:cubicBezTo>
                  <a:pt x="1801874" y="-1513"/>
                  <a:pt x="1917477" y="22262"/>
                  <a:pt x="2092960" y="0"/>
                </a:cubicBezTo>
                <a:cubicBezTo>
                  <a:pt x="2268443" y="-22262"/>
                  <a:pt x="2360564" y="7769"/>
                  <a:pt x="2587413" y="0"/>
                </a:cubicBezTo>
                <a:cubicBezTo>
                  <a:pt x="2814262" y="-7769"/>
                  <a:pt x="3018813" y="-17769"/>
                  <a:pt x="3142827" y="0"/>
                </a:cubicBezTo>
                <a:cubicBezTo>
                  <a:pt x="3266841" y="17769"/>
                  <a:pt x="3653672" y="-36344"/>
                  <a:pt x="3881120" y="0"/>
                </a:cubicBezTo>
                <a:cubicBezTo>
                  <a:pt x="4108568" y="36344"/>
                  <a:pt x="4221082" y="10422"/>
                  <a:pt x="4497493" y="0"/>
                </a:cubicBezTo>
                <a:cubicBezTo>
                  <a:pt x="4773904" y="-10422"/>
                  <a:pt x="4966489" y="-868"/>
                  <a:pt x="5113867" y="0"/>
                </a:cubicBezTo>
                <a:cubicBezTo>
                  <a:pt x="5261245" y="868"/>
                  <a:pt x="5769940" y="40294"/>
                  <a:pt x="6096000" y="0"/>
                </a:cubicBezTo>
                <a:cubicBezTo>
                  <a:pt x="6101379" y="56873"/>
                  <a:pt x="6085990" y="144267"/>
                  <a:pt x="6096000" y="240633"/>
                </a:cubicBezTo>
                <a:cubicBezTo>
                  <a:pt x="5827742" y="220236"/>
                  <a:pt x="5779733" y="255753"/>
                  <a:pt x="5540587" y="240633"/>
                </a:cubicBezTo>
                <a:cubicBezTo>
                  <a:pt x="5301441" y="225513"/>
                  <a:pt x="5148545" y="226272"/>
                  <a:pt x="5046133" y="240633"/>
                </a:cubicBezTo>
                <a:cubicBezTo>
                  <a:pt x="4943721" y="254994"/>
                  <a:pt x="4556873" y="262670"/>
                  <a:pt x="4307840" y="240633"/>
                </a:cubicBezTo>
                <a:cubicBezTo>
                  <a:pt x="4058807" y="218596"/>
                  <a:pt x="3678637" y="260439"/>
                  <a:pt x="3508587" y="240633"/>
                </a:cubicBezTo>
                <a:cubicBezTo>
                  <a:pt x="3338537" y="220827"/>
                  <a:pt x="2992493" y="258384"/>
                  <a:pt x="2709333" y="240633"/>
                </a:cubicBezTo>
                <a:cubicBezTo>
                  <a:pt x="2426173" y="222882"/>
                  <a:pt x="2235875" y="243475"/>
                  <a:pt x="2092960" y="240633"/>
                </a:cubicBezTo>
                <a:cubicBezTo>
                  <a:pt x="1950045" y="237791"/>
                  <a:pt x="1746436" y="241981"/>
                  <a:pt x="1476587" y="240633"/>
                </a:cubicBezTo>
                <a:cubicBezTo>
                  <a:pt x="1206738" y="239285"/>
                  <a:pt x="986141" y="212202"/>
                  <a:pt x="677333" y="240633"/>
                </a:cubicBezTo>
                <a:cubicBezTo>
                  <a:pt x="368525" y="269064"/>
                  <a:pt x="187579" y="257246"/>
                  <a:pt x="0" y="240633"/>
                </a:cubicBezTo>
                <a:cubicBezTo>
                  <a:pt x="4787" y="191586"/>
                  <a:pt x="-5410" y="111024"/>
                  <a:pt x="0" y="0"/>
                </a:cubicBezTo>
                <a:close/>
              </a:path>
              <a:path w="6096000" h="240633" stroke="0" extrusionOk="0">
                <a:moveTo>
                  <a:pt x="0" y="0"/>
                </a:moveTo>
                <a:cubicBezTo>
                  <a:pt x="152375" y="9051"/>
                  <a:pt x="313701" y="-23321"/>
                  <a:pt x="555413" y="0"/>
                </a:cubicBezTo>
                <a:cubicBezTo>
                  <a:pt x="797125" y="23321"/>
                  <a:pt x="872262" y="1671"/>
                  <a:pt x="1110827" y="0"/>
                </a:cubicBezTo>
                <a:cubicBezTo>
                  <a:pt x="1349392" y="-1671"/>
                  <a:pt x="1574081" y="18324"/>
                  <a:pt x="1727200" y="0"/>
                </a:cubicBezTo>
                <a:cubicBezTo>
                  <a:pt x="1880319" y="-18324"/>
                  <a:pt x="2068367" y="-21286"/>
                  <a:pt x="2282613" y="0"/>
                </a:cubicBezTo>
                <a:cubicBezTo>
                  <a:pt x="2496859" y="21286"/>
                  <a:pt x="2704490" y="27112"/>
                  <a:pt x="2898987" y="0"/>
                </a:cubicBezTo>
                <a:cubicBezTo>
                  <a:pt x="3093484" y="-27112"/>
                  <a:pt x="3331320" y="11734"/>
                  <a:pt x="3515360" y="0"/>
                </a:cubicBezTo>
                <a:cubicBezTo>
                  <a:pt x="3699400" y="-11734"/>
                  <a:pt x="4133693" y="-15646"/>
                  <a:pt x="4314613" y="0"/>
                </a:cubicBezTo>
                <a:cubicBezTo>
                  <a:pt x="4495533" y="15646"/>
                  <a:pt x="4663797" y="21271"/>
                  <a:pt x="4870027" y="0"/>
                </a:cubicBezTo>
                <a:cubicBezTo>
                  <a:pt x="5076257" y="-21271"/>
                  <a:pt x="5822765" y="-12843"/>
                  <a:pt x="6096000" y="0"/>
                </a:cubicBezTo>
                <a:cubicBezTo>
                  <a:pt x="6085403" y="70705"/>
                  <a:pt x="6092608" y="166325"/>
                  <a:pt x="6096000" y="240633"/>
                </a:cubicBezTo>
                <a:cubicBezTo>
                  <a:pt x="5873465" y="255384"/>
                  <a:pt x="5806488" y="235181"/>
                  <a:pt x="5601547" y="240633"/>
                </a:cubicBezTo>
                <a:cubicBezTo>
                  <a:pt x="5396606" y="246085"/>
                  <a:pt x="5212778" y="223026"/>
                  <a:pt x="4863253" y="240633"/>
                </a:cubicBezTo>
                <a:cubicBezTo>
                  <a:pt x="4513728" y="258240"/>
                  <a:pt x="4435547" y="257004"/>
                  <a:pt x="4064000" y="240633"/>
                </a:cubicBezTo>
                <a:cubicBezTo>
                  <a:pt x="3692453" y="224262"/>
                  <a:pt x="3706507" y="236695"/>
                  <a:pt x="3569547" y="240633"/>
                </a:cubicBezTo>
                <a:cubicBezTo>
                  <a:pt x="3432587" y="244571"/>
                  <a:pt x="3275813" y="218043"/>
                  <a:pt x="3075093" y="240633"/>
                </a:cubicBezTo>
                <a:cubicBezTo>
                  <a:pt x="2874373" y="263223"/>
                  <a:pt x="2750488" y="227900"/>
                  <a:pt x="2580640" y="240633"/>
                </a:cubicBezTo>
                <a:cubicBezTo>
                  <a:pt x="2410792" y="253366"/>
                  <a:pt x="2144627" y="236375"/>
                  <a:pt x="1842347" y="240633"/>
                </a:cubicBezTo>
                <a:cubicBezTo>
                  <a:pt x="1540067" y="244891"/>
                  <a:pt x="1245769" y="278987"/>
                  <a:pt x="1043093" y="240633"/>
                </a:cubicBezTo>
                <a:cubicBezTo>
                  <a:pt x="840417" y="202279"/>
                  <a:pt x="420886" y="191181"/>
                  <a:pt x="0" y="240633"/>
                </a:cubicBezTo>
                <a:cubicBezTo>
                  <a:pt x="-1092" y="163043"/>
                  <a:pt x="-7596" y="73801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0991449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62" name="Forma libre: forma 61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2FD39636-4DE1-473F-91FD-4C373E3E9D36}"/>
              </a:ext>
            </a:extLst>
          </p:cNvPr>
          <p:cNvSpPr/>
          <p:nvPr/>
        </p:nvSpPr>
        <p:spPr>
          <a:xfrm>
            <a:off x="9746151" y="2781365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43480" h="1443741">
                <a:moveTo>
                  <a:pt x="871740" y="0"/>
                </a:moveTo>
                <a:lnTo>
                  <a:pt x="987499" y="310210"/>
                </a:lnTo>
                <a:lnTo>
                  <a:pt x="994861" y="312448"/>
                </a:lnTo>
                <a:cubicBezTo>
                  <a:pt x="1082719" y="348851"/>
                  <a:pt x="1157471" y="409662"/>
                  <a:pt x="1210259" y="486204"/>
                </a:cubicBezTo>
                <a:lnTo>
                  <a:pt x="1246419" y="551463"/>
                </a:lnTo>
                <a:lnTo>
                  <a:pt x="1743480" y="551460"/>
                </a:lnTo>
                <a:lnTo>
                  <a:pt x="1284896" y="841555"/>
                </a:lnTo>
                <a:lnTo>
                  <a:pt x="1283925" y="850996"/>
                </a:lnTo>
                <a:cubicBezTo>
                  <a:pt x="1277403" y="882215"/>
                  <a:pt x="1267785" y="912330"/>
                  <a:pt x="1255398" y="941018"/>
                </a:cubicBezTo>
                <a:lnTo>
                  <a:pt x="1235978" y="976067"/>
                </a:lnTo>
                <a:lnTo>
                  <a:pt x="1410505" y="1443741"/>
                </a:lnTo>
                <a:lnTo>
                  <a:pt x="1008119" y="1189189"/>
                </a:lnTo>
                <a:lnTo>
                  <a:pt x="994861" y="1196238"/>
                </a:lnTo>
                <a:cubicBezTo>
                  <a:pt x="936289" y="1220506"/>
                  <a:pt x="871893" y="1233926"/>
                  <a:pt x="804297" y="1233926"/>
                </a:cubicBezTo>
                <a:cubicBezTo>
                  <a:pt x="770499" y="1233926"/>
                  <a:pt x="737501" y="1230571"/>
                  <a:pt x="705631" y="1224183"/>
                </a:cubicBezTo>
                <a:lnTo>
                  <a:pt x="688351" y="1218928"/>
                </a:lnTo>
                <a:lnTo>
                  <a:pt x="332975" y="1443741"/>
                </a:lnTo>
                <a:lnTo>
                  <a:pt x="462401" y="1096923"/>
                </a:lnTo>
                <a:lnTo>
                  <a:pt x="458116" y="1093459"/>
                </a:lnTo>
                <a:cubicBezTo>
                  <a:pt x="369521" y="1006672"/>
                  <a:pt x="314723" y="886776"/>
                  <a:pt x="314723" y="754343"/>
                </a:cubicBezTo>
                <a:lnTo>
                  <a:pt x="315089" y="750782"/>
                </a:lnTo>
                <a:lnTo>
                  <a:pt x="0" y="551460"/>
                </a:lnTo>
                <a:lnTo>
                  <a:pt x="362176" y="551462"/>
                </a:lnTo>
                <a:lnTo>
                  <a:pt x="398335" y="486204"/>
                </a:lnTo>
                <a:cubicBezTo>
                  <a:pt x="468719" y="384148"/>
                  <a:pt x="578151" y="310057"/>
                  <a:pt x="705631" y="284504"/>
                </a:cubicBezTo>
                <a:lnTo>
                  <a:pt x="767867" y="27835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78" name="Forma libre: forma 77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B57C1334-02E6-43BB-B6ED-FBAFBB5DAEB2}"/>
              </a:ext>
            </a:extLst>
          </p:cNvPr>
          <p:cNvSpPr/>
          <p:nvPr/>
        </p:nvSpPr>
        <p:spPr>
          <a:xfrm rot="10800000">
            <a:off x="4668166" y="1184653"/>
            <a:ext cx="2265407" cy="1853070"/>
          </a:xfrm>
          <a:custGeom>
            <a:avLst/>
            <a:gdLst>
              <a:gd name="connsiteX0" fmla="*/ 420 w 2321632"/>
              <a:gd name="connsiteY0" fmla="*/ 571106 h 2380667"/>
              <a:gd name="connsiteX1" fmla="*/ 22255 w 2321632"/>
              <a:gd name="connsiteY1" fmla="*/ 80922 h 2380667"/>
              <a:gd name="connsiteX2" fmla="*/ 85858 w 2321632"/>
              <a:gd name="connsiteY2" fmla="*/ 76554 h 2380667"/>
              <a:gd name="connsiteX3" fmla="*/ 262886 w 2321632"/>
              <a:gd name="connsiteY3" fmla="*/ 80922 h 2380667"/>
              <a:gd name="connsiteX4" fmla="*/ 262886 w 2321632"/>
              <a:gd name="connsiteY4" fmla="*/ 582783 h 2380667"/>
              <a:gd name="connsiteX5" fmla="*/ 262767 w 2321632"/>
              <a:gd name="connsiteY5" fmla="*/ 584088 h 2380667"/>
              <a:gd name="connsiteX6" fmla="*/ 262886 w 2321632"/>
              <a:gd name="connsiteY6" fmla="*/ 651219 h 2380667"/>
              <a:gd name="connsiteX7" fmla="*/ 257950 w 2321632"/>
              <a:gd name="connsiteY7" fmla="*/ 835478 h 2380667"/>
              <a:gd name="connsiteX8" fmla="*/ 262797 w 2321632"/>
              <a:gd name="connsiteY8" fmla="*/ 951849 h 2380667"/>
              <a:gd name="connsiteX9" fmla="*/ 262886 w 2321632"/>
              <a:gd name="connsiteY9" fmla="*/ 1107457 h 2380667"/>
              <a:gd name="connsiteX10" fmla="*/ 262134 w 2321632"/>
              <a:gd name="connsiteY10" fmla="*/ 1154344 h 2380667"/>
              <a:gd name="connsiteX11" fmla="*/ 262886 w 2321632"/>
              <a:gd name="connsiteY11" fmla="*/ 1175892 h 2380667"/>
              <a:gd name="connsiteX12" fmla="*/ 272270 w 2321632"/>
              <a:gd name="connsiteY12" fmla="*/ 1618556 h 2380667"/>
              <a:gd name="connsiteX13" fmla="*/ 262946 w 2321632"/>
              <a:gd name="connsiteY13" fmla="*/ 1745370 h 2380667"/>
              <a:gd name="connsiteX14" fmla="*/ 263052 w 2321632"/>
              <a:gd name="connsiteY14" fmla="*/ 1863836 h 2380667"/>
              <a:gd name="connsiteX15" fmla="*/ 267091 w 2321632"/>
              <a:gd name="connsiteY15" fmla="*/ 2006480 h 2380667"/>
              <a:gd name="connsiteX16" fmla="*/ 270031 w 2321632"/>
              <a:gd name="connsiteY16" fmla="*/ 2117679 h 2380667"/>
              <a:gd name="connsiteX17" fmla="*/ 325384 w 2321632"/>
              <a:gd name="connsiteY17" fmla="*/ 2115907 h 2380667"/>
              <a:gd name="connsiteX18" fmla="*/ 411769 w 2321632"/>
              <a:gd name="connsiteY18" fmla="*/ 2115177 h 2380667"/>
              <a:gd name="connsiteX19" fmla="*/ 465907 w 2321632"/>
              <a:gd name="connsiteY19" fmla="*/ 2117993 h 2380667"/>
              <a:gd name="connsiteX20" fmla="*/ 471777 w 2321632"/>
              <a:gd name="connsiteY20" fmla="*/ 2117821 h 2380667"/>
              <a:gd name="connsiteX21" fmla="*/ 601326 w 2321632"/>
              <a:gd name="connsiteY21" fmla="*/ 2121478 h 2380667"/>
              <a:gd name="connsiteX22" fmla="*/ 997462 w 2321632"/>
              <a:gd name="connsiteY22" fmla="*/ 2120317 h 2380667"/>
              <a:gd name="connsiteX23" fmla="*/ 1071738 w 2321632"/>
              <a:gd name="connsiteY23" fmla="*/ 2121133 h 2380667"/>
              <a:gd name="connsiteX24" fmla="*/ 1375547 w 2321632"/>
              <a:gd name="connsiteY24" fmla="*/ 2113726 h 2380667"/>
              <a:gd name="connsiteX25" fmla="*/ 1501291 w 2321632"/>
              <a:gd name="connsiteY25" fmla="*/ 2116998 h 2380667"/>
              <a:gd name="connsiteX26" fmla="*/ 1542213 w 2321632"/>
              <a:gd name="connsiteY26" fmla="*/ 2116400 h 2380667"/>
              <a:gd name="connsiteX27" fmla="*/ 1673484 w 2321632"/>
              <a:gd name="connsiteY27" fmla="*/ 2121478 h 2380667"/>
              <a:gd name="connsiteX28" fmla="*/ 2024277 w 2321632"/>
              <a:gd name="connsiteY28" fmla="*/ 2123286 h 2380667"/>
              <a:gd name="connsiteX29" fmla="*/ 2061013 w 2321632"/>
              <a:gd name="connsiteY29" fmla="*/ 2122655 h 2380667"/>
              <a:gd name="connsiteX30" fmla="*/ 2061049 w 2321632"/>
              <a:gd name="connsiteY30" fmla="*/ 2116789 h 2380667"/>
              <a:gd name="connsiteX31" fmla="*/ 2071587 w 2321632"/>
              <a:gd name="connsiteY31" fmla="*/ 1843310 h 2380667"/>
              <a:gd name="connsiteX32" fmla="*/ 2071587 w 2321632"/>
              <a:gd name="connsiteY32" fmla="*/ 1253763 h 2380667"/>
              <a:gd name="connsiteX33" fmla="*/ 2071587 w 2321632"/>
              <a:gd name="connsiteY33" fmla="*/ 687797 h 2380667"/>
              <a:gd name="connsiteX34" fmla="*/ 2071587 w 2321632"/>
              <a:gd name="connsiteY34" fmla="*/ 3922 h 2380667"/>
              <a:gd name="connsiteX35" fmla="*/ 2186268 w 2321632"/>
              <a:gd name="connsiteY35" fmla="*/ 392 h 2380667"/>
              <a:gd name="connsiteX36" fmla="*/ 2312218 w 2321632"/>
              <a:gd name="connsiteY36" fmla="*/ 3922 h 2380667"/>
              <a:gd name="connsiteX37" fmla="*/ 2309837 w 2321632"/>
              <a:gd name="connsiteY37" fmla="*/ 431985 h 2380667"/>
              <a:gd name="connsiteX38" fmla="*/ 2311112 w 2321632"/>
              <a:gd name="connsiteY38" fmla="*/ 505812 h 2380667"/>
              <a:gd name="connsiteX39" fmla="*/ 2312218 w 2321632"/>
              <a:gd name="connsiteY39" fmla="*/ 522724 h 2380667"/>
              <a:gd name="connsiteX40" fmla="*/ 2321632 w 2321632"/>
              <a:gd name="connsiteY40" fmla="*/ 686171 h 2380667"/>
              <a:gd name="connsiteX41" fmla="*/ 2320448 w 2321632"/>
              <a:gd name="connsiteY41" fmla="*/ 789523 h 2380667"/>
              <a:gd name="connsiteX42" fmla="*/ 2321014 w 2321632"/>
              <a:gd name="connsiteY42" fmla="*/ 804625 h 2380667"/>
              <a:gd name="connsiteX43" fmla="*/ 2319840 w 2321632"/>
              <a:gd name="connsiteY43" fmla="*/ 842514 h 2380667"/>
              <a:gd name="connsiteX44" fmla="*/ 2319730 w 2321632"/>
              <a:gd name="connsiteY44" fmla="*/ 852190 h 2380667"/>
              <a:gd name="connsiteX45" fmla="*/ 2318505 w 2321632"/>
              <a:gd name="connsiteY45" fmla="*/ 885631 h 2380667"/>
              <a:gd name="connsiteX46" fmla="*/ 2313481 w 2321632"/>
              <a:gd name="connsiteY46" fmla="*/ 1047921 h 2380667"/>
              <a:gd name="connsiteX47" fmla="*/ 2312218 w 2321632"/>
              <a:gd name="connsiteY47" fmla="*/ 1135853 h 2380667"/>
              <a:gd name="connsiteX48" fmla="*/ 2311787 w 2321632"/>
              <a:gd name="connsiteY48" fmla="*/ 1383482 h 2380667"/>
              <a:gd name="connsiteX49" fmla="*/ 2312105 w 2321632"/>
              <a:gd name="connsiteY49" fmla="*/ 1653395 h 2380667"/>
              <a:gd name="connsiteX50" fmla="*/ 2312218 w 2321632"/>
              <a:gd name="connsiteY50" fmla="*/ 1654655 h 2380667"/>
              <a:gd name="connsiteX51" fmla="*/ 2316436 w 2321632"/>
              <a:gd name="connsiteY51" fmla="*/ 1782704 h 2380667"/>
              <a:gd name="connsiteX52" fmla="*/ 2313742 w 2321632"/>
              <a:gd name="connsiteY52" fmla="*/ 1853702 h 2380667"/>
              <a:gd name="connsiteX53" fmla="*/ 2314885 w 2321632"/>
              <a:gd name="connsiteY53" fmla="*/ 1932222 h 2380667"/>
              <a:gd name="connsiteX54" fmla="*/ 2314552 w 2321632"/>
              <a:gd name="connsiteY54" fmla="*/ 2221679 h 2380667"/>
              <a:gd name="connsiteX55" fmla="*/ 2314372 w 2321632"/>
              <a:gd name="connsiteY55" fmla="*/ 2232996 h 2380667"/>
              <a:gd name="connsiteX56" fmla="*/ 2314476 w 2321632"/>
              <a:gd name="connsiteY56" fmla="*/ 2281503 h 2380667"/>
              <a:gd name="connsiteX57" fmla="*/ 2312221 w 2321632"/>
              <a:gd name="connsiteY57" fmla="*/ 2361964 h 2380667"/>
              <a:gd name="connsiteX58" fmla="*/ 2312218 w 2321632"/>
              <a:gd name="connsiteY58" fmla="*/ 2362112 h 2380667"/>
              <a:gd name="connsiteX59" fmla="*/ 2141862 w 2321632"/>
              <a:gd name="connsiteY59" fmla="*/ 2364340 h 2380667"/>
              <a:gd name="connsiteX60" fmla="*/ 2128114 w 2321632"/>
              <a:gd name="connsiteY60" fmla="*/ 2363904 h 2380667"/>
              <a:gd name="connsiteX61" fmla="*/ 2057107 w 2321632"/>
              <a:gd name="connsiteY61" fmla="*/ 2366537 h 2380667"/>
              <a:gd name="connsiteX62" fmla="*/ 1846491 w 2321632"/>
              <a:gd name="connsiteY62" fmla="*/ 2373100 h 2380667"/>
              <a:gd name="connsiteX63" fmla="*/ 1760852 w 2321632"/>
              <a:gd name="connsiteY63" fmla="*/ 2364099 h 2380667"/>
              <a:gd name="connsiteX64" fmla="*/ 1618745 w 2321632"/>
              <a:gd name="connsiteY64" fmla="*/ 2374693 h 2380667"/>
              <a:gd name="connsiteX65" fmla="*/ 1194435 w 2321632"/>
              <a:gd name="connsiteY65" fmla="*/ 2362109 h 2380667"/>
              <a:gd name="connsiteX66" fmla="*/ 624138 w 2321632"/>
              <a:gd name="connsiteY66" fmla="*/ 2362109 h 2380667"/>
              <a:gd name="connsiteX67" fmla="*/ 615255 w 2321632"/>
              <a:gd name="connsiteY67" fmla="*/ 2361713 h 2380667"/>
              <a:gd name="connsiteX68" fmla="*/ 478136 w 2321632"/>
              <a:gd name="connsiteY68" fmla="*/ 2360000 h 2380667"/>
              <a:gd name="connsiteX69" fmla="*/ 261416 w 2321632"/>
              <a:gd name="connsiteY69" fmla="*/ 2363744 h 2380667"/>
              <a:gd name="connsiteX70" fmla="*/ 205944 w 2321632"/>
              <a:gd name="connsiteY70" fmla="*/ 2364158 h 2380667"/>
              <a:gd name="connsiteX71" fmla="*/ 141925 w 2321632"/>
              <a:gd name="connsiteY71" fmla="*/ 2366461 h 2380667"/>
              <a:gd name="connsiteX72" fmla="*/ 22255 w 2321632"/>
              <a:gd name="connsiteY72" fmla="*/ 2362110 h 2380667"/>
              <a:gd name="connsiteX73" fmla="*/ 22255 w 2321632"/>
              <a:gd name="connsiteY73" fmla="*/ 1837437 h 2380667"/>
              <a:gd name="connsiteX74" fmla="*/ 25372 w 2321632"/>
              <a:gd name="connsiteY74" fmla="*/ 1784712 h 2380667"/>
              <a:gd name="connsiteX75" fmla="*/ 22255 w 2321632"/>
              <a:gd name="connsiteY75" fmla="*/ 1746189 h 2380667"/>
              <a:gd name="connsiteX76" fmla="*/ 24578 w 2321632"/>
              <a:gd name="connsiteY76" fmla="*/ 1428721 h 2380667"/>
              <a:gd name="connsiteX77" fmla="*/ 26983 w 2321632"/>
              <a:gd name="connsiteY77" fmla="*/ 1376417 h 2380667"/>
              <a:gd name="connsiteX78" fmla="*/ 22255 w 2321632"/>
              <a:gd name="connsiteY78" fmla="*/ 1221516 h 2380667"/>
              <a:gd name="connsiteX79" fmla="*/ 17862 w 2321632"/>
              <a:gd name="connsiteY79" fmla="*/ 1074894 h 2380667"/>
              <a:gd name="connsiteX80" fmla="*/ 5890 w 2321632"/>
              <a:gd name="connsiteY80" fmla="*/ 923987 h 2380667"/>
              <a:gd name="connsiteX81" fmla="*/ 460 w 2321632"/>
              <a:gd name="connsiteY81" fmla="*/ 730093 h 2380667"/>
              <a:gd name="connsiteX82" fmla="*/ 420 w 2321632"/>
              <a:gd name="connsiteY82" fmla="*/ 571106 h 2380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321632" h="2380667">
                <a:moveTo>
                  <a:pt x="420" y="571106"/>
                </a:moveTo>
                <a:cubicBezTo>
                  <a:pt x="2153" y="408366"/>
                  <a:pt x="9260" y="237020"/>
                  <a:pt x="22255" y="80922"/>
                </a:cubicBezTo>
                <a:cubicBezTo>
                  <a:pt x="42301" y="78229"/>
                  <a:pt x="63886" y="76961"/>
                  <a:pt x="85858" y="76554"/>
                </a:cubicBezTo>
                <a:cubicBezTo>
                  <a:pt x="151773" y="75334"/>
                  <a:pt x="221163" y="81863"/>
                  <a:pt x="262886" y="80922"/>
                </a:cubicBezTo>
                <a:cubicBezTo>
                  <a:pt x="258839" y="208068"/>
                  <a:pt x="286972" y="471390"/>
                  <a:pt x="262886" y="582783"/>
                </a:cubicBezTo>
                <a:lnTo>
                  <a:pt x="262767" y="584088"/>
                </a:lnTo>
                <a:lnTo>
                  <a:pt x="262886" y="651219"/>
                </a:lnTo>
                <a:lnTo>
                  <a:pt x="257950" y="835478"/>
                </a:lnTo>
                <a:lnTo>
                  <a:pt x="262797" y="951849"/>
                </a:lnTo>
                <a:cubicBezTo>
                  <a:pt x="264312" y="1002256"/>
                  <a:pt x="264841" y="1054543"/>
                  <a:pt x="262886" y="1107457"/>
                </a:cubicBezTo>
                <a:lnTo>
                  <a:pt x="262134" y="1154344"/>
                </a:lnTo>
                <a:lnTo>
                  <a:pt x="262886" y="1175892"/>
                </a:lnTo>
                <a:cubicBezTo>
                  <a:pt x="272215" y="1356849"/>
                  <a:pt x="277730" y="1490558"/>
                  <a:pt x="272270" y="1618556"/>
                </a:cubicBezTo>
                <a:lnTo>
                  <a:pt x="262946" y="1745370"/>
                </a:lnTo>
                <a:lnTo>
                  <a:pt x="263052" y="1863836"/>
                </a:lnTo>
                <a:cubicBezTo>
                  <a:pt x="264092" y="1911556"/>
                  <a:pt x="265629" y="1959563"/>
                  <a:pt x="267091" y="2006480"/>
                </a:cubicBezTo>
                <a:lnTo>
                  <a:pt x="270031" y="2117679"/>
                </a:lnTo>
                <a:lnTo>
                  <a:pt x="325384" y="2115907"/>
                </a:lnTo>
                <a:cubicBezTo>
                  <a:pt x="354249" y="2115184"/>
                  <a:pt x="382741" y="2114812"/>
                  <a:pt x="411769" y="2115177"/>
                </a:cubicBezTo>
                <a:lnTo>
                  <a:pt x="465907" y="2117993"/>
                </a:lnTo>
                <a:lnTo>
                  <a:pt x="471777" y="2117821"/>
                </a:lnTo>
                <a:cubicBezTo>
                  <a:pt x="512943" y="2117418"/>
                  <a:pt x="554971" y="2118232"/>
                  <a:pt x="601326" y="2121478"/>
                </a:cubicBezTo>
                <a:cubicBezTo>
                  <a:pt x="740390" y="2131217"/>
                  <a:pt x="881977" y="2122364"/>
                  <a:pt x="997462" y="2120317"/>
                </a:cubicBezTo>
                <a:lnTo>
                  <a:pt x="1071738" y="2121133"/>
                </a:lnTo>
                <a:lnTo>
                  <a:pt x="1375547" y="2113726"/>
                </a:lnTo>
                <a:lnTo>
                  <a:pt x="1501291" y="2116998"/>
                </a:lnTo>
                <a:lnTo>
                  <a:pt x="1542213" y="2116400"/>
                </a:lnTo>
                <a:cubicBezTo>
                  <a:pt x="1592454" y="2116521"/>
                  <a:pt x="1637954" y="2117879"/>
                  <a:pt x="1673484" y="2121478"/>
                </a:cubicBezTo>
                <a:cubicBezTo>
                  <a:pt x="1800915" y="2128976"/>
                  <a:pt x="1894473" y="2125897"/>
                  <a:pt x="2024277" y="2123286"/>
                </a:cubicBezTo>
                <a:lnTo>
                  <a:pt x="2061013" y="2122655"/>
                </a:lnTo>
                <a:lnTo>
                  <a:pt x="2061049" y="2116789"/>
                </a:lnTo>
                <a:cubicBezTo>
                  <a:pt x="2063985" y="2043559"/>
                  <a:pt x="2070434" y="1965637"/>
                  <a:pt x="2071587" y="1843310"/>
                </a:cubicBezTo>
                <a:cubicBezTo>
                  <a:pt x="2073893" y="1598655"/>
                  <a:pt x="2065184" y="1508323"/>
                  <a:pt x="2071587" y="1253763"/>
                </a:cubicBezTo>
                <a:cubicBezTo>
                  <a:pt x="2056858" y="977154"/>
                  <a:pt x="2085176" y="814706"/>
                  <a:pt x="2071587" y="687797"/>
                </a:cubicBezTo>
                <a:cubicBezTo>
                  <a:pt x="2057998" y="560888"/>
                  <a:pt x="2053243" y="221808"/>
                  <a:pt x="2071587" y="3922"/>
                </a:cubicBezTo>
                <a:cubicBezTo>
                  <a:pt x="2106917" y="-160"/>
                  <a:pt x="2145653" y="-472"/>
                  <a:pt x="2186268" y="392"/>
                </a:cubicBezTo>
                <a:cubicBezTo>
                  <a:pt x="2226882" y="1257"/>
                  <a:pt x="2269375" y="3297"/>
                  <a:pt x="2312218" y="3922"/>
                </a:cubicBezTo>
                <a:cubicBezTo>
                  <a:pt x="2321567" y="90164"/>
                  <a:pt x="2311380" y="277877"/>
                  <a:pt x="2309837" y="431985"/>
                </a:cubicBezTo>
                <a:lnTo>
                  <a:pt x="2311112" y="505812"/>
                </a:lnTo>
                <a:lnTo>
                  <a:pt x="2312218" y="522724"/>
                </a:lnTo>
                <a:cubicBezTo>
                  <a:pt x="2318082" y="575219"/>
                  <a:pt x="2320800" y="630481"/>
                  <a:pt x="2321632" y="686171"/>
                </a:cubicBezTo>
                <a:lnTo>
                  <a:pt x="2320448" y="789523"/>
                </a:lnTo>
                <a:lnTo>
                  <a:pt x="2321014" y="804625"/>
                </a:lnTo>
                <a:lnTo>
                  <a:pt x="2319840" y="842514"/>
                </a:lnTo>
                <a:lnTo>
                  <a:pt x="2319730" y="852190"/>
                </a:lnTo>
                <a:lnTo>
                  <a:pt x="2318505" y="885631"/>
                </a:lnTo>
                <a:lnTo>
                  <a:pt x="2313481" y="1047921"/>
                </a:lnTo>
                <a:lnTo>
                  <a:pt x="2312218" y="1135853"/>
                </a:lnTo>
                <a:cubicBezTo>
                  <a:pt x="2313931" y="1210308"/>
                  <a:pt x="2312787" y="1287073"/>
                  <a:pt x="2311787" y="1383482"/>
                </a:cubicBezTo>
                <a:lnTo>
                  <a:pt x="2312105" y="1653395"/>
                </a:lnTo>
                <a:lnTo>
                  <a:pt x="2312218" y="1654655"/>
                </a:lnTo>
                <a:cubicBezTo>
                  <a:pt x="2316851" y="1685104"/>
                  <a:pt x="2317568" y="1729489"/>
                  <a:pt x="2316436" y="1782704"/>
                </a:cubicBezTo>
                <a:lnTo>
                  <a:pt x="2313742" y="1853702"/>
                </a:lnTo>
                <a:lnTo>
                  <a:pt x="2314885" y="1932222"/>
                </a:lnTo>
                <a:cubicBezTo>
                  <a:pt x="2316286" y="2041727"/>
                  <a:pt x="2316291" y="2103728"/>
                  <a:pt x="2314552" y="2221679"/>
                </a:cubicBezTo>
                <a:lnTo>
                  <a:pt x="2314372" y="2232996"/>
                </a:lnTo>
                <a:lnTo>
                  <a:pt x="2314476" y="2281503"/>
                </a:lnTo>
                <a:lnTo>
                  <a:pt x="2312221" y="2361964"/>
                </a:lnTo>
                <a:lnTo>
                  <a:pt x="2312218" y="2362112"/>
                </a:lnTo>
                <a:cubicBezTo>
                  <a:pt x="2246755" y="2361458"/>
                  <a:pt x="2204066" y="2364919"/>
                  <a:pt x="2141862" y="2364340"/>
                </a:cubicBezTo>
                <a:lnTo>
                  <a:pt x="2128114" y="2363904"/>
                </a:lnTo>
                <a:lnTo>
                  <a:pt x="2057107" y="2366537"/>
                </a:lnTo>
                <a:cubicBezTo>
                  <a:pt x="1978235" y="2370231"/>
                  <a:pt x="1906778" y="2374281"/>
                  <a:pt x="1846491" y="2373100"/>
                </a:cubicBezTo>
                <a:lnTo>
                  <a:pt x="1760852" y="2364099"/>
                </a:lnTo>
                <a:lnTo>
                  <a:pt x="1618745" y="2374693"/>
                </a:lnTo>
                <a:cubicBezTo>
                  <a:pt x="1463507" y="2384310"/>
                  <a:pt x="1342233" y="2383797"/>
                  <a:pt x="1194435" y="2362109"/>
                </a:cubicBezTo>
                <a:cubicBezTo>
                  <a:pt x="1051251" y="2339453"/>
                  <a:pt x="880929" y="2379162"/>
                  <a:pt x="624138" y="2362109"/>
                </a:cubicBezTo>
                <a:lnTo>
                  <a:pt x="615255" y="2361713"/>
                </a:lnTo>
                <a:lnTo>
                  <a:pt x="478136" y="2360000"/>
                </a:lnTo>
                <a:cubicBezTo>
                  <a:pt x="400991" y="2360436"/>
                  <a:pt x="332342" y="2362538"/>
                  <a:pt x="261416" y="2363744"/>
                </a:cubicBezTo>
                <a:lnTo>
                  <a:pt x="205944" y="2364158"/>
                </a:lnTo>
                <a:lnTo>
                  <a:pt x="141925" y="2366461"/>
                </a:lnTo>
                <a:cubicBezTo>
                  <a:pt x="101154" y="2367175"/>
                  <a:pt x="60598" y="2366439"/>
                  <a:pt x="22255" y="2362110"/>
                </a:cubicBezTo>
                <a:cubicBezTo>
                  <a:pt x="22454" y="2175181"/>
                  <a:pt x="1982" y="2029591"/>
                  <a:pt x="22255" y="1837437"/>
                </a:cubicBezTo>
                <a:lnTo>
                  <a:pt x="25372" y="1784712"/>
                </a:lnTo>
                <a:lnTo>
                  <a:pt x="22255" y="1746189"/>
                </a:lnTo>
                <a:cubicBezTo>
                  <a:pt x="11091" y="1621686"/>
                  <a:pt x="18222" y="1523619"/>
                  <a:pt x="24578" y="1428721"/>
                </a:cubicBezTo>
                <a:lnTo>
                  <a:pt x="26983" y="1376417"/>
                </a:lnTo>
                <a:lnTo>
                  <a:pt x="22255" y="1221516"/>
                </a:lnTo>
                <a:lnTo>
                  <a:pt x="17862" y="1074894"/>
                </a:lnTo>
                <a:lnTo>
                  <a:pt x="5890" y="923987"/>
                </a:lnTo>
                <a:cubicBezTo>
                  <a:pt x="3083" y="864023"/>
                  <a:pt x="1258" y="798693"/>
                  <a:pt x="460" y="730093"/>
                </a:cubicBezTo>
                <a:cubicBezTo>
                  <a:pt x="-138" y="678642"/>
                  <a:pt x="-157" y="625352"/>
                  <a:pt x="420" y="571106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63" name="Forma libre: forma 62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19A71887-EEC5-4106-B9EF-3063A18E6EDD}"/>
              </a:ext>
            </a:extLst>
          </p:cNvPr>
          <p:cNvSpPr/>
          <p:nvPr/>
        </p:nvSpPr>
        <p:spPr>
          <a:xfrm rot="5873167">
            <a:off x="7939374" y="1858021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43480" h="1443741">
                <a:moveTo>
                  <a:pt x="871740" y="0"/>
                </a:moveTo>
                <a:lnTo>
                  <a:pt x="987499" y="310210"/>
                </a:lnTo>
                <a:lnTo>
                  <a:pt x="994861" y="312448"/>
                </a:lnTo>
                <a:cubicBezTo>
                  <a:pt x="1082719" y="348851"/>
                  <a:pt x="1157471" y="409662"/>
                  <a:pt x="1210259" y="486204"/>
                </a:cubicBezTo>
                <a:lnTo>
                  <a:pt x="1246419" y="551463"/>
                </a:lnTo>
                <a:lnTo>
                  <a:pt x="1743480" y="551460"/>
                </a:lnTo>
                <a:lnTo>
                  <a:pt x="1284896" y="841555"/>
                </a:lnTo>
                <a:lnTo>
                  <a:pt x="1283925" y="850996"/>
                </a:lnTo>
                <a:cubicBezTo>
                  <a:pt x="1277403" y="882215"/>
                  <a:pt x="1267785" y="912330"/>
                  <a:pt x="1255398" y="941018"/>
                </a:cubicBezTo>
                <a:lnTo>
                  <a:pt x="1235978" y="976067"/>
                </a:lnTo>
                <a:lnTo>
                  <a:pt x="1410505" y="1443741"/>
                </a:lnTo>
                <a:lnTo>
                  <a:pt x="1008119" y="1189189"/>
                </a:lnTo>
                <a:lnTo>
                  <a:pt x="994861" y="1196238"/>
                </a:lnTo>
                <a:cubicBezTo>
                  <a:pt x="936289" y="1220506"/>
                  <a:pt x="871893" y="1233926"/>
                  <a:pt x="804297" y="1233926"/>
                </a:cubicBezTo>
                <a:cubicBezTo>
                  <a:pt x="770499" y="1233926"/>
                  <a:pt x="737501" y="1230571"/>
                  <a:pt x="705631" y="1224183"/>
                </a:cubicBezTo>
                <a:lnTo>
                  <a:pt x="688351" y="1218928"/>
                </a:lnTo>
                <a:lnTo>
                  <a:pt x="332975" y="1443741"/>
                </a:lnTo>
                <a:lnTo>
                  <a:pt x="462401" y="1096923"/>
                </a:lnTo>
                <a:lnTo>
                  <a:pt x="458116" y="1093459"/>
                </a:lnTo>
                <a:cubicBezTo>
                  <a:pt x="369521" y="1006672"/>
                  <a:pt x="314723" y="886776"/>
                  <a:pt x="314723" y="754343"/>
                </a:cubicBezTo>
                <a:lnTo>
                  <a:pt x="315089" y="750782"/>
                </a:lnTo>
                <a:lnTo>
                  <a:pt x="0" y="551460"/>
                </a:lnTo>
                <a:lnTo>
                  <a:pt x="362176" y="551462"/>
                </a:lnTo>
                <a:lnTo>
                  <a:pt x="398335" y="486204"/>
                </a:lnTo>
                <a:cubicBezTo>
                  <a:pt x="468719" y="384148"/>
                  <a:pt x="578151" y="310057"/>
                  <a:pt x="705631" y="284504"/>
                </a:cubicBezTo>
                <a:lnTo>
                  <a:pt x="767867" y="278358"/>
                </a:ln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64" name="Forma libre: forma 63">
            <a:hlinkClick r:id="" action="ppaction://hlinkshowjump?jump=nextslide"/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44111841-8DED-4D38-B240-710E4B64F974}"/>
              </a:ext>
            </a:extLst>
          </p:cNvPr>
          <p:cNvSpPr/>
          <p:nvPr/>
        </p:nvSpPr>
        <p:spPr>
          <a:xfrm rot="20424767">
            <a:off x="6335032" y="3233763"/>
            <a:ext cx="1192991" cy="987892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43480" h="1443741">
                <a:moveTo>
                  <a:pt x="871740" y="0"/>
                </a:moveTo>
                <a:lnTo>
                  <a:pt x="987499" y="310210"/>
                </a:lnTo>
                <a:lnTo>
                  <a:pt x="994861" y="312448"/>
                </a:lnTo>
                <a:cubicBezTo>
                  <a:pt x="1082719" y="348851"/>
                  <a:pt x="1157471" y="409662"/>
                  <a:pt x="1210259" y="486204"/>
                </a:cubicBezTo>
                <a:lnTo>
                  <a:pt x="1246419" y="551463"/>
                </a:lnTo>
                <a:lnTo>
                  <a:pt x="1743480" y="551460"/>
                </a:lnTo>
                <a:lnTo>
                  <a:pt x="1284896" y="841555"/>
                </a:lnTo>
                <a:lnTo>
                  <a:pt x="1283925" y="850996"/>
                </a:lnTo>
                <a:cubicBezTo>
                  <a:pt x="1277403" y="882215"/>
                  <a:pt x="1267785" y="912330"/>
                  <a:pt x="1255398" y="941018"/>
                </a:cubicBezTo>
                <a:lnTo>
                  <a:pt x="1235978" y="976067"/>
                </a:lnTo>
                <a:lnTo>
                  <a:pt x="1410505" y="1443741"/>
                </a:lnTo>
                <a:lnTo>
                  <a:pt x="1008119" y="1189189"/>
                </a:lnTo>
                <a:lnTo>
                  <a:pt x="994861" y="1196238"/>
                </a:lnTo>
                <a:cubicBezTo>
                  <a:pt x="936289" y="1220506"/>
                  <a:pt x="871893" y="1233926"/>
                  <a:pt x="804297" y="1233926"/>
                </a:cubicBezTo>
                <a:cubicBezTo>
                  <a:pt x="770499" y="1233926"/>
                  <a:pt x="737501" y="1230571"/>
                  <a:pt x="705631" y="1224183"/>
                </a:cubicBezTo>
                <a:lnTo>
                  <a:pt x="688351" y="1218928"/>
                </a:lnTo>
                <a:lnTo>
                  <a:pt x="332975" y="1443741"/>
                </a:lnTo>
                <a:lnTo>
                  <a:pt x="462401" y="1096923"/>
                </a:lnTo>
                <a:lnTo>
                  <a:pt x="458116" y="1093459"/>
                </a:lnTo>
                <a:cubicBezTo>
                  <a:pt x="369521" y="1006672"/>
                  <a:pt x="314723" y="886776"/>
                  <a:pt x="314723" y="754343"/>
                </a:cubicBezTo>
                <a:lnTo>
                  <a:pt x="315089" y="750782"/>
                </a:lnTo>
                <a:lnTo>
                  <a:pt x="0" y="551460"/>
                </a:lnTo>
                <a:lnTo>
                  <a:pt x="362176" y="551462"/>
                </a:lnTo>
                <a:lnTo>
                  <a:pt x="398335" y="486204"/>
                </a:lnTo>
                <a:cubicBezTo>
                  <a:pt x="468719" y="384148"/>
                  <a:pt x="578151" y="310057"/>
                  <a:pt x="705631" y="284504"/>
                </a:cubicBezTo>
                <a:lnTo>
                  <a:pt x="767867" y="27835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65" name="Forma libre: forma 64">
            <a:hlinkClick r:id="rId2" action="ppaction://hlinksldjump">
              <a:snd r:embed="rId3" name="explode.wav"/>
            </a:hlinkClick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43018282-270E-4BFE-A42E-1C2822FBC199}"/>
              </a:ext>
            </a:extLst>
          </p:cNvPr>
          <p:cNvSpPr/>
          <p:nvPr/>
        </p:nvSpPr>
        <p:spPr>
          <a:xfrm>
            <a:off x="3378115" y="3154861"/>
            <a:ext cx="1292442" cy="1070245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43480" h="1443741">
                <a:moveTo>
                  <a:pt x="871740" y="0"/>
                </a:moveTo>
                <a:lnTo>
                  <a:pt x="987499" y="310210"/>
                </a:lnTo>
                <a:lnTo>
                  <a:pt x="994861" y="312448"/>
                </a:lnTo>
                <a:cubicBezTo>
                  <a:pt x="1082719" y="348851"/>
                  <a:pt x="1157471" y="409662"/>
                  <a:pt x="1210259" y="486204"/>
                </a:cubicBezTo>
                <a:lnTo>
                  <a:pt x="1246419" y="551463"/>
                </a:lnTo>
                <a:lnTo>
                  <a:pt x="1743480" y="551460"/>
                </a:lnTo>
                <a:lnTo>
                  <a:pt x="1284896" y="841555"/>
                </a:lnTo>
                <a:lnTo>
                  <a:pt x="1283925" y="850996"/>
                </a:lnTo>
                <a:cubicBezTo>
                  <a:pt x="1277403" y="882215"/>
                  <a:pt x="1267785" y="912330"/>
                  <a:pt x="1255398" y="941018"/>
                </a:cubicBezTo>
                <a:lnTo>
                  <a:pt x="1235978" y="976067"/>
                </a:lnTo>
                <a:lnTo>
                  <a:pt x="1410505" y="1443741"/>
                </a:lnTo>
                <a:lnTo>
                  <a:pt x="1008119" y="1189189"/>
                </a:lnTo>
                <a:lnTo>
                  <a:pt x="994861" y="1196238"/>
                </a:lnTo>
                <a:cubicBezTo>
                  <a:pt x="936289" y="1220506"/>
                  <a:pt x="871893" y="1233926"/>
                  <a:pt x="804297" y="1233926"/>
                </a:cubicBezTo>
                <a:cubicBezTo>
                  <a:pt x="770499" y="1233926"/>
                  <a:pt x="737501" y="1230571"/>
                  <a:pt x="705631" y="1224183"/>
                </a:cubicBezTo>
                <a:lnTo>
                  <a:pt x="688351" y="1218928"/>
                </a:lnTo>
                <a:lnTo>
                  <a:pt x="332975" y="1443741"/>
                </a:lnTo>
                <a:lnTo>
                  <a:pt x="462401" y="1096923"/>
                </a:lnTo>
                <a:lnTo>
                  <a:pt x="458116" y="1093459"/>
                </a:lnTo>
                <a:cubicBezTo>
                  <a:pt x="369521" y="1006672"/>
                  <a:pt x="314723" y="886776"/>
                  <a:pt x="314723" y="754343"/>
                </a:cubicBezTo>
                <a:lnTo>
                  <a:pt x="315089" y="750782"/>
                </a:lnTo>
                <a:lnTo>
                  <a:pt x="0" y="551460"/>
                </a:lnTo>
                <a:lnTo>
                  <a:pt x="362176" y="551462"/>
                </a:lnTo>
                <a:lnTo>
                  <a:pt x="398335" y="486204"/>
                </a:lnTo>
                <a:cubicBezTo>
                  <a:pt x="468719" y="384148"/>
                  <a:pt x="578151" y="310057"/>
                  <a:pt x="705631" y="284504"/>
                </a:cubicBezTo>
                <a:lnTo>
                  <a:pt x="767867" y="278358"/>
                </a:ln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10162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7.40741E-7 L 0.04805 -0.0002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-2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85185E-6 L 1.25E-6 -0.2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4.81481E-6 L 4.58333E-6 -0.25 " pathEditMode="relative" rAng="0" ptsTypes="AA">
                                      <p:cBhvr>
                                        <p:cTn id="12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7.40741E-7 L 4.79167E-6 -0.2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3796 L -1.875E-6 -0.1092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736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2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4" presetClass="path" presetSubtype="0" repeatCount="indefinite" accel="50000" decel="5000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animMotion origin="layout" path="M -1.25E-6 -3.7037E-7 L -0.00052 -0.14074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7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18" grpId="0" animBg="1"/>
      <p:bldP spid="17" grpId="0" animBg="1"/>
      <p:bldP spid="28" grpId="0" animBg="1"/>
      <p:bldP spid="29" grpId="0" animBg="1"/>
      <p:bldP spid="16" grpId="0" animBg="1"/>
      <p:bldP spid="38" grpId="0" animBg="1"/>
      <p:bldP spid="39" grpId="0" animBg="1"/>
      <p:bldP spid="43" grpId="0" animBg="1"/>
      <p:bldP spid="45" grpId="0" animBg="1"/>
      <p:bldP spid="62" grpId="0" animBg="1"/>
      <p:bldP spid="78" grpId="0" animBg="1"/>
      <p:bldP spid="63" grpId="0" animBg="1"/>
      <p:bldP spid="64" grpId="0" animBg="1"/>
      <p:bldP spid="6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9F3D27FD-B93E-42E9-8A53-AA3403A3C9CB}"/>
              </a:ext>
            </a:extLst>
          </p:cNvPr>
          <p:cNvSpPr/>
          <p:nvPr/>
        </p:nvSpPr>
        <p:spPr>
          <a:xfrm flipV="1">
            <a:off x="-118981" y="-535837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A6CF2D00-6933-458D-82FF-1B6203426E63}"/>
              </a:ext>
            </a:extLst>
          </p:cNvPr>
          <p:cNvSpPr/>
          <p:nvPr/>
        </p:nvSpPr>
        <p:spPr>
          <a:xfrm flipH="1" flipV="1">
            <a:off x="3984641" y="-575341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5393997A-28E0-4337-A7BF-B846FBAC2FC1}"/>
              </a:ext>
            </a:extLst>
          </p:cNvPr>
          <p:cNvGrpSpPr/>
          <p:nvPr/>
        </p:nvGrpSpPr>
        <p:grpSpPr>
          <a:xfrm>
            <a:off x="8060015" y="-57454"/>
            <a:ext cx="3893623" cy="7252005"/>
            <a:chOff x="8060015" y="-57454"/>
            <a:chExt cx="3893623" cy="7252005"/>
          </a:xfrm>
        </p:grpSpPr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B3B9F007-8C22-484D-9507-108ECFC7300E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B04A8F16-0F36-43F3-93A8-0A9DB8142357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43DDD88E-1818-4AF8-9558-DE43B147DCAD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E47EBB35-2025-4C6F-8E8E-F63DE3DC662A}"/>
              </a:ext>
            </a:extLst>
          </p:cNvPr>
          <p:cNvGrpSpPr/>
          <p:nvPr/>
        </p:nvGrpSpPr>
        <p:grpSpPr>
          <a:xfrm>
            <a:off x="13664068" y="668517"/>
            <a:ext cx="4095612" cy="4291327"/>
            <a:chOff x="-6445428" y="-1028566"/>
            <a:chExt cx="4764000" cy="4991655"/>
          </a:xfrm>
        </p:grpSpPr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98693A04-7C43-4F37-A02E-5F482721847F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78324146-AD08-46D2-9FEF-A7FE90F87C57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11024A49-B9A5-4433-946B-530BB1062CF9}"/>
              </a:ext>
            </a:extLst>
          </p:cNvPr>
          <p:cNvSpPr/>
          <p:nvPr/>
        </p:nvSpPr>
        <p:spPr>
          <a:xfrm>
            <a:off x="9763170" y="177800"/>
            <a:ext cx="2693719" cy="1379718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>
              <a:solidFill>
                <a:srgbClr val="C9C9C9"/>
              </a:solidFill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6D111E4-AA55-41D1-99A7-76607D1065EB}"/>
              </a:ext>
            </a:extLst>
          </p:cNvPr>
          <p:cNvSpPr/>
          <p:nvPr/>
        </p:nvSpPr>
        <p:spPr>
          <a:xfrm>
            <a:off x="9802652" y="4331533"/>
            <a:ext cx="2693719" cy="1379718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>
              <a:solidFill>
                <a:srgbClr val="C9C9C9"/>
              </a:solidFill>
            </a:endParaRPr>
          </a:p>
        </p:txBody>
      </p:sp>
      <p:sp>
        <p:nvSpPr>
          <p:cNvPr id="17" name="Rectángulo 16">
            <a:hlinkClick r:id="" action="ppaction://hlinkshowjump?jump=nextslide"/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2BC6B990-A88E-4381-8667-3F99ED78BF20}"/>
              </a:ext>
            </a:extLst>
          </p:cNvPr>
          <p:cNvSpPr/>
          <p:nvPr/>
        </p:nvSpPr>
        <p:spPr>
          <a:xfrm>
            <a:off x="2391148" y="-4555092"/>
            <a:ext cx="9555081" cy="597588"/>
          </a:xfrm>
          <a:custGeom>
            <a:avLst/>
            <a:gdLst>
              <a:gd name="connsiteX0" fmla="*/ 0 w 9555081"/>
              <a:gd name="connsiteY0" fmla="*/ 0 h 597588"/>
              <a:gd name="connsiteX1" fmla="*/ 873607 w 9555081"/>
              <a:gd name="connsiteY1" fmla="*/ 0 h 597588"/>
              <a:gd name="connsiteX2" fmla="*/ 1556113 w 9555081"/>
              <a:gd name="connsiteY2" fmla="*/ 0 h 597588"/>
              <a:gd name="connsiteX3" fmla="*/ 1951967 w 9555081"/>
              <a:gd name="connsiteY3" fmla="*/ 0 h 597588"/>
              <a:gd name="connsiteX4" fmla="*/ 2730023 w 9555081"/>
              <a:gd name="connsiteY4" fmla="*/ 0 h 597588"/>
              <a:gd name="connsiteX5" fmla="*/ 3125876 w 9555081"/>
              <a:gd name="connsiteY5" fmla="*/ 0 h 597588"/>
              <a:gd name="connsiteX6" fmla="*/ 3521730 w 9555081"/>
              <a:gd name="connsiteY6" fmla="*/ 0 h 597588"/>
              <a:gd name="connsiteX7" fmla="*/ 3917583 w 9555081"/>
              <a:gd name="connsiteY7" fmla="*/ 0 h 597588"/>
              <a:gd name="connsiteX8" fmla="*/ 4695640 w 9555081"/>
              <a:gd name="connsiteY8" fmla="*/ 0 h 597588"/>
              <a:gd name="connsiteX9" fmla="*/ 5091493 w 9555081"/>
              <a:gd name="connsiteY9" fmla="*/ 0 h 597588"/>
              <a:gd name="connsiteX10" fmla="*/ 5773999 w 9555081"/>
              <a:gd name="connsiteY10" fmla="*/ 0 h 597588"/>
              <a:gd name="connsiteX11" fmla="*/ 6456505 w 9555081"/>
              <a:gd name="connsiteY11" fmla="*/ 0 h 597588"/>
              <a:gd name="connsiteX12" fmla="*/ 6852358 w 9555081"/>
              <a:gd name="connsiteY12" fmla="*/ 0 h 597588"/>
              <a:gd name="connsiteX13" fmla="*/ 7248211 w 9555081"/>
              <a:gd name="connsiteY13" fmla="*/ 0 h 597588"/>
              <a:gd name="connsiteX14" fmla="*/ 8026268 w 9555081"/>
              <a:gd name="connsiteY14" fmla="*/ 0 h 597588"/>
              <a:gd name="connsiteX15" fmla="*/ 8422121 w 9555081"/>
              <a:gd name="connsiteY15" fmla="*/ 0 h 597588"/>
              <a:gd name="connsiteX16" fmla="*/ 9555081 w 9555081"/>
              <a:gd name="connsiteY16" fmla="*/ 0 h 597588"/>
              <a:gd name="connsiteX17" fmla="*/ 9555081 w 9555081"/>
              <a:gd name="connsiteY17" fmla="*/ 597588 h 597588"/>
              <a:gd name="connsiteX18" fmla="*/ 9159228 w 9555081"/>
              <a:gd name="connsiteY18" fmla="*/ 597588 h 597588"/>
              <a:gd name="connsiteX19" fmla="*/ 8381171 w 9555081"/>
              <a:gd name="connsiteY19" fmla="*/ 597588 h 597588"/>
              <a:gd name="connsiteX20" fmla="*/ 7794216 w 9555081"/>
              <a:gd name="connsiteY20" fmla="*/ 597588 h 597588"/>
              <a:gd name="connsiteX21" fmla="*/ 7016159 w 9555081"/>
              <a:gd name="connsiteY21" fmla="*/ 597588 h 597588"/>
              <a:gd name="connsiteX22" fmla="*/ 6429205 w 9555081"/>
              <a:gd name="connsiteY22" fmla="*/ 597588 h 597588"/>
              <a:gd name="connsiteX23" fmla="*/ 6033351 w 9555081"/>
              <a:gd name="connsiteY23" fmla="*/ 597588 h 597588"/>
              <a:gd name="connsiteX24" fmla="*/ 5637498 w 9555081"/>
              <a:gd name="connsiteY24" fmla="*/ 597588 h 597588"/>
              <a:gd name="connsiteX25" fmla="*/ 4954992 w 9555081"/>
              <a:gd name="connsiteY25" fmla="*/ 597588 h 597588"/>
              <a:gd name="connsiteX26" fmla="*/ 4559139 w 9555081"/>
              <a:gd name="connsiteY26" fmla="*/ 597588 h 597588"/>
              <a:gd name="connsiteX27" fmla="*/ 3876633 w 9555081"/>
              <a:gd name="connsiteY27" fmla="*/ 597588 h 597588"/>
              <a:gd name="connsiteX28" fmla="*/ 3289678 w 9555081"/>
              <a:gd name="connsiteY28" fmla="*/ 597588 h 597588"/>
              <a:gd name="connsiteX29" fmla="*/ 2607172 w 9555081"/>
              <a:gd name="connsiteY29" fmla="*/ 597588 h 597588"/>
              <a:gd name="connsiteX30" fmla="*/ 1829116 w 9555081"/>
              <a:gd name="connsiteY30" fmla="*/ 597588 h 597588"/>
              <a:gd name="connsiteX31" fmla="*/ 1242161 w 9555081"/>
              <a:gd name="connsiteY31" fmla="*/ 597588 h 597588"/>
              <a:gd name="connsiteX32" fmla="*/ 846307 w 9555081"/>
              <a:gd name="connsiteY32" fmla="*/ 597588 h 597588"/>
              <a:gd name="connsiteX33" fmla="*/ 0 w 9555081"/>
              <a:gd name="connsiteY33" fmla="*/ 597588 h 597588"/>
              <a:gd name="connsiteX34" fmla="*/ 0 w 9555081"/>
              <a:gd name="connsiteY34" fmla="*/ 0 h 59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555081" h="597588" fill="none" extrusionOk="0">
                <a:moveTo>
                  <a:pt x="0" y="0"/>
                </a:moveTo>
                <a:cubicBezTo>
                  <a:pt x="356770" y="27680"/>
                  <a:pt x="663305" y="-23226"/>
                  <a:pt x="873607" y="0"/>
                </a:cubicBezTo>
                <a:cubicBezTo>
                  <a:pt x="1083909" y="23226"/>
                  <a:pt x="1400778" y="-17381"/>
                  <a:pt x="1556113" y="0"/>
                </a:cubicBezTo>
                <a:cubicBezTo>
                  <a:pt x="1711448" y="17381"/>
                  <a:pt x="1789346" y="13906"/>
                  <a:pt x="1951967" y="0"/>
                </a:cubicBezTo>
                <a:cubicBezTo>
                  <a:pt x="2114588" y="-13906"/>
                  <a:pt x="2547738" y="-3615"/>
                  <a:pt x="2730023" y="0"/>
                </a:cubicBezTo>
                <a:cubicBezTo>
                  <a:pt x="2912308" y="3615"/>
                  <a:pt x="3027032" y="8545"/>
                  <a:pt x="3125876" y="0"/>
                </a:cubicBezTo>
                <a:cubicBezTo>
                  <a:pt x="3224720" y="-8545"/>
                  <a:pt x="3378818" y="18498"/>
                  <a:pt x="3521730" y="0"/>
                </a:cubicBezTo>
                <a:cubicBezTo>
                  <a:pt x="3664642" y="-18498"/>
                  <a:pt x="3774051" y="-1459"/>
                  <a:pt x="3917583" y="0"/>
                </a:cubicBezTo>
                <a:cubicBezTo>
                  <a:pt x="4061115" y="1459"/>
                  <a:pt x="4429958" y="-35630"/>
                  <a:pt x="4695640" y="0"/>
                </a:cubicBezTo>
                <a:cubicBezTo>
                  <a:pt x="4961322" y="35630"/>
                  <a:pt x="4954435" y="938"/>
                  <a:pt x="5091493" y="0"/>
                </a:cubicBezTo>
                <a:cubicBezTo>
                  <a:pt x="5228551" y="-938"/>
                  <a:pt x="5599272" y="-21727"/>
                  <a:pt x="5773999" y="0"/>
                </a:cubicBezTo>
                <a:cubicBezTo>
                  <a:pt x="5948726" y="21727"/>
                  <a:pt x="6208121" y="11772"/>
                  <a:pt x="6456505" y="0"/>
                </a:cubicBezTo>
                <a:cubicBezTo>
                  <a:pt x="6704889" y="-11772"/>
                  <a:pt x="6671778" y="-1211"/>
                  <a:pt x="6852358" y="0"/>
                </a:cubicBezTo>
                <a:cubicBezTo>
                  <a:pt x="7032938" y="1211"/>
                  <a:pt x="7051734" y="18148"/>
                  <a:pt x="7248211" y="0"/>
                </a:cubicBezTo>
                <a:cubicBezTo>
                  <a:pt x="7444688" y="-18148"/>
                  <a:pt x="7706132" y="-6507"/>
                  <a:pt x="8026268" y="0"/>
                </a:cubicBezTo>
                <a:cubicBezTo>
                  <a:pt x="8346404" y="6507"/>
                  <a:pt x="8332504" y="12394"/>
                  <a:pt x="8422121" y="0"/>
                </a:cubicBezTo>
                <a:cubicBezTo>
                  <a:pt x="8511738" y="-12394"/>
                  <a:pt x="9102778" y="10140"/>
                  <a:pt x="9555081" y="0"/>
                </a:cubicBezTo>
                <a:cubicBezTo>
                  <a:pt x="9556029" y="225658"/>
                  <a:pt x="9556885" y="350815"/>
                  <a:pt x="9555081" y="597588"/>
                </a:cubicBezTo>
                <a:cubicBezTo>
                  <a:pt x="9449428" y="582241"/>
                  <a:pt x="9273111" y="601769"/>
                  <a:pt x="9159228" y="597588"/>
                </a:cubicBezTo>
                <a:cubicBezTo>
                  <a:pt x="9045345" y="593407"/>
                  <a:pt x="8669357" y="618021"/>
                  <a:pt x="8381171" y="597588"/>
                </a:cubicBezTo>
                <a:cubicBezTo>
                  <a:pt x="8092985" y="577155"/>
                  <a:pt x="8046881" y="607279"/>
                  <a:pt x="7794216" y="597588"/>
                </a:cubicBezTo>
                <a:cubicBezTo>
                  <a:pt x="7541551" y="587897"/>
                  <a:pt x="7172625" y="596350"/>
                  <a:pt x="7016159" y="597588"/>
                </a:cubicBezTo>
                <a:cubicBezTo>
                  <a:pt x="6859693" y="598826"/>
                  <a:pt x="6721869" y="588104"/>
                  <a:pt x="6429205" y="597588"/>
                </a:cubicBezTo>
                <a:cubicBezTo>
                  <a:pt x="6136541" y="607072"/>
                  <a:pt x="6191244" y="611340"/>
                  <a:pt x="6033351" y="597588"/>
                </a:cubicBezTo>
                <a:cubicBezTo>
                  <a:pt x="5875458" y="583836"/>
                  <a:pt x="5830510" y="613532"/>
                  <a:pt x="5637498" y="597588"/>
                </a:cubicBezTo>
                <a:cubicBezTo>
                  <a:pt x="5444486" y="581644"/>
                  <a:pt x="5098545" y="626251"/>
                  <a:pt x="4954992" y="597588"/>
                </a:cubicBezTo>
                <a:cubicBezTo>
                  <a:pt x="4811439" y="568925"/>
                  <a:pt x="4754197" y="611950"/>
                  <a:pt x="4559139" y="597588"/>
                </a:cubicBezTo>
                <a:cubicBezTo>
                  <a:pt x="4364081" y="583226"/>
                  <a:pt x="4083344" y="598115"/>
                  <a:pt x="3876633" y="597588"/>
                </a:cubicBezTo>
                <a:cubicBezTo>
                  <a:pt x="3669922" y="597061"/>
                  <a:pt x="3442285" y="615922"/>
                  <a:pt x="3289678" y="597588"/>
                </a:cubicBezTo>
                <a:cubicBezTo>
                  <a:pt x="3137072" y="579254"/>
                  <a:pt x="2886453" y="616151"/>
                  <a:pt x="2607172" y="597588"/>
                </a:cubicBezTo>
                <a:cubicBezTo>
                  <a:pt x="2327891" y="579025"/>
                  <a:pt x="2095772" y="606959"/>
                  <a:pt x="1829116" y="597588"/>
                </a:cubicBezTo>
                <a:cubicBezTo>
                  <a:pt x="1562460" y="588217"/>
                  <a:pt x="1478393" y="606097"/>
                  <a:pt x="1242161" y="597588"/>
                </a:cubicBezTo>
                <a:cubicBezTo>
                  <a:pt x="1005929" y="589079"/>
                  <a:pt x="1016118" y="607625"/>
                  <a:pt x="846307" y="597588"/>
                </a:cubicBezTo>
                <a:cubicBezTo>
                  <a:pt x="676496" y="587551"/>
                  <a:pt x="195440" y="612431"/>
                  <a:pt x="0" y="597588"/>
                </a:cubicBezTo>
                <a:cubicBezTo>
                  <a:pt x="-112" y="329502"/>
                  <a:pt x="8986" y="172548"/>
                  <a:pt x="0" y="0"/>
                </a:cubicBezTo>
                <a:close/>
              </a:path>
              <a:path w="9555081" h="597588" stroke="0" extrusionOk="0">
                <a:moveTo>
                  <a:pt x="0" y="0"/>
                </a:moveTo>
                <a:cubicBezTo>
                  <a:pt x="200056" y="1964"/>
                  <a:pt x="288878" y="-5704"/>
                  <a:pt x="491404" y="0"/>
                </a:cubicBezTo>
                <a:cubicBezTo>
                  <a:pt x="693930" y="5704"/>
                  <a:pt x="690390" y="8942"/>
                  <a:pt x="887258" y="0"/>
                </a:cubicBezTo>
                <a:cubicBezTo>
                  <a:pt x="1084126" y="-8942"/>
                  <a:pt x="1528194" y="-36880"/>
                  <a:pt x="1760865" y="0"/>
                </a:cubicBezTo>
                <a:cubicBezTo>
                  <a:pt x="1993536" y="36880"/>
                  <a:pt x="2167897" y="23565"/>
                  <a:pt x="2347820" y="0"/>
                </a:cubicBezTo>
                <a:cubicBezTo>
                  <a:pt x="2527744" y="-23565"/>
                  <a:pt x="2651701" y="-21684"/>
                  <a:pt x="2934775" y="0"/>
                </a:cubicBezTo>
                <a:cubicBezTo>
                  <a:pt x="3217850" y="21684"/>
                  <a:pt x="3284805" y="28173"/>
                  <a:pt x="3617281" y="0"/>
                </a:cubicBezTo>
                <a:cubicBezTo>
                  <a:pt x="3949757" y="-28173"/>
                  <a:pt x="4008333" y="20982"/>
                  <a:pt x="4108685" y="0"/>
                </a:cubicBezTo>
                <a:cubicBezTo>
                  <a:pt x="4209037" y="-20982"/>
                  <a:pt x="4544849" y="-33477"/>
                  <a:pt x="4886741" y="0"/>
                </a:cubicBezTo>
                <a:cubicBezTo>
                  <a:pt x="5228633" y="33477"/>
                  <a:pt x="5446763" y="-21716"/>
                  <a:pt x="5664798" y="0"/>
                </a:cubicBezTo>
                <a:cubicBezTo>
                  <a:pt x="5882833" y="21716"/>
                  <a:pt x="5950531" y="8715"/>
                  <a:pt x="6060651" y="0"/>
                </a:cubicBezTo>
                <a:cubicBezTo>
                  <a:pt x="6170771" y="-8715"/>
                  <a:pt x="6731200" y="-26947"/>
                  <a:pt x="6934259" y="0"/>
                </a:cubicBezTo>
                <a:cubicBezTo>
                  <a:pt x="7137318" y="26947"/>
                  <a:pt x="7396968" y="-14733"/>
                  <a:pt x="7521214" y="0"/>
                </a:cubicBezTo>
                <a:cubicBezTo>
                  <a:pt x="7645461" y="14733"/>
                  <a:pt x="7801104" y="-6952"/>
                  <a:pt x="7917067" y="0"/>
                </a:cubicBezTo>
                <a:cubicBezTo>
                  <a:pt x="8033030" y="6952"/>
                  <a:pt x="8328656" y="17210"/>
                  <a:pt x="8599573" y="0"/>
                </a:cubicBezTo>
                <a:cubicBezTo>
                  <a:pt x="8870490" y="-17210"/>
                  <a:pt x="9142155" y="7707"/>
                  <a:pt x="9555081" y="0"/>
                </a:cubicBezTo>
                <a:cubicBezTo>
                  <a:pt x="9584036" y="294513"/>
                  <a:pt x="9578660" y="443153"/>
                  <a:pt x="9555081" y="597588"/>
                </a:cubicBezTo>
                <a:cubicBezTo>
                  <a:pt x="9386031" y="597413"/>
                  <a:pt x="9222507" y="612752"/>
                  <a:pt x="9063677" y="597588"/>
                </a:cubicBezTo>
                <a:cubicBezTo>
                  <a:pt x="8904847" y="582424"/>
                  <a:pt x="8682994" y="606207"/>
                  <a:pt x="8381171" y="597588"/>
                </a:cubicBezTo>
                <a:cubicBezTo>
                  <a:pt x="8079348" y="588969"/>
                  <a:pt x="8038470" y="601006"/>
                  <a:pt x="7889767" y="597588"/>
                </a:cubicBezTo>
                <a:cubicBezTo>
                  <a:pt x="7741064" y="594170"/>
                  <a:pt x="7657764" y="578226"/>
                  <a:pt x="7493914" y="597588"/>
                </a:cubicBezTo>
                <a:cubicBezTo>
                  <a:pt x="7330064" y="616950"/>
                  <a:pt x="6803503" y="613624"/>
                  <a:pt x="6620306" y="597588"/>
                </a:cubicBezTo>
                <a:cubicBezTo>
                  <a:pt x="6437109" y="581552"/>
                  <a:pt x="6328322" y="580759"/>
                  <a:pt x="6224453" y="597588"/>
                </a:cubicBezTo>
                <a:cubicBezTo>
                  <a:pt x="6120584" y="614417"/>
                  <a:pt x="5812892" y="595138"/>
                  <a:pt x="5637498" y="597588"/>
                </a:cubicBezTo>
                <a:cubicBezTo>
                  <a:pt x="5462104" y="600038"/>
                  <a:pt x="5130595" y="592370"/>
                  <a:pt x="4954992" y="597588"/>
                </a:cubicBezTo>
                <a:cubicBezTo>
                  <a:pt x="4779389" y="602806"/>
                  <a:pt x="4663883" y="592272"/>
                  <a:pt x="4559139" y="597588"/>
                </a:cubicBezTo>
                <a:cubicBezTo>
                  <a:pt x="4454395" y="602904"/>
                  <a:pt x="3924364" y="575478"/>
                  <a:pt x="3685531" y="597588"/>
                </a:cubicBezTo>
                <a:cubicBezTo>
                  <a:pt x="3446698" y="619698"/>
                  <a:pt x="3449131" y="579900"/>
                  <a:pt x="3289678" y="597588"/>
                </a:cubicBezTo>
                <a:cubicBezTo>
                  <a:pt x="3130225" y="615276"/>
                  <a:pt x="2881377" y="584534"/>
                  <a:pt x="2607172" y="597588"/>
                </a:cubicBezTo>
                <a:cubicBezTo>
                  <a:pt x="2332967" y="610642"/>
                  <a:pt x="2175241" y="618328"/>
                  <a:pt x="2020217" y="597588"/>
                </a:cubicBezTo>
                <a:cubicBezTo>
                  <a:pt x="1865194" y="576848"/>
                  <a:pt x="1348699" y="575533"/>
                  <a:pt x="1146610" y="597588"/>
                </a:cubicBezTo>
                <a:cubicBezTo>
                  <a:pt x="944521" y="619643"/>
                  <a:pt x="881969" y="584731"/>
                  <a:pt x="655206" y="597588"/>
                </a:cubicBezTo>
                <a:cubicBezTo>
                  <a:pt x="428443" y="610445"/>
                  <a:pt x="252194" y="577280"/>
                  <a:pt x="0" y="597588"/>
                </a:cubicBezTo>
                <a:cubicBezTo>
                  <a:pt x="-23742" y="304034"/>
                  <a:pt x="-3662" y="245262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61100876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8" name="Rectángulo 17">
            <a:hlinkClick r:id="" action="ppaction://hlinkshowjump?jump=nextslide"/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E07EB3A1-5CDD-4076-AFB9-C6F2AB68E9D3}"/>
              </a:ext>
            </a:extLst>
          </p:cNvPr>
          <p:cNvSpPr/>
          <p:nvPr/>
        </p:nvSpPr>
        <p:spPr>
          <a:xfrm>
            <a:off x="-3224241" y="-5842768"/>
            <a:ext cx="9555081" cy="597588"/>
          </a:xfrm>
          <a:custGeom>
            <a:avLst/>
            <a:gdLst>
              <a:gd name="connsiteX0" fmla="*/ 0 w 9555081"/>
              <a:gd name="connsiteY0" fmla="*/ 0 h 597588"/>
              <a:gd name="connsiteX1" fmla="*/ 873607 w 9555081"/>
              <a:gd name="connsiteY1" fmla="*/ 0 h 597588"/>
              <a:gd name="connsiteX2" fmla="*/ 1556113 w 9555081"/>
              <a:gd name="connsiteY2" fmla="*/ 0 h 597588"/>
              <a:gd name="connsiteX3" fmla="*/ 1951967 w 9555081"/>
              <a:gd name="connsiteY3" fmla="*/ 0 h 597588"/>
              <a:gd name="connsiteX4" fmla="*/ 2730023 w 9555081"/>
              <a:gd name="connsiteY4" fmla="*/ 0 h 597588"/>
              <a:gd name="connsiteX5" fmla="*/ 3125876 w 9555081"/>
              <a:gd name="connsiteY5" fmla="*/ 0 h 597588"/>
              <a:gd name="connsiteX6" fmla="*/ 3521730 w 9555081"/>
              <a:gd name="connsiteY6" fmla="*/ 0 h 597588"/>
              <a:gd name="connsiteX7" fmla="*/ 3917583 w 9555081"/>
              <a:gd name="connsiteY7" fmla="*/ 0 h 597588"/>
              <a:gd name="connsiteX8" fmla="*/ 4695640 w 9555081"/>
              <a:gd name="connsiteY8" fmla="*/ 0 h 597588"/>
              <a:gd name="connsiteX9" fmla="*/ 5091493 w 9555081"/>
              <a:gd name="connsiteY9" fmla="*/ 0 h 597588"/>
              <a:gd name="connsiteX10" fmla="*/ 5773999 w 9555081"/>
              <a:gd name="connsiteY10" fmla="*/ 0 h 597588"/>
              <a:gd name="connsiteX11" fmla="*/ 6456505 w 9555081"/>
              <a:gd name="connsiteY11" fmla="*/ 0 h 597588"/>
              <a:gd name="connsiteX12" fmla="*/ 6852358 w 9555081"/>
              <a:gd name="connsiteY12" fmla="*/ 0 h 597588"/>
              <a:gd name="connsiteX13" fmla="*/ 7248211 w 9555081"/>
              <a:gd name="connsiteY13" fmla="*/ 0 h 597588"/>
              <a:gd name="connsiteX14" fmla="*/ 8026268 w 9555081"/>
              <a:gd name="connsiteY14" fmla="*/ 0 h 597588"/>
              <a:gd name="connsiteX15" fmla="*/ 8422121 w 9555081"/>
              <a:gd name="connsiteY15" fmla="*/ 0 h 597588"/>
              <a:gd name="connsiteX16" fmla="*/ 9555081 w 9555081"/>
              <a:gd name="connsiteY16" fmla="*/ 0 h 597588"/>
              <a:gd name="connsiteX17" fmla="*/ 9555081 w 9555081"/>
              <a:gd name="connsiteY17" fmla="*/ 597588 h 597588"/>
              <a:gd name="connsiteX18" fmla="*/ 9159228 w 9555081"/>
              <a:gd name="connsiteY18" fmla="*/ 597588 h 597588"/>
              <a:gd name="connsiteX19" fmla="*/ 8381171 w 9555081"/>
              <a:gd name="connsiteY19" fmla="*/ 597588 h 597588"/>
              <a:gd name="connsiteX20" fmla="*/ 7794216 w 9555081"/>
              <a:gd name="connsiteY20" fmla="*/ 597588 h 597588"/>
              <a:gd name="connsiteX21" fmla="*/ 7016159 w 9555081"/>
              <a:gd name="connsiteY21" fmla="*/ 597588 h 597588"/>
              <a:gd name="connsiteX22" fmla="*/ 6429205 w 9555081"/>
              <a:gd name="connsiteY22" fmla="*/ 597588 h 597588"/>
              <a:gd name="connsiteX23" fmla="*/ 6033351 w 9555081"/>
              <a:gd name="connsiteY23" fmla="*/ 597588 h 597588"/>
              <a:gd name="connsiteX24" fmla="*/ 5637498 w 9555081"/>
              <a:gd name="connsiteY24" fmla="*/ 597588 h 597588"/>
              <a:gd name="connsiteX25" fmla="*/ 4954992 w 9555081"/>
              <a:gd name="connsiteY25" fmla="*/ 597588 h 597588"/>
              <a:gd name="connsiteX26" fmla="*/ 4559139 w 9555081"/>
              <a:gd name="connsiteY26" fmla="*/ 597588 h 597588"/>
              <a:gd name="connsiteX27" fmla="*/ 3876633 w 9555081"/>
              <a:gd name="connsiteY27" fmla="*/ 597588 h 597588"/>
              <a:gd name="connsiteX28" fmla="*/ 3289678 w 9555081"/>
              <a:gd name="connsiteY28" fmla="*/ 597588 h 597588"/>
              <a:gd name="connsiteX29" fmla="*/ 2607172 w 9555081"/>
              <a:gd name="connsiteY29" fmla="*/ 597588 h 597588"/>
              <a:gd name="connsiteX30" fmla="*/ 1829116 w 9555081"/>
              <a:gd name="connsiteY30" fmla="*/ 597588 h 597588"/>
              <a:gd name="connsiteX31" fmla="*/ 1242161 w 9555081"/>
              <a:gd name="connsiteY31" fmla="*/ 597588 h 597588"/>
              <a:gd name="connsiteX32" fmla="*/ 846307 w 9555081"/>
              <a:gd name="connsiteY32" fmla="*/ 597588 h 597588"/>
              <a:gd name="connsiteX33" fmla="*/ 0 w 9555081"/>
              <a:gd name="connsiteY33" fmla="*/ 597588 h 597588"/>
              <a:gd name="connsiteX34" fmla="*/ 0 w 9555081"/>
              <a:gd name="connsiteY34" fmla="*/ 0 h 59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555081" h="597588" fill="none" extrusionOk="0">
                <a:moveTo>
                  <a:pt x="0" y="0"/>
                </a:moveTo>
                <a:cubicBezTo>
                  <a:pt x="356770" y="27680"/>
                  <a:pt x="663305" y="-23226"/>
                  <a:pt x="873607" y="0"/>
                </a:cubicBezTo>
                <a:cubicBezTo>
                  <a:pt x="1083909" y="23226"/>
                  <a:pt x="1400778" y="-17381"/>
                  <a:pt x="1556113" y="0"/>
                </a:cubicBezTo>
                <a:cubicBezTo>
                  <a:pt x="1711448" y="17381"/>
                  <a:pt x="1789346" y="13906"/>
                  <a:pt x="1951967" y="0"/>
                </a:cubicBezTo>
                <a:cubicBezTo>
                  <a:pt x="2114588" y="-13906"/>
                  <a:pt x="2547738" y="-3615"/>
                  <a:pt x="2730023" y="0"/>
                </a:cubicBezTo>
                <a:cubicBezTo>
                  <a:pt x="2912308" y="3615"/>
                  <a:pt x="3027032" y="8545"/>
                  <a:pt x="3125876" y="0"/>
                </a:cubicBezTo>
                <a:cubicBezTo>
                  <a:pt x="3224720" y="-8545"/>
                  <a:pt x="3378818" y="18498"/>
                  <a:pt x="3521730" y="0"/>
                </a:cubicBezTo>
                <a:cubicBezTo>
                  <a:pt x="3664642" y="-18498"/>
                  <a:pt x="3774051" y="-1459"/>
                  <a:pt x="3917583" y="0"/>
                </a:cubicBezTo>
                <a:cubicBezTo>
                  <a:pt x="4061115" y="1459"/>
                  <a:pt x="4429958" y="-35630"/>
                  <a:pt x="4695640" y="0"/>
                </a:cubicBezTo>
                <a:cubicBezTo>
                  <a:pt x="4961322" y="35630"/>
                  <a:pt x="4954435" y="938"/>
                  <a:pt x="5091493" y="0"/>
                </a:cubicBezTo>
                <a:cubicBezTo>
                  <a:pt x="5228551" y="-938"/>
                  <a:pt x="5599272" y="-21727"/>
                  <a:pt x="5773999" y="0"/>
                </a:cubicBezTo>
                <a:cubicBezTo>
                  <a:pt x="5948726" y="21727"/>
                  <a:pt x="6208121" y="11772"/>
                  <a:pt x="6456505" y="0"/>
                </a:cubicBezTo>
                <a:cubicBezTo>
                  <a:pt x="6704889" y="-11772"/>
                  <a:pt x="6671778" y="-1211"/>
                  <a:pt x="6852358" y="0"/>
                </a:cubicBezTo>
                <a:cubicBezTo>
                  <a:pt x="7032938" y="1211"/>
                  <a:pt x="7051734" y="18148"/>
                  <a:pt x="7248211" y="0"/>
                </a:cubicBezTo>
                <a:cubicBezTo>
                  <a:pt x="7444688" y="-18148"/>
                  <a:pt x="7706132" y="-6507"/>
                  <a:pt x="8026268" y="0"/>
                </a:cubicBezTo>
                <a:cubicBezTo>
                  <a:pt x="8346404" y="6507"/>
                  <a:pt x="8332504" y="12394"/>
                  <a:pt x="8422121" y="0"/>
                </a:cubicBezTo>
                <a:cubicBezTo>
                  <a:pt x="8511738" y="-12394"/>
                  <a:pt x="9102778" y="10140"/>
                  <a:pt x="9555081" y="0"/>
                </a:cubicBezTo>
                <a:cubicBezTo>
                  <a:pt x="9556029" y="225658"/>
                  <a:pt x="9556885" y="350815"/>
                  <a:pt x="9555081" y="597588"/>
                </a:cubicBezTo>
                <a:cubicBezTo>
                  <a:pt x="9449428" y="582241"/>
                  <a:pt x="9273111" y="601769"/>
                  <a:pt x="9159228" y="597588"/>
                </a:cubicBezTo>
                <a:cubicBezTo>
                  <a:pt x="9045345" y="593407"/>
                  <a:pt x="8669357" y="618021"/>
                  <a:pt x="8381171" y="597588"/>
                </a:cubicBezTo>
                <a:cubicBezTo>
                  <a:pt x="8092985" y="577155"/>
                  <a:pt x="8046881" y="607279"/>
                  <a:pt x="7794216" y="597588"/>
                </a:cubicBezTo>
                <a:cubicBezTo>
                  <a:pt x="7541551" y="587897"/>
                  <a:pt x="7172625" y="596350"/>
                  <a:pt x="7016159" y="597588"/>
                </a:cubicBezTo>
                <a:cubicBezTo>
                  <a:pt x="6859693" y="598826"/>
                  <a:pt x="6721869" y="588104"/>
                  <a:pt x="6429205" y="597588"/>
                </a:cubicBezTo>
                <a:cubicBezTo>
                  <a:pt x="6136541" y="607072"/>
                  <a:pt x="6191244" y="611340"/>
                  <a:pt x="6033351" y="597588"/>
                </a:cubicBezTo>
                <a:cubicBezTo>
                  <a:pt x="5875458" y="583836"/>
                  <a:pt x="5830510" y="613532"/>
                  <a:pt x="5637498" y="597588"/>
                </a:cubicBezTo>
                <a:cubicBezTo>
                  <a:pt x="5444486" y="581644"/>
                  <a:pt x="5098545" y="626251"/>
                  <a:pt x="4954992" y="597588"/>
                </a:cubicBezTo>
                <a:cubicBezTo>
                  <a:pt x="4811439" y="568925"/>
                  <a:pt x="4754197" y="611950"/>
                  <a:pt x="4559139" y="597588"/>
                </a:cubicBezTo>
                <a:cubicBezTo>
                  <a:pt x="4364081" y="583226"/>
                  <a:pt x="4083344" y="598115"/>
                  <a:pt x="3876633" y="597588"/>
                </a:cubicBezTo>
                <a:cubicBezTo>
                  <a:pt x="3669922" y="597061"/>
                  <a:pt x="3442285" y="615922"/>
                  <a:pt x="3289678" y="597588"/>
                </a:cubicBezTo>
                <a:cubicBezTo>
                  <a:pt x="3137072" y="579254"/>
                  <a:pt x="2886453" y="616151"/>
                  <a:pt x="2607172" y="597588"/>
                </a:cubicBezTo>
                <a:cubicBezTo>
                  <a:pt x="2327891" y="579025"/>
                  <a:pt x="2095772" y="606959"/>
                  <a:pt x="1829116" y="597588"/>
                </a:cubicBezTo>
                <a:cubicBezTo>
                  <a:pt x="1562460" y="588217"/>
                  <a:pt x="1478393" y="606097"/>
                  <a:pt x="1242161" y="597588"/>
                </a:cubicBezTo>
                <a:cubicBezTo>
                  <a:pt x="1005929" y="589079"/>
                  <a:pt x="1016118" y="607625"/>
                  <a:pt x="846307" y="597588"/>
                </a:cubicBezTo>
                <a:cubicBezTo>
                  <a:pt x="676496" y="587551"/>
                  <a:pt x="195440" y="612431"/>
                  <a:pt x="0" y="597588"/>
                </a:cubicBezTo>
                <a:cubicBezTo>
                  <a:pt x="-112" y="329502"/>
                  <a:pt x="8986" y="172548"/>
                  <a:pt x="0" y="0"/>
                </a:cubicBezTo>
                <a:close/>
              </a:path>
              <a:path w="9555081" h="597588" stroke="0" extrusionOk="0">
                <a:moveTo>
                  <a:pt x="0" y="0"/>
                </a:moveTo>
                <a:cubicBezTo>
                  <a:pt x="200056" y="1964"/>
                  <a:pt x="288878" y="-5704"/>
                  <a:pt x="491404" y="0"/>
                </a:cubicBezTo>
                <a:cubicBezTo>
                  <a:pt x="693930" y="5704"/>
                  <a:pt x="690390" y="8942"/>
                  <a:pt x="887258" y="0"/>
                </a:cubicBezTo>
                <a:cubicBezTo>
                  <a:pt x="1084126" y="-8942"/>
                  <a:pt x="1528194" y="-36880"/>
                  <a:pt x="1760865" y="0"/>
                </a:cubicBezTo>
                <a:cubicBezTo>
                  <a:pt x="1993536" y="36880"/>
                  <a:pt x="2167897" y="23565"/>
                  <a:pt x="2347820" y="0"/>
                </a:cubicBezTo>
                <a:cubicBezTo>
                  <a:pt x="2527744" y="-23565"/>
                  <a:pt x="2651701" y="-21684"/>
                  <a:pt x="2934775" y="0"/>
                </a:cubicBezTo>
                <a:cubicBezTo>
                  <a:pt x="3217850" y="21684"/>
                  <a:pt x="3284805" y="28173"/>
                  <a:pt x="3617281" y="0"/>
                </a:cubicBezTo>
                <a:cubicBezTo>
                  <a:pt x="3949757" y="-28173"/>
                  <a:pt x="4008333" y="20982"/>
                  <a:pt x="4108685" y="0"/>
                </a:cubicBezTo>
                <a:cubicBezTo>
                  <a:pt x="4209037" y="-20982"/>
                  <a:pt x="4544849" y="-33477"/>
                  <a:pt x="4886741" y="0"/>
                </a:cubicBezTo>
                <a:cubicBezTo>
                  <a:pt x="5228633" y="33477"/>
                  <a:pt x="5446763" y="-21716"/>
                  <a:pt x="5664798" y="0"/>
                </a:cubicBezTo>
                <a:cubicBezTo>
                  <a:pt x="5882833" y="21716"/>
                  <a:pt x="5950531" y="8715"/>
                  <a:pt x="6060651" y="0"/>
                </a:cubicBezTo>
                <a:cubicBezTo>
                  <a:pt x="6170771" y="-8715"/>
                  <a:pt x="6731200" y="-26947"/>
                  <a:pt x="6934259" y="0"/>
                </a:cubicBezTo>
                <a:cubicBezTo>
                  <a:pt x="7137318" y="26947"/>
                  <a:pt x="7396968" y="-14733"/>
                  <a:pt x="7521214" y="0"/>
                </a:cubicBezTo>
                <a:cubicBezTo>
                  <a:pt x="7645461" y="14733"/>
                  <a:pt x="7801104" y="-6952"/>
                  <a:pt x="7917067" y="0"/>
                </a:cubicBezTo>
                <a:cubicBezTo>
                  <a:pt x="8033030" y="6952"/>
                  <a:pt x="8328656" y="17210"/>
                  <a:pt x="8599573" y="0"/>
                </a:cubicBezTo>
                <a:cubicBezTo>
                  <a:pt x="8870490" y="-17210"/>
                  <a:pt x="9142155" y="7707"/>
                  <a:pt x="9555081" y="0"/>
                </a:cubicBezTo>
                <a:cubicBezTo>
                  <a:pt x="9584036" y="294513"/>
                  <a:pt x="9578660" y="443153"/>
                  <a:pt x="9555081" y="597588"/>
                </a:cubicBezTo>
                <a:cubicBezTo>
                  <a:pt x="9386031" y="597413"/>
                  <a:pt x="9222507" y="612752"/>
                  <a:pt x="9063677" y="597588"/>
                </a:cubicBezTo>
                <a:cubicBezTo>
                  <a:pt x="8904847" y="582424"/>
                  <a:pt x="8682994" y="606207"/>
                  <a:pt x="8381171" y="597588"/>
                </a:cubicBezTo>
                <a:cubicBezTo>
                  <a:pt x="8079348" y="588969"/>
                  <a:pt x="8038470" y="601006"/>
                  <a:pt x="7889767" y="597588"/>
                </a:cubicBezTo>
                <a:cubicBezTo>
                  <a:pt x="7741064" y="594170"/>
                  <a:pt x="7657764" y="578226"/>
                  <a:pt x="7493914" y="597588"/>
                </a:cubicBezTo>
                <a:cubicBezTo>
                  <a:pt x="7330064" y="616950"/>
                  <a:pt x="6803503" y="613624"/>
                  <a:pt x="6620306" y="597588"/>
                </a:cubicBezTo>
                <a:cubicBezTo>
                  <a:pt x="6437109" y="581552"/>
                  <a:pt x="6328322" y="580759"/>
                  <a:pt x="6224453" y="597588"/>
                </a:cubicBezTo>
                <a:cubicBezTo>
                  <a:pt x="6120584" y="614417"/>
                  <a:pt x="5812892" y="595138"/>
                  <a:pt x="5637498" y="597588"/>
                </a:cubicBezTo>
                <a:cubicBezTo>
                  <a:pt x="5462104" y="600038"/>
                  <a:pt x="5130595" y="592370"/>
                  <a:pt x="4954992" y="597588"/>
                </a:cubicBezTo>
                <a:cubicBezTo>
                  <a:pt x="4779389" y="602806"/>
                  <a:pt x="4663883" y="592272"/>
                  <a:pt x="4559139" y="597588"/>
                </a:cubicBezTo>
                <a:cubicBezTo>
                  <a:pt x="4454395" y="602904"/>
                  <a:pt x="3924364" y="575478"/>
                  <a:pt x="3685531" y="597588"/>
                </a:cubicBezTo>
                <a:cubicBezTo>
                  <a:pt x="3446698" y="619698"/>
                  <a:pt x="3449131" y="579900"/>
                  <a:pt x="3289678" y="597588"/>
                </a:cubicBezTo>
                <a:cubicBezTo>
                  <a:pt x="3130225" y="615276"/>
                  <a:pt x="2881377" y="584534"/>
                  <a:pt x="2607172" y="597588"/>
                </a:cubicBezTo>
                <a:cubicBezTo>
                  <a:pt x="2332967" y="610642"/>
                  <a:pt x="2175241" y="618328"/>
                  <a:pt x="2020217" y="597588"/>
                </a:cubicBezTo>
                <a:cubicBezTo>
                  <a:pt x="1865194" y="576848"/>
                  <a:pt x="1348699" y="575533"/>
                  <a:pt x="1146610" y="597588"/>
                </a:cubicBezTo>
                <a:cubicBezTo>
                  <a:pt x="944521" y="619643"/>
                  <a:pt x="881969" y="584731"/>
                  <a:pt x="655206" y="597588"/>
                </a:cubicBezTo>
                <a:cubicBezTo>
                  <a:pt x="428443" y="610445"/>
                  <a:pt x="252194" y="577280"/>
                  <a:pt x="0" y="597588"/>
                </a:cubicBezTo>
                <a:cubicBezTo>
                  <a:pt x="-23742" y="304034"/>
                  <a:pt x="-3662" y="245262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61100876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  <p:sp>
        <p:nvSpPr>
          <p:cNvPr id="20" name="Rectángulo 19">
            <a:hlinkClick r:id="" action="ppaction://hlinkshowjump?jump=nextslide"/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AF346967-2B04-479C-88BF-20C91E819611}"/>
              </a:ext>
            </a:extLst>
          </p:cNvPr>
          <p:cNvSpPr/>
          <p:nvPr/>
        </p:nvSpPr>
        <p:spPr>
          <a:xfrm>
            <a:off x="-472455" y="-6917644"/>
            <a:ext cx="9555081" cy="597588"/>
          </a:xfrm>
          <a:custGeom>
            <a:avLst/>
            <a:gdLst>
              <a:gd name="connsiteX0" fmla="*/ 0 w 9555081"/>
              <a:gd name="connsiteY0" fmla="*/ 0 h 597588"/>
              <a:gd name="connsiteX1" fmla="*/ 873607 w 9555081"/>
              <a:gd name="connsiteY1" fmla="*/ 0 h 597588"/>
              <a:gd name="connsiteX2" fmla="*/ 1556113 w 9555081"/>
              <a:gd name="connsiteY2" fmla="*/ 0 h 597588"/>
              <a:gd name="connsiteX3" fmla="*/ 1951967 w 9555081"/>
              <a:gd name="connsiteY3" fmla="*/ 0 h 597588"/>
              <a:gd name="connsiteX4" fmla="*/ 2730023 w 9555081"/>
              <a:gd name="connsiteY4" fmla="*/ 0 h 597588"/>
              <a:gd name="connsiteX5" fmla="*/ 3125876 w 9555081"/>
              <a:gd name="connsiteY5" fmla="*/ 0 h 597588"/>
              <a:gd name="connsiteX6" fmla="*/ 3521730 w 9555081"/>
              <a:gd name="connsiteY6" fmla="*/ 0 h 597588"/>
              <a:gd name="connsiteX7" fmla="*/ 3917583 w 9555081"/>
              <a:gd name="connsiteY7" fmla="*/ 0 h 597588"/>
              <a:gd name="connsiteX8" fmla="*/ 4695640 w 9555081"/>
              <a:gd name="connsiteY8" fmla="*/ 0 h 597588"/>
              <a:gd name="connsiteX9" fmla="*/ 5091493 w 9555081"/>
              <a:gd name="connsiteY9" fmla="*/ 0 h 597588"/>
              <a:gd name="connsiteX10" fmla="*/ 5773999 w 9555081"/>
              <a:gd name="connsiteY10" fmla="*/ 0 h 597588"/>
              <a:gd name="connsiteX11" fmla="*/ 6456505 w 9555081"/>
              <a:gd name="connsiteY11" fmla="*/ 0 h 597588"/>
              <a:gd name="connsiteX12" fmla="*/ 6852358 w 9555081"/>
              <a:gd name="connsiteY12" fmla="*/ 0 h 597588"/>
              <a:gd name="connsiteX13" fmla="*/ 7248211 w 9555081"/>
              <a:gd name="connsiteY13" fmla="*/ 0 h 597588"/>
              <a:gd name="connsiteX14" fmla="*/ 8026268 w 9555081"/>
              <a:gd name="connsiteY14" fmla="*/ 0 h 597588"/>
              <a:gd name="connsiteX15" fmla="*/ 8422121 w 9555081"/>
              <a:gd name="connsiteY15" fmla="*/ 0 h 597588"/>
              <a:gd name="connsiteX16" fmla="*/ 9555081 w 9555081"/>
              <a:gd name="connsiteY16" fmla="*/ 0 h 597588"/>
              <a:gd name="connsiteX17" fmla="*/ 9555081 w 9555081"/>
              <a:gd name="connsiteY17" fmla="*/ 597588 h 597588"/>
              <a:gd name="connsiteX18" fmla="*/ 9159228 w 9555081"/>
              <a:gd name="connsiteY18" fmla="*/ 597588 h 597588"/>
              <a:gd name="connsiteX19" fmla="*/ 8381171 w 9555081"/>
              <a:gd name="connsiteY19" fmla="*/ 597588 h 597588"/>
              <a:gd name="connsiteX20" fmla="*/ 7794216 w 9555081"/>
              <a:gd name="connsiteY20" fmla="*/ 597588 h 597588"/>
              <a:gd name="connsiteX21" fmla="*/ 7016159 w 9555081"/>
              <a:gd name="connsiteY21" fmla="*/ 597588 h 597588"/>
              <a:gd name="connsiteX22" fmla="*/ 6429205 w 9555081"/>
              <a:gd name="connsiteY22" fmla="*/ 597588 h 597588"/>
              <a:gd name="connsiteX23" fmla="*/ 6033351 w 9555081"/>
              <a:gd name="connsiteY23" fmla="*/ 597588 h 597588"/>
              <a:gd name="connsiteX24" fmla="*/ 5637498 w 9555081"/>
              <a:gd name="connsiteY24" fmla="*/ 597588 h 597588"/>
              <a:gd name="connsiteX25" fmla="*/ 4954992 w 9555081"/>
              <a:gd name="connsiteY25" fmla="*/ 597588 h 597588"/>
              <a:gd name="connsiteX26" fmla="*/ 4559139 w 9555081"/>
              <a:gd name="connsiteY26" fmla="*/ 597588 h 597588"/>
              <a:gd name="connsiteX27" fmla="*/ 3876633 w 9555081"/>
              <a:gd name="connsiteY27" fmla="*/ 597588 h 597588"/>
              <a:gd name="connsiteX28" fmla="*/ 3289678 w 9555081"/>
              <a:gd name="connsiteY28" fmla="*/ 597588 h 597588"/>
              <a:gd name="connsiteX29" fmla="*/ 2607172 w 9555081"/>
              <a:gd name="connsiteY29" fmla="*/ 597588 h 597588"/>
              <a:gd name="connsiteX30" fmla="*/ 1829116 w 9555081"/>
              <a:gd name="connsiteY30" fmla="*/ 597588 h 597588"/>
              <a:gd name="connsiteX31" fmla="*/ 1242161 w 9555081"/>
              <a:gd name="connsiteY31" fmla="*/ 597588 h 597588"/>
              <a:gd name="connsiteX32" fmla="*/ 846307 w 9555081"/>
              <a:gd name="connsiteY32" fmla="*/ 597588 h 597588"/>
              <a:gd name="connsiteX33" fmla="*/ 0 w 9555081"/>
              <a:gd name="connsiteY33" fmla="*/ 597588 h 597588"/>
              <a:gd name="connsiteX34" fmla="*/ 0 w 9555081"/>
              <a:gd name="connsiteY34" fmla="*/ 0 h 59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555081" h="597588" fill="none" extrusionOk="0">
                <a:moveTo>
                  <a:pt x="0" y="0"/>
                </a:moveTo>
                <a:cubicBezTo>
                  <a:pt x="356770" y="27680"/>
                  <a:pt x="663305" y="-23226"/>
                  <a:pt x="873607" y="0"/>
                </a:cubicBezTo>
                <a:cubicBezTo>
                  <a:pt x="1083909" y="23226"/>
                  <a:pt x="1400778" y="-17381"/>
                  <a:pt x="1556113" y="0"/>
                </a:cubicBezTo>
                <a:cubicBezTo>
                  <a:pt x="1711448" y="17381"/>
                  <a:pt x="1789346" y="13906"/>
                  <a:pt x="1951967" y="0"/>
                </a:cubicBezTo>
                <a:cubicBezTo>
                  <a:pt x="2114588" y="-13906"/>
                  <a:pt x="2547738" y="-3615"/>
                  <a:pt x="2730023" y="0"/>
                </a:cubicBezTo>
                <a:cubicBezTo>
                  <a:pt x="2912308" y="3615"/>
                  <a:pt x="3027032" y="8545"/>
                  <a:pt x="3125876" y="0"/>
                </a:cubicBezTo>
                <a:cubicBezTo>
                  <a:pt x="3224720" y="-8545"/>
                  <a:pt x="3378818" y="18498"/>
                  <a:pt x="3521730" y="0"/>
                </a:cubicBezTo>
                <a:cubicBezTo>
                  <a:pt x="3664642" y="-18498"/>
                  <a:pt x="3774051" y="-1459"/>
                  <a:pt x="3917583" y="0"/>
                </a:cubicBezTo>
                <a:cubicBezTo>
                  <a:pt x="4061115" y="1459"/>
                  <a:pt x="4429958" y="-35630"/>
                  <a:pt x="4695640" y="0"/>
                </a:cubicBezTo>
                <a:cubicBezTo>
                  <a:pt x="4961322" y="35630"/>
                  <a:pt x="4954435" y="938"/>
                  <a:pt x="5091493" y="0"/>
                </a:cubicBezTo>
                <a:cubicBezTo>
                  <a:pt x="5228551" y="-938"/>
                  <a:pt x="5599272" y="-21727"/>
                  <a:pt x="5773999" y="0"/>
                </a:cubicBezTo>
                <a:cubicBezTo>
                  <a:pt x="5948726" y="21727"/>
                  <a:pt x="6208121" y="11772"/>
                  <a:pt x="6456505" y="0"/>
                </a:cubicBezTo>
                <a:cubicBezTo>
                  <a:pt x="6704889" y="-11772"/>
                  <a:pt x="6671778" y="-1211"/>
                  <a:pt x="6852358" y="0"/>
                </a:cubicBezTo>
                <a:cubicBezTo>
                  <a:pt x="7032938" y="1211"/>
                  <a:pt x="7051734" y="18148"/>
                  <a:pt x="7248211" y="0"/>
                </a:cubicBezTo>
                <a:cubicBezTo>
                  <a:pt x="7444688" y="-18148"/>
                  <a:pt x="7706132" y="-6507"/>
                  <a:pt x="8026268" y="0"/>
                </a:cubicBezTo>
                <a:cubicBezTo>
                  <a:pt x="8346404" y="6507"/>
                  <a:pt x="8332504" y="12394"/>
                  <a:pt x="8422121" y="0"/>
                </a:cubicBezTo>
                <a:cubicBezTo>
                  <a:pt x="8511738" y="-12394"/>
                  <a:pt x="9102778" y="10140"/>
                  <a:pt x="9555081" y="0"/>
                </a:cubicBezTo>
                <a:cubicBezTo>
                  <a:pt x="9556029" y="225658"/>
                  <a:pt x="9556885" y="350815"/>
                  <a:pt x="9555081" y="597588"/>
                </a:cubicBezTo>
                <a:cubicBezTo>
                  <a:pt x="9449428" y="582241"/>
                  <a:pt x="9273111" y="601769"/>
                  <a:pt x="9159228" y="597588"/>
                </a:cubicBezTo>
                <a:cubicBezTo>
                  <a:pt x="9045345" y="593407"/>
                  <a:pt x="8669357" y="618021"/>
                  <a:pt x="8381171" y="597588"/>
                </a:cubicBezTo>
                <a:cubicBezTo>
                  <a:pt x="8092985" y="577155"/>
                  <a:pt x="8046881" y="607279"/>
                  <a:pt x="7794216" y="597588"/>
                </a:cubicBezTo>
                <a:cubicBezTo>
                  <a:pt x="7541551" y="587897"/>
                  <a:pt x="7172625" y="596350"/>
                  <a:pt x="7016159" y="597588"/>
                </a:cubicBezTo>
                <a:cubicBezTo>
                  <a:pt x="6859693" y="598826"/>
                  <a:pt x="6721869" y="588104"/>
                  <a:pt x="6429205" y="597588"/>
                </a:cubicBezTo>
                <a:cubicBezTo>
                  <a:pt x="6136541" y="607072"/>
                  <a:pt x="6191244" y="611340"/>
                  <a:pt x="6033351" y="597588"/>
                </a:cubicBezTo>
                <a:cubicBezTo>
                  <a:pt x="5875458" y="583836"/>
                  <a:pt x="5830510" y="613532"/>
                  <a:pt x="5637498" y="597588"/>
                </a:cubicBezTo>
                <a:cubicBezTo>
                  <a:pt x="5444486" y="581644"/>
                  <a:pt x="5098545" y="626251"/>
                  <a:pt x="4954992" y="597588"/>
                </a:cubicBezTo>
                <a:cubicBezTo>
                  <a:pt x="4811439" y="568925"/>
                  <a:pt x="4754197" y="611950"/>
                  <a:pt x="4559139" y="597588"/>
                </a:cubicBezTo>
                <a:cubicBezTo>
                  <a:pt x="4364081" y="583226"/>
                  <a:pt x="4083344" y="598115"/>
                  <a:pt x="3876633" y="597588"/>
                </a:cubicBezTo>
                <a:cubicBezTo>
                  <a:pt x="3669922" y="597061"/>
                  <a:pt x="3442285" y="615922"/>
                  <a:pt x="3289678" y="597588"/>
                </a:cubicBezTo>
                <a:cubicBezTo>
                  <a:pt x="3137072" y="579254"/>
                  <a:pt x="2886453" y="616151"/>
                  <a:pt x="2607172" y="597588"/>
                </a:cubicBezTo>
                <a:cubicBezTo>
                  <a:pt x="2327891" y="579025"/>
                  <a:pt x="2095772" y="606959"/>
                  <a:pt x="1829116" y="597588"/>
                </a:cubicBezTo>
                <a:cubicBezTo>
                  <a:pt x="1562460" y="588217"/>
                  <a:pt x="1478393" y="606097"/>
                  <a:pt x="1242161" y="597588"/>
                </a:cubicBezTo>
                <a:cubicBezTo>
                  <a:pt x="1005929" y="589079"/>
                  <a:pt x="1016118" y="607625"/>
                  <a:pt x="846307" y="597588"/>
                </a:cubicBezTo>
                <a:cubicBezTo>
                  <a:pt x="676496" y="587551"/>
                  <a:pt x="195440" y="612431"/>
                  <a:pt x="0" y="597588"/>
                </a:cubicBezTo>
                <a:cubicBezTo>
                  <a:pt x="-112" y="329502"/>
                  <a:pt x="8986" y="172548"/>
                  <a:pt x="0" y="0"/>
                </a:cubicBezTo>
                <a:close/>
              </a:path>
              <a:path w="9555081" h="597588" stroke="0" extrusionOk="0">
                <a:moveTo>
                  <a:pt x="0" y="0"/>
                </a:moveTo>
                <a:cubicBezTo>
                  <a:pt x="200056" y="1964"/>
                  <a:pt x="288878" y="-5704"/>
                  <a:pt x="491404" y="0"/>
                </a:cubicBezTo>
                <a:cubicBezTo>
                  <a:pt x="693930" y="5704"/>
                  <a:pt x="690390" y="8942"/>
                  <a:pt x="887258" y="0"/>
                </a:cubicBezTo>
                <a:cubicBezTo>
                  <a:pt x="1084126" y="-8942"/>
                  <a:pt x="1528194" y="-36880"/>
                  <a:pt x="1760865" y="0"/>
                </a:cubicBezTo>
                <a:cubicBezTo>
                  <a:pt x="1993536" y="36880"/>
                  <a:pt x="2167897" y="23565"/>
                  <a:pt x="2347820" y="0"/>
                </a:cubicBezTo>
                <a:cubicBezTo>
                  <a:pt x="2527744" y="-23565"/>
                  <a:pt x="2651701" y="-21684"/>
                  <a:pt x="2934775" y="0"/>
                </a:cubicBezTo>
                <a:cubicBezTo>
                  <a:pt x="3217850" y="21684"/>
                  <a:pt x="3284805" y="28173"/>
                  <a:pt x="3617281" y="0"/>
                </a:cubicBezTo>
                <a:cubicBezTo>
                  <a:pt x="3949757" y="-28173"/>
                  <a:pt x="4008333" y="20982"/>
                  <a:pt x="4108685" y="0"/>
                </a:cubicBezTo>
                <a:cubicBezTo>
                  <a:pt x="4209037" y="-20982"/>
                  <a:pt x="4544849" y="-33477"/>
                  <a:pt x="4886741" y="0"/>
                </a:cubicBezTo>
                <a:cubicBezTo>
                  <a:pt x="5228633" y="33477"/>
                  <a:pt x="5446763" y="-21716"/>
                  <a:pt x="5664798" y="0"/>
                </a:cubicBezTo>
                <a:cubicBezTo>
                  <a:pt x="5882833" y="21716"/>
                  <a:pt x="5950531" y="8715"/>
                  <a:pt x="6060651" y="0"/>
                </a:cubicBezTo>
                <a:cubicBezTo>
                  <a:pt x="6170771" y="-8715"/>
                  <a:pt x="6731200" y="-26947"/>
                  <a:pt x="6934259" y="0"/>
                </a:cubicBezTo>
                <a:cubicBezTo>
                  <a:pt x="7137318" y="26947"/>
                  <a:pt x="7396968" y="-14733"/>
                  <a:pt x="7521214" y="0"/>
                </a:cubicBezTo>
                <a:cubicBezTo>
                  <a:pt x="7645461" y="14733"/>
                  <a:pt x="7801104" y="-6952"/>
                  <a:pt x="7917067" y="0"/>
                </a:cubicBezTo>
                <a:cubicBezTo>
                  <a:pt x="8033030" y="6952"/>
                  <a:pt x="8328656" y="17210"/>
                  <a:pt x="8599573" y="0"/>
                </a:cubicBezTo>
                <a:cubicBezTo>
                  <a:pt x="8870490" y="-17210"/>
                  <a:pt x="9142155" y="7707"/>
                  <a:pt x="9555081" y="0"/>
                </a:cubicBezTo>
                <a:cubicBezTo>
                  <a:pt x="9584036" y="294513"/>
                  <a:pt x="9578660" y="443153"/>
                  <a:pt x="9555081" y="597588"/>
                </a:cubicBezTo>
                <a:cubicBezTo>
                  <a:pt x="9386031" y="597413"/>
                  <a:pt x="9222507" y="612752"/>
                  <a:pt x="9063677" y="597588"/>
                </a:cubicBezTo>
                <a:cubicBezTo>
                  <a:pt x="8904847" y="582424"/>
                  <a:pt x="8682994" y="606207"/>
                  <a:pt x="8381171" y="597588"/>
                </a:cubicBezTo>
                <a:cubicBezTo>
                  <a:pt x="8079348" y="588969"/>
                  <a:pt x="8038470" y="601006"/>
                  <a:pt x="7889767" y="597588"/>
                </a:cubicBezTo>
                <a:cubicBezTo>
                  <a:pt x="7741064" y="594170"/>
                  <a:pt x="7657764" y="578226"/>
                  <a:pt x="7493914" y="597588"/>
                </a:cubicBezTo>
                <a:cubicBezTo>
                  <a:pt x="7330064" y="616950"/>
                  <a:pt x="6803503" y="613624"/>
                  <a:pt x="6620306" y="597588"/>
                </a:cubicBezTo>
                <a:cubicBezTo>
                  <a:pt x="6437109" y="581552"/>
                  <a:pt x="6328322" y="580759"/>
                  <a:pt x="6224453" y="597588"/>
                </a:cubicBezTo>
                <a:cubicBezTo>
                  <a:pt x="6120584" y="614417"/>
                  <a:pt x="5812892" y="595138"/>
                  <a:pt x="5637498" y="597588"/>
                </a:cubicBezTo>
                <a:cubicBezTo>
                  <a:pt x="5462104" y="600038"/>
                  <a:pt x="5130595" y="592370"/>
                  <a:pt x="4954992" y="597588"/>
                </a:cubicBezTo>
                <a:cubicBezTo>
                  <a:pt x="4779389" y="602806"/>
                  <a:pt x="4663883" y="592272"/>
                  <a:pt x="4559139" y="597588"/>
                </a:cubicBezTo>
                <a:cubicBezTo>
                  <a:pt x="4454395" y="602904"/>
                  <a:pt x="3924364" y="575478"/>
                  <a:pt x="3685531" y="597588"/>
                </a:cubicBezTo>
                <a:cubicBezTo>
                  <a:pt x="3446698" y="619698"/>
                  <a:pt x="3449131" y="579900"/>
                  <a:pt x="3289678" y="597588"/>
                </a:cubicBezTo>
                <a:cubicBezTo>
                  <a:pt x="3130225" y="615276"/>
                  <a:pt x="2881377" y="584534"/>
                  <a:pt x="2607172" y="597588"/>
                </a:cubicBezTo>
                <a:cubicBezTo>
                  <a:pt x="2332967" y="610642"/>
                  <a:pt x="2175241" y="618328"/>
                  <a:pt x="2020217" y="597588"/>
                </a:cubicBezTo>
                <a:cubicBezTo>
                  <a:pt x="1865194" y="576848"/>
                  <a:pt x="1348699" y="575533"/>
                  <a:pt x="1146610" y="597588"/>
                </a:cubicBezTo>
                <a:cubicBezTo>
                  <a:pt x="944521" y="619643"/>
                  <a:pt x="881969" y="584731"/>
                  <a:pt x="655206" y="597588"/>
                </a:cubicBezTo>
                <a:cubicBezTo>
                  <a:pt x="428443" y="610445"/>
                  <a:pt x="252194" y="577280"/>
                  <a:pt x="0" y="597588"/>
                </a:cubicBezTo>
                <a:cubicBezTo>
                  <a:pt x="-23742" y="304034"/>
                  <a:pt x="-3662" y="245262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61100876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  <p:sp>
        <p:nvSpPr>
          <p:cNvPr id="21" name="Rectángulo 20">
            <a:hlinkClick r:id="" action="ppaction://hlinkshowjump?jump=nextslide"/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B49BA9A5-A24D-47AC-9138-8A77D5935784}"/>
              </a:ext>
            </a:extLst>
          </p:cNvPr>
          <p:cNvSpPr/>
          <p:nvPr/>
        </p:nvSpPr>
        <p:spPr>
          <a:xfrm>
            <a:off x="2550969" y="-8012980"/>
            <a:ext cx="9555081" cy="597588"/>
          </a:xfrm>
          <a:custGeom>
            <a:avLst/>
            <a:gdLst>
              <a:gd name="connsiteX0" fmla="*/ 0 w 9555081"/>
              <a:gd name="connsiteY0" fmla="*/ 0 h 597588"/>
              <a:gd name="connsiteX1" fmla="*/ 873607 w 9555081"/>
              <a:gd name="connsiteY1" fmla="*/ 0 h 597588"/>
              <a:gd name="connsiteX2" fmla="*/ 1556113 w 9555081"/>
              <a:gd name="connsiteY2" fmla="*/ 0 h 597588"/>
              <a:gd name="connsiteX3" fmla="*/ 1951967 w 9555081"/>
              <a:gd name="connsiteY3" fmla="*/ 0 h 597588"/>
              <a:gd name="connsiteX4" fmla="*/ 2730023 w 9555081"/>
              <a:gd name="connsiteY4" fmla="*/ 0 h 597588"/>
              <a:gd name="connsiteX5" fmla="*/ 3125876 w 9555081"/>
              <a:gd name="connsiteY5" fmla="*/ 0 h 597588"/>
              <a:gd name="connsiteX6" fmla="*/ 3521730 w 9555081"/>
              <a:gd name="connsiteY6" fmla="*/ 0 h 597588"/>
              <a:gd name="connsiteX7" fmla="*/ 3917583 w 9555081"/>
              <a:gd name="connsiteY7" fmla="*/ 0 h 597588"/>
              <a:gd name="connsiteX8" fmla="*/ 4695640 w 9555081"/>
              <a:gd name="connsiteY8" fmla="*/ 0 h 597588"/>
              <a:gd name="connsiteX9" fmla="*/ 5091493 w 9555081"/>
              <a:gd name="connsiteY9" fmla="*/ 0 h 597588"/>
              <a:gd name="connsiteX10" fmla="*/ 5773999 w 9555081"/>
              <a:gd name="connsiteY10" fmla="*/ 0 h 597588"/>
              <a:gd name="connsiteX11" fmla="*/ 6456505 w 9555081"/>
              <a:gd name="connsiteY11" fmla="*/ 0 h 597588"/>
              <a:gd name="connsiteX12" fmla="*/ 6852358 w 9555081"/>
              <a:gd name="connsiteY12" fmla="*/ 0 h 597588"/>
              <a:gd name="connsiteX13" fmla="*/ 7248211 w 9555081"/>
              <a:gd name="connsiteY13" fmla="*/ 0 h 597588"/>
              <a:gd name="connsiteX14" fmla="*/ 8026268 w 9555081"/>
              <a:gd name="connsiteY14" fmla="*/ 0 h 597588"/>
              <a:gd name="connsiteX15" fmla="*/ 8422121 w 9555081"/>
              <a:gd name="connsiteY15" fmla="*/ 0 h 597588"/>
              <a:gd name="connsiteX16" fmla="*/ 9555081 w 9555081"/>
              <a:gd name="connsiteY16" fmla="*/ 0 h 597588"/>
              <a:gd name="connsiteX17" fmla="*/ 9555081 w 9555081"/>
              <a:gd name="connsiteY17" fmla="*/ 597588 h 597588"/>
              <a:gd name="connsiteX18" fmla="*/ 9159228 w 9555081"/>
              <a:gd name="connsiteY18" fmla="*/ 597588 h 597588"/>
              <a:gd name="connsiteX19" fmla="*/ 8381171 w 9555081"/>
              <a:gd name="connsiteY19" fmla="*/ 597588 h 597588"/>
              <a:gd name="connsiteX20" fmla="*/ 7794216 w 9555081"/>
              <a:gd name="connsiteY20" fmla="*/ 597588 h 597588"/>
              <a:gd name="connsiteX21" fmla="*/ 7016159 w 9555081"/>
              <a:gd name="connsiteY21" fmla="*/ 597588 h 597588"/>
              <a:gd name="connsiteX22" fmla="*/ 6429205 w 9555081"/>
              <a:gd name="connsiteY22" fmla="*/ 597588 h 597588"/>
              <a:gd name="connsiteX23" fmla="*/ 6033351 w 9555081"/>
              <a:gd name="connsiteY23" fmla="*/ 597588 h 597588"/>
              <a:gd name="connsiteX24" fmla="*/ 5637498 w 9555081"/>
              <a:gd name="connsiteY24" fmla="*/ 597588 h 597588"/>
              <a:gd name="connsiteX25" fmla="*/ 4954992 w 9555081"/>
              <a:gd name="connsiteY25" fmla="*/ 597588 h 597588"/>
              <a:gd name="connsiteX26" fmla="*/ 4559139 w 9555081"/>
              <a:gd name="connsiteY26" fmla="*/ 597588 h 597588"/>
              <a:gd name="connsiteX27" fmla="*/ 3876633 w 9555081"/>
              <a:gd name="connsiteY27" fmla="*/ 597588 h 597588"/>
              <a:gd name="connsiteX28" fmla="*/ 3289678 w 9555081"/>
              <a:gd name="connsiteY28" fmla="*/ 597588 h 597588"/>
              <a:gd name="connsiteX29" fmla="*/ 2607172 w 9555081"/>
              <a:gd name="connsiteY29" fmla="*/ 597588 h 597588"/>
              <a:gd name="connsiteX30" fmla="*/ 1829116 w 9555081"/>
              <a:gd name="connsiteY30" fmla="*/ 597588 h 597588"/>
              <a:gd name="connsiteX31" fmla="*/ 1242161 w 9555081"/>
              <a:gd name="connsiteY31" fmla="*/ 597588 h 597588"/>
              <a:gd name="connsiteX32" fmla="*/ 846307 w 9555081"/>
              <a:gd name="connsiteY32" fmla="*/ 597588 h 597588"/>
              <a:gd name="connsiteX33" fmla="*/ 0 w 9555081"/>
              <a:gd name="connsiteY33" fmla="*/ 597588 h 597588"/>
              <a:gd name="connsiteX34" fmla="*/ 0 w 9555081"/>
              <a:gd name="connsiteY34" fmla="*/ 0 h 59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555081" h="597588" fill="none" extrusionOk="0">
                <a:moveTo>
                  <a:pt x="0" y="0"/>
                </a:moveTo>
                <a:cubicBezTo>
                  <a:pt x="356770" y="27680"/>
                  <a:pt x="663305" y="-23226"/>
                  <a:pt x="873607" y="0"/>
                </a:cubicBezTo>
                <a:cubicBezTo>
                  <a:pt x="1083909" y="23226"/>
                  <a:pt x="1400778" y="-17381"/>
                  <a:pt x="1556113" y="0"/>
                </a:cubicBezTo>
                <a:cubicBezTo>
                  <a:pt x="1711448" y="17381"/>
                  <a:pt x="1789346" y="13906"/>
                  <a:pt x="1951967" y="0"/>
                </a:cubicBezTo>
                <a:cubicBezTo>
                  <a:pt x="2114588" y="-13906"/>
                  <a:pt x="2547738" y="-3615"/>
                  <a:pt x="2730023" y="0"/>
                </a:cubicBezTo>
                <a:cubicBezTo>
                  <a:pt x="2912308" y="3615"/>
                  <a:pt x="3027032" y="8545"/>
                  <a:pt x="3125876" y="0"/>
                </a:cubicBezTo>
                <a:cubicBezTo>
                  <a:pt x="3224720" y="-8545"/>
                  <a:pt x="3378818" y="18498"/>
                  <a:pt x="3521730" y="0"/>
                </a:cubicBezTo>
                <a:cubicBezTo>
                  <a:pt x="3664642" y="-18498"/>
                  <a:pt x="3774051" y="-1459"/>
                  <a:pt x="3917583" y="0"/>
                </a:cubicBezTo>
                <a:cubicBezTo>
                  <a:pt x="4061115" y="1459"/>
                  <a:pt x="4429958" y="-35630"/>
                  <a:pt x="4695640" y="0"/>
                </a:cubicBezTo>
                <a:cubicBezTo>
                  <a:pt x="4961322" y="35630"/>
                  <a:pt x="4954435" y="938"/>
                  <a:pt x="5091493" y="0"/>
                </a:cubicBezTo>
                <a:cubicBezTo>
                  <a:pt x="5228551" y="-938"/>
                  <a:pt x="5599272" y="-21727"/>
                  <a:pt x="5773999" y="0"/>
                </a:cubicBezTo>
                <a:cubicBezTo>
                  <a:pt x="5948726" y="21727"/>
                  <a:pt x="6208121" y="11772"/>
                  <a:pt x="6456505" y="0"/>
                </a:cubicBezTo>
                <a:cubicBezTo>
                  <a:pt x="6704889" y="-11772"/>
                  <a:pt x="6671778" y="-1211"/>
                  <a:pt x="6852358" y="0"/>
                </a:cubicBezTo>
                <a:cubicBezTo>
                  <a:pt x="7032938" y="1211"/>
                  <a:pt x="7051734" y="18148"/>
                  <a:pt x="7248211" y="0"/>
                </a:cubicBezTo>
                <a:cubicBezTo>
                  <a:pt x="7444688" y="-18148"/>
                  <a:pt x="7706132" y="-6507"/>
                  <a:pt x="8026268" y="0"/>
                </a:cubicBezTo>
                <a:cubicBezTo>
                  <a:pt x="8346404" y="6507"/>
                  <a:pt x="8332504" y="12394"/>
                  <a:pt x="8422121" y="0"/>
                </a:cubicBezTo>
                <a:cubicBezTo>
                  <a:pt x="8511738" y="-12394"/>
                  <a:pt x="9102778" y="10140"/>
                  <a:pt x="9555081" y="0"/>
                </a:cubicBezTo>
                <a:cubicBezTo>
                  <a:pt x="9556029" y="225658"/>
                  <a:pt x="9556885" y="350815"/>
                  <a:pt x="9555081" y="597588"/>
                </a:cubicBezTo>
                <a:cubicBezTo>
                  <a:pt x="9449428" y="582241"/>
                  <a:pt x="9273111" y="601769"/>
                  <a:pt x="9159228" y="597588"/>
                </a:cubicBezTo>
                <a:cubicBezTo>
                  <a:pt x="9045345" y="593407"/>
                  <a:pt x="8669357" y="618021"/>
                  <a:pt x="8381171" y="597588"/>
                </a:cubicBezTo>
                <a:cubicBezTo>
                  <a:pt x="8092985" y="577155"/>
                  <a:pt x="8046881" y="607279"/>
                  <a:pt x="7794216" y="597588"/>
                </a:cubicBezTo>
                <a:cubicBezTo>
                  <a:pt x="7541551" y="587897"/>
                  <a:pt x="7172625" y="596350"/>
                  <a:pt x="7016159" y="597588"/>
                </a:cubicBezTo>
                <a:cubicBezTo>
                  <a:pt x="6859693" y="598826"/>
                  <a:pt x="6721869" y="588104"/>
                  <a:pt x="6429205" y="597588"/>
                </a:cubicBezTo>
                <a:cubicBezTo>
                  <a:pt x="6136541" y="607072"/>
                  <a:pt x="6191244" y="611340"/>
                  <a:pt x="6033351" y="597588"/>
                </a:cubicBezTo>
                <a:cubicBezTo>
                  <a:pt x="5875458" y="583836"/>
                  <a:pt x="5830510" y="613532"/>
                  <a:pt x="5637498" y="597588"/>
                </a:cubicBezTo>
                <a:cubicBezTo>
                  <a:pt x="5444486" y="581644"/>
                  <a:pt x="5098545" y="626251"/>
                  <a:pt x="4954992" y="597588"/>
                </a:cubicBezTo>
                <a:cubicBezTo>
                  <a:pt x="4811439" y="568925"/>
                  <a:pt x="4754197" y="611950"/>
                  <a:pt x="4559139" y="597588"/>
                </a:cubicBezTo>
                <a:cubicBezTo>
                  <a:pt x="4364081" y="583226"/>
                  <a:pt x="4083344" y="598115"/>
                  <a:pt x="3876633" y="597588"/>
                </a:cubicBezTo>
                <a:cubicBezTo>
                  <a:pt x="3669922" y="597061"/>
                  <a:pt x="3442285" y="615922"/>
                  <a:pt x="3289678" y="597588"/>
                </a:cubicBezTo>
                <a:cubicBezTo>
                  <a:pt x="3137072" y="579254"/>
                  <a:pt x="2886453" y="616151"/>
                  <a:pt x="2607172" y="597588"/>
                </a:cubicBezTo>
                <a:cubicBezTo>
                  <a:pt x="2327891" y="579025"/>
                  <a:pt x="2095772" y="606959"/>
                  <a:pt x="1829116" y="597588"/>
                </a:cubicBezTo>
                <a:cubicBezTo>
                  <a:pt x="1562460" y="588217"/>
                  <a:pt x="1478393" y="606097"/>
                  <a:pt x="1242161" y="597588"/>
                </a:cubicBezTo>
                <a:cubicBezTo>
                  <a:pt x="1005929" y="589079"/>
                  <a:pt x="1016118" y="607625"/>
                  <a:pt x="846307" y="597588"/>
                </a:cubicBezTo>
                <a:cubicBezTo>
                  <a:pt x="676496" y="587551"/>
                  <a:pt x="195440" y="612431"/>
                  <a:pt x="0" y="597588"/>
                </a:cubicBezTo>
                <a:cubicBezTo>
                  <a:pt x="-112" y="329502"/>
                  <a:pt x="8986" y="172548"/>
                  <a:pt x="0" y="0"/>
                </a:cubicBezTo>
                <a:close/>
              </a:path>
              <a:path w="9555081" h="597588" stroke="0" extrusionOk="0">
                <a:moveTo>
                  <a:pt x="0" y="0"/>
                </a:moveTo>
                <a:cubicBezTo>
                  <a:pt x="200056" y="1964"/>
                  <a:pt x="288878" y="-5704"/>
                  <a:pt x="491404" y="0"/>
                </a:cubicBezTo>
                <a:cubicBezTo>
                  <a:pt x="693930" y="5704"/>
                  <a:pt x="690390" y="8942"/>
                  <a:pt x="887258" y="0"/>
                </a:cubicBezTo>
                <a:cubicBezTo>
                  <a:pt x="1084126" y="-8942"/>
                  <a:pt x="1528194" y="-36880"/>
                  <a:pt x="1760865" y="0"/>
                </a:cubicBezTo>
                <a:cubicBezTo>
                  <a:pt x="1993536" y="36880"/>
                  <a:pt x="2167897" y="23565"/>
                  <a:pt x="2347820" y="0"/>
                </a:cubicBezTo>
                <a:cubicBezTo>
                  <a:pt x="2527744" y="-23565"/>
                  <a:pt x="2651701" y="-21684"/>
                  <a:pt x="2934775" y="0"/>
                </a:cubicBezTo>
                <a:cubicBezTo>
                  <a:pt x="3217850" y="21684"/>
                  <a:pt x="3284805" y="28173"/>
                  <a:pt x="3617281" y="0"/>
                </a:cubicBezTo>
                <a:cubicBezTo>
                  <a:pt x="3949757" y="-28173"/>
                  <a:pt x="4008333" y="20982"/>
                  <a:pt x="4108685" y="0"/>
                </a:cubicBezTo>
                <a:cubicBezTo>
                  <a:pt x="4209037" y="-20982"/>
                  <a:pt x="4544849" y="-33477"/>
                  <a:pt x="4886741" y="0"/>
                </a:cubicBezTo>
                <a:cubicBezTo>
                  <a:pt x="5228633" y="33477"/>
                  <a:pt x="5446763" y="-21716"/>
                  <a:pt x="5664798" y="0"/>
                </a:cubicBezTo>
                <a:cubicBezTo>
                  <a:pt x="5882833" y="21716"/>
                  <a:pt x="5950531" y="8715"/>
                  <a:pt x="6060651" y="0"/>
                </a:cubicBezTo>
                <a:cubicBezTo>
                  <a:pt x="6170771" y="-8715"/>
                  <a:pt x="6731200" y="-26947"/>
                  <a:pt x="6934259" y="0"/>
                </a:cubicBezTo>
                <a:cubicBezTo>
                  <a:pt x="7137318" y="26947"/>
                  <a:pt x="7396968" y="-14733"/>
                  <a:pt x="7521214" y="0"/>
                </a:cubicBezTo>
                <a:cubicBezTo>
                  <a:pt x="7645461" y="14733"/>
                  <a:pt x="7801104" y="-6952"/>
                  <a:pt x="7917067" y="0"/>
                </a:cubicBezTo>
                <a:cubicBezTo>
                  <a:pt x="8033030" y="6952"/>
                  <a:pt x="8328656" y="17210"/>
                  <a:pt x="8599573" y="0"/>
                </a:cubicBezTo>
                <a:cubicBezTo>
                  <a:pt x="8870490" y="-17210"/>
                  <a:pt x="9142155" y="7707"/>
                  <a:pt x="9555081" y="0"/>
                </a:cubicBezTo>
                <a:cubicBezTo>
                  <a:pt x="9584036" y="294513"/>
                  <a:pt x="9578660" y="443153"/>
                  <a:pt x="9555081" y="597588"/>
                </a:cubicBezTo>
                <a:cubicBezTo>
                  <a:pt x="9386031" y="597413"/>
                  <a:pt x="9222507" y="612752"/>
                  <a:pt x="9063677" y="597588"/>
                </a:cubicBezTo>
                <a:cubicBezTo>
                  <a:pt x="8904847" y="582424"/>
                  <a:pt x="8682994" y="606207"/>
                  <a:pt x="8381171" y="597588"/>
                </a:cubicBezTo>
                <a:cubicBezTo>
                  <a:pt x="8079348" y="588969"/>
                  <a:pt x="8038470" y="601006"/>
                  <a:pt x="7889767" y="597588"/>
                </a:cubicBezTo>
                <a:cubicBezTo>
                  <a:pt x="7741064" y="594170"/>
                  <a:pt x="7657764" y="578226"/>
                  <a:pt x="7493914" y="597588"/>
                </a:cubicBezTo>
                <a:cubicBezTo>
                  <a:pt x="7330064" y="616950"/>
                  <a:pt x="6803503" y="613624"/>
                  <a:pt x="6620306" y="597588"/>
                </a:cubicBezTo>
                <a:cubicBezTo>
                  <a:pt x="6437109" y="581552"/>
                  <a:pt x="6328322" y="580759"/>
                  <a:pt x="6224453" y="597588"/>
                </a:cubicBezTo>
                <a:cubicBezTo>
                  <a:pt x="6120584" y="614417"/>
                  <a:pt x="5812892" y="595138"/>
                  <a:pt x="5637498" y="597588"/>
                </a:cubicBezTo>
                <a:cubicBezTo>
                  <a:pt x="5462104" y="600038"/>
                  <a:pt x="5130595" y="592370"/>
                  <a:pt x="4954992" y="597588"/>
                </a:cubicBezTo>
                <a:cubicBezTo>
                  <a:pt x="4779389" y="602806"/>
                  <a:pt x="4663883" y="592272"/>
                  <a:pt x="4559139" y="597588"/>
                </a:cubicBezTo>
                <a:cubicBezTo>
                  <a:pt x="4454395" y="602904"/>
                  <a:pt x="3924364" y="575478"/>
                  <a:pt x="3685531" y="597588"/>
                </a:cubicBezTo>
                <a:cubicBezTo>
                  <a:pt x="3446698" y="619698"/>
                  <a:pt x="3449131" y="579900"/>
                  <a:pt x="3289678" y="597588"/>
                </a:cubicBezTo>
                <a:cubicBezTo>
                  <a:pt x="3130225" y="615276"/>
                  <a:pt x="2881377" y="584534"/>
                  <a:pt x="2607172" y="597588"/>
                </a:cubicBezTo>
                <a:cubicBezTo>
                  <a:pt x="2332967" y="610642"/>
                  <a:pt x="2175241" y="618328"/>
                  <a:pt x="2020217" y="597588"/>
                </a:cubicBezTo>
                <a:cubicBezTo>
                  <a:pt x="1865194" y="576848"/>
                  <a:pt x="1348699" y="575533"/>
                  <a:pt x="1146610" y="597588"/>
                </a:cubicBezTo>
                <a:cubicBezTo>
                  <a:pt x="944521" y="619643"/>
                  <a:pt x="881969" y="584731"/>
                  <a:pt x="655206" y="597588"/>
                </a:cubicBezTo>
                <a:cubicBezTo>
                  <a:pt x="428443" y="610445"/>
                  <a:pt x="252194" y="577280"/>
                  <a:pt x="0" y="597588"/>
                </a:cubicBezTo>
                <a:cubicBezTo>
                  <a:pt x="-23742" y="304034"/>
                  <a:pt x="-3662" y="245262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61100876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36" name="Rectángulo 35">
            <a:hlinkClick r:id="rId4" action="ppaction://hlinksldjump">
              <a:snd r:embed="rId5" name="coin.wav"/>
            </a:hlinkClick>
            <a:hlinkHover r:id="rId4" action="ppaction://hlinksldjump">
              <a:snd r:embed="rId5" name="coin.wav"/>
            </a:hlinkHover>
            <a:extLst>
              <a:ext uri="{FF2B5EF4-FFF2-40B4-BE49-F238E27FC236}">
                <a16:creationId xmlns:a16="http://schemas.microsoft.com/office/drawing/2014/main" id="{350F6218-F633-4273-A98A-5304447C55DB}"/>
              </a:ext>
            </a:extLst>
          </p:cNvPr>
          <p:cNvSpPr/>
          <p:nvPr/>
        </p:nvSpPr>
        <p:spPr>
          <a:xfrm rot="5400000">
            <a:off x="9775239" y="-13671363"/>
            <a:ext cx="1349711" cy="2929816"/>
          </a:xfrm>
          <a:custGeom>
            <a:avLst/>
            <a:gdLst>
              <a:gd name="connsiteX0" fmla="*/ 0 w 1349711"/>
              <a:gd name="connsiteY0" fmla="*/ 0 h 2929816"/>
              <a:gd name="connsiteX1" fmla="*/ 688353 w 1349711"/>
              <a:gd name="connsiteY1" fmla="*/ 0 h 2929816"/>
              <a:gd name="connsiteX2" fmla="*/ 1349711 w 1349711"/>
              <a:gd name="connsiteY2" fmla="*/ 0 h 2929816"/>
              <a:gd name="connsiteX3" fmla="*/ 1349711 w 1349711"/>
              <a:gd name="connsiteY3" fmla="*/ 498069 h 2929816"/>
              <a:gd name="connsiteX4" fmla="*/ 1349711 w 1349711"/>
              <a:gd name="connsiteY4" fmla="*/ 1113330 h 2929816"/>
              <a:gd name="connsiteX5" fmla="*/ 1349711 w 1349711"/>
              <a:gd name="connsiteY5" fmla="*/ 1669995 h 2929816"/>
              <a:gd name="connsiteX6" fmla="*/ 1349711 w 1349711"/>
              <a:gd name="connsiteY6" fmla="*/ 2226660 h 2929816"/>
              <a:gd name="connsiteX7" fmla="*/ 1349711 w 1349711"/>
              <a:gd name="connsiteY7" fmla="*/ 2929816 h 2929816"/>
              <a:gd name="connsiteX8" fmla="*/ 701850 w 1349711"/>
              <a:gd name="connsiteY8" fmla="*/ 2929816 h 2929816"/>
              <a:gd name="connsiteX9" fmla="*/ 0 w 1349711"/>
              <a:gd name="connsiteY9" fmla="*/ 2929816 h 2929816"/>
              <a:gd name="connsiteX10" fmla="*/ 0 w 1349711"/>
              <a:gd name="connsiteY10" fmla="*/ 2373151 h 2929816"/>
              <a:gd name="connsiteX11" fmla="*/ 0 w 1349711"/>
              <a:gd name="connsiteY11" fmla="*/ 1787188 h 2929816"/>
              <a:gd name="connsiteX12" fmla="*/ 0 w 1349711"/>
              <a:gd name="connsiteY12" fmla="*/ 1289119 h 2929816"/>
              <a:gd name="connsiteX13" fmla="*/ 0 w 1349711"/>
              <a:gd name="connsiteY13" fmla="*/ 673858 h 2929816"/>
              <a:gd name="connsiteX14" fmla="*/ 0 w 1349711"/>
              <a:gd name="connsiteY14" fmla="*/ 0 h 292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49711" h="2929816" fill="none" extrusionOk="0">
                <a:moveTo>
                  <a:pt x="0" y="0"/>
                </a:moveTo>
                <a:cubicBezTo>
                  <a:pt x="244567" y="-4129"/>
                  <a:pt x="391572" y="18695"/>
                  <a:pt x="688353" y="0"/>
                </a:cubicBezTo>
                <a:cubicBezTo>
                  <a:pt x="985134" y="-18695"/>
                  <a:pt x="1137411" y="-9331"/>
                  <a:pt x="1349711" y="0"/>
                </a:cubicBezTo>
                <a:cubicBezTo>
                  <a:pt x="1367244" y="127576"/>
                  <a:pt x="1326378" y="277255"/>
                  <a:pt x="1349711" y="498069"/>
                </a:cubicBezTo>
                <a:cubicBezTo>
                  <a:pt x="1373044" y="718883"/>
                  <a:pt x="1376904" y="896153"/>
                  <a:pt x="1349711" y="1113330"/>
                </a:cubicBezTo>
                <a:cubicBezTo>
                  <a:pt x="1322518" y="1330507"/>
                  <a:pt x="1335921" y="1521891"/>
                  <a:pt x="1349711" y="1669995"/>
                </a:cubicBezTo>
                <a:cubicBezTo>
                  <a:pt x="1363501" y="1818100"/>
                  <a:pt x="1350655" y="1971056"/>
                  <a:pt x="1349711" y="2226660"/>
                </a:cubicBezTo>
                <a:cubicBezTo>
                  <a:pt x="1348767" y="2482265"/>
                  <a:pt x="1348935" y="2617276"/>
                  <a:pt x="1349711" y="2929816"/>
                </a:cubicBezTo>
                <a:cubicBezTo>
                  <a:pt x="1114126" y="2935350"/>
                  <a:pt x="1021264" y="2902860"/>
                  <a:pt x="701850" y="2929816"/>
                </a:cubicBezTo>
                <a:cubicBezTo>
                  <a:pt x="382436" y="2956772"/>
                  <a:pt x="331945" y="2936397"/>
                  <a:pt x="0" y="2929816"/>
                </a:cubicBezTo>
                <a:cubicBezTo>
                  <a:pt x="15698" y="2692074"/>
                  <a:pt x="23060" y="2594281"/>
                  <a:pt x="0" y="2373151"/>
                </a:cubicBezTo>
                <a:cubicBezTo>
                  <a:pt x="-23060" y="2152022"/>
                  <a:pt x="-2717" y="1923577"/>
                  <a:pt x="0" y="1787188"/>
                </a:cubicBezTo>
                <a:cubicBezTo>
                  <a:pt x="2717" y="1650799"/>
                  <a:pt x="-2231" y="1461114"/>
                  <a:pt x="0" y="1289119"/>
                </a:cubicBezTo>
                <a:cubicBezTo>
                  <a:pt x="2231" y="1117124"/>
                  <a:pt x="19508" y="833245"/>
                  <a:pt x="0" y="673858"/>
                </a:cubicBezTo>
                <a:cubicBezTo>
                  <a:pt x="-19508" y="514471"/>
                  <a:pt x="-15330" y="198532"/>
                  <a:pt x="0" y="0"/>
                </a:cubicBezTo>
                <a:close/>
              </a:path>
              <a:path w="1349711" h="2929816" stroke="0" extrusionOk="0">
                <a:moveTo>
                  <a:pt x="0" y="0"/>
                </a:moveTo>
                <a:cubicBezTo>
                  <a:pt x="146052" y="-21494"/>
                  <a:pt x="495657" y="9476"/>
                  <a:pt x="688353" y="0"/>
                </a:cubicBezTo>
                <a:cubicBezTo>
                  <a:pt x="881049" y="-9476"/>
                  <a:pt x="1174056" y="28111"/>
                  <a:pt x="1349711" y="0"/>
                </a:cubicBezTo>
                <a:cubicBezTo>
                  <a:pt x="1350220" y="113333"/>
                  <a:pt x="1344423" y="362896"/>
                  <a:pt x="1349711" y="498069"/>
                </a:cubicBezTo>
                <a:cubicBezTo>
                  <a:pt x="1354999" y="633242"/>
                  <a:pt x="1352302" y="870542"/>
                  <a:pt x="1349711" y="996137"/>
                </a:cubicBezTo>
                <a:cubicBezTo>
                  <a:pt x="1347120" y="1121732"/>
                  <a:pt x="1348060" y="1374673"/>
                  <a:pt x="1349711" y="1640697"/>
                </a:cubicBezTo>
                <a:cubicBezTo>
                  <a:pt x="1351362" y="1906721"/>
                  <a:pt x="1370901" y="2029965"/>
                  <a:pt x="1349711" y="2255958"/>
                </a:cubicBezTo>
                <a:cubicBezTo>
                  <a:pt x="1328521" y="2481951"/>
                  <a:pt x="1339499" y="2743680"/>
                  <a:pt x="1349711" y="2929816"/>
                </a:cubicBezTo>
                <a:cubicBezTo>
                  <a:pt x="1025496" y="2906443"/>
                  <a:pt x="879128" y="2952236"/>
                  <a:pt x="661358" y="2929816"/>
                </a:cubicBezTo>
                <a:cubicBezTo>
                  <a:pt x="443588" y="2907396"/>
                  <a:pt x="178218" y="2901756"/>
                  <a:pt x="0" y="2929816"/>
                </a:cubicBezTo>
                <a:cubicBezTo>
                  <a:pt x="-7676" y="2694753"/>
                  <a:pt x="-24858" y="2637515"/>
                  <a:pt x="0" y="2402449"/>
                </a:cubicBezTo>
                <a:cubicBezTo>
                  <a:pt x="24858" y="2167383"/>
                  <a:pt x="-2405" y="2035122"/>
                  <a:pt x="0" y="1845784"/>
                </a:cubicBezTo>
                <a:cubicBezTo>
                  <a:pt x="2405" y="1656447"/>
                  <a:pt x="-24581" y="1476343"/>
                  <a:pt x="0" y="1318417"/>
                </a:cubicBezTo>
                <a:cubicBezTo>
                  <a:pt x="24581" y="1160491"/>
                  <a:pt x="-6928" y="812562"/>
                  <a:pt x="0" y="673858"/>
                </a:cubicBezTo>
                <a:cubicBezTo>
                  <a:pt x="6928" y="535154"/>
                  <a:pt x="7469" y="288141"/>
                  <a:pt x="0" y="0"/>
                </a:cubicBezTo>
                <a:close/>
              </a:path>
            </a:pathLst>
          </a:custGeom>
          <a:solidFill>
            <a:srgbClr val="FF0000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55068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2" name="Rectángulo 21">
            <a:hlinkClick r:id="" action="ppaction://hlinkshowjump?jump=nextslide"/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E979FCF2-C398-4A0D-A041-77913404EF7D}"/>
              </a:ext>
            </a:extLst>
          </p:cNvPr>
          <p:cNvSpPr/>
          <p:nvPr/>
        </p:nvSpPr>
        <p:spPr>
          <a:xfrm>
            <a:off x="-472455" y="-10623864"/>
            <a:ext cx="9555081" cy="1741923"/>
          </a:xfrm>
          <a:custGeom>
            <a:avLst/>
            <a:gdLst>
              <a:gd name="connsiteX0" fmla="*/ 0 w 9555081"/>
              <a:gd name="connsiteY0" fmla="*/ 0 h 1741923"/>
              <a:gd name="connsiteX1" fmla="*/ 491404 w 9555081"/>
              <a:gd name="connsiteY1" fmla="*/ 0 h 1741923"/>
              <a:gd name="connsiteX2" fmla="*/ 887258 w 9555081"/>
              <a:gd name="connsiteY2" fmla="*/ 0 h 1741923"/>
              <a:gd name="connsiteX3" fmla="*/ 1283111 w 9555081"/>
              <a:gd name="connsiteY3" fmla="*/ 0 h 1741923"/>
              <a:gd name="connsiteX4" fmla="*/ 1678964 w 9555081"/>
              <a:gd name="connsiteY4" fmla="*/ 0 h 1741923"/>
              <a:gd name="connsiteX5" fmla="*/ 2457021 w 9555081"/>
              <a:gd name="connsiteY5" fmla="*/ 0 h 1741923"/>
              <a:gd name="connsiteX6" fmla="*/ 2852874 w 9555081"/>
              <a:gd name="connsiteY6" fmla="*/ 0 h 1741923"/>
              <a:gd name="connsiteX7" fmla="*/ 3535380 w 9555081"/>
              <a:gd name="connsiteY7" fmla="*/ 0 h 1741923"/>
              <a:gd name="connsiteX8" fmla="*/ 4217886 w 9555081"/>
              <a:gd name="connsiteY8" fmla="*/ 0 h 1741923"/>
              <a:gd name="connsiteX9" fmla="*/ 4613739 w 9555081"/>
              <a:gd name="connsiteY9" fmla="*/ 0 h 1741923"/>
              <a:gd name="connsiteX10" fmla="*/ 5009592 w 9555081"/>
              <a:gd name="connsiteY10" fmla="*/ 0 h 1741923"/>
              <a:gd name="connsiteX11" fmla="*/ 5787649 w 9555081"/>
              <a:gd name="connsiteY11" fmla="*/ 0 h 1741923"/>
              <a:gd name="connsiteX12" fmla="*/ 6183502 w 9555081"/>
              <a:gd name="connsiteY12" fmla="*/ 0 h 1741923"/>
              <a:gd name="connsiteX13" fmla="*/ 6866008 w 9555081"/>
              <a:gd name="connsiteY13" fmla="*/ 0 h 1741923"/>
              <a:gd name="connsiteX14" fmla="*/ 7548514 w 9555081"/>
              <a:gd name="connsiteY14" fmla="*/ 0 h 1741923"/>
              <a:gd name="connsiteX15" fmla="*/ 8326571 w 9555081"/>
              <a:gd name="connsiteY15" fmla="*/ 0 h 1741923"/>
              <a:gd name="connsiteX16" fmla="*/ 8817975 w 9555081"/>
              <a:gd name="connsiteY16" fmla="*/ 0 h 1741923"/>
              <a:gd name="connsiteX17" fmla="*/ 9555081 w 9555081"/>
              <a:gd name="connsiteY17" fmla="*/ 0 h 1741923"/>
              <a:gd name="connsiteX18" fmla="*/ 9555081 w 9555081"/>
              <a:gd name="connsiteY18" fmla="*/ 615479 h 1741923"/>
              <a:gd name="connsiteX19" fmla="*/ 9555081 w 9555081"/>
              <a:gd name="connsiteY19" fmla="*/ 1213540 h 1741923"/>
              <a:gd name="connsiteX20" fmla="*/ 9555081 w 9555081"/>
              <a:gd name="connsiteY20" fmla="*/ 1741923 h 1741923"/>
              <a:gd name="connsiteX21" fmla="*/ 8777024 w 9555081"/>
              <a:gd name="connsiteY21" fmla="*/ 1741923 h 1741923"/>
              <a:gd name="connsiteX22" fmla="*/ 8094519 w 9555081"/>
              <a:gd name="connsiteY22" fmla="*/ 1741923 h 1741923"/>
              <a:gd name="connsiteX23" fmla="*/ 7698665 w 9555081"/>
              <a:gd name="connsiteY23" fmla="*/ 1741923 h 1741923"/>
              <a:gd name="connsiteX24" fmla="*/ 7016159 w 9555081"/>
              <a:gd name="connsiteY24" fmla="*/ 1741923 h 1741923"/>
              <a:gd name="connsiteX25" fmla="*/ 6429205 w 9555081"/>
              <a:gd name="connsiteY25" fmla="*/ 1741923 h 1741923"/>
              <a:gd name="connsiteX26" fmla="*/ 5746699 w 9555081"/>
              <a:gd name="connsiteY26" fmla="*/ 1741923 h 1741923"/>
              <a:gd name="connsiteX27" fmla="*/ 4968642 w 9555081"/>
              <a:gd name="connsiteY27" fmla="*/ 1741923 h 1741923"/>
              <a:gd name="connsiteX28" fmla="*/ 4381687 w 9555081"/>
              <a:gd name="connsiteY28" fmla="*/ 1741923 h 1741923"/>
              <a:gd name="connsiteX29" fmla="*/ 3985834 w 9555081"/>
              <a:gd name="connsiteY29" fmla="*/ 1741923 h 1741923"/>
              <a:gd name="connsiteX30" fmla="*/ 3207777 w 9555081"/>
              <a:gd name="connsiteY30" fmla="*/ 1741923 h 1741923"/>
              <a:gd name="connsiteX31" fmla="*/ 2525271 w 9555081"/>
              <a:gd name="connsiteY31" fmla="*/ 1741923 h 1741923"/>
              <a:gd name="connsiteX32" fmla="*/ 1747215 w 9555081"/>
              <a:gd name="connsiteY32" fmla="*/ 1741923 h 1741923"/>
              <a:gd name="connsiteX33" fmla="*/ 969158 w 9555081"/>
              <a:gd name="connsiteY33" fmla="*/ 1741923 h 1741923"/>
              <a:gd name="connsiteX34" fmla="*/ 0 w 9555081"/>
              <a:gd name="connsiteY34" fmla="*/ 1741923 h 1741923"/>
              <a:gd name="connsiteX35" fmla="*/ 0 w 9555081"/>
              <a:gd name="connsiteY35" fmla="*/ 1213540 h 1741923"/>
              <a:gd name="connsiteX36" fmla="*/ 0 w 9555081"/>
              <a:gd name="connsiteY36" fmla="*/ 685156 h 1741923"/>
              <a:gd name="connsiteX37" fmla="*/ 0 w 9555081"/>
              <a:gd name="connsiteY37" fmla="*/ 0 h 1741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555081" h="1741923" fill="none" extrusionOk="0">
                <a:moveTo>
                  <a:pt x="0" y="0"/>
                </a:moveTo>
                <a:cubicBezTo>
                  <a:pt x="180336" y="-17615"/>
                  <a:pt x="381777" y="860"/>
                  <a:pt x="491404" y="0"/>
                </a:cubicBezTo>
                <a:cubicBezTo>
                  <a:pt x="601031" y="-860"/>
                  <a:pt x="785816" y="5445"/>
                  <a:pt x="887258" y="0"/>
                </a:cubicBezTo>
                <a:cubicBezTo>
                  <a:pt x="988700" y="-5445"/>
                  <a:pt x="1143536" y="-13225"/>
                  <a:pt x="1283111" y="0"/>
                </a:cubicBezTo>
                <a:cubicBezTo>
                  <a:pt x="1422686" y="13225"/>
                  <a:pt x="1535432" y="-1459"/>
                  <a:pt x="1678964" y="0"/>
                </a:cubicBezTo>
                <a:cubicBezTo>
                  <a:pt x="1822496" y="1459"/>
                  <a:pt x="2191339" y="-35630"/>
                  <a:pt x="2457021" y="0"/>
                </a:cubicBezTo>
                <a:cubicBezTo>
                  <a:pt x="2722703" y="35630"/>
                  <a:pt x="2715816" y="938"/>
                  <a:pt x="2852874" y="0"/>
                </a:cubicBezTo>
                <a:cubicBezTo>
                  <a:pt x="2989932" y="-938"/>
                  <a:pt x="3360653" y="-21727"/>
                  <a:pt x="3535380" y="0"/>
                </a:cubicBezTo>
                <a:cubicBezTo>
                  <a:pt x="3710107" y="21727"/>
                  <a:pt x="3969502" y="11772"/>
                  <a:pt x="4217886" y="0"/>
                </a:cubicBezTo>
                <a:cubicBezTo>
                  <a:pt x="4466270" y="-11772"/>
                  <a:pt x="4433159" y="-1211"/>
                  <a:pt x="4613739" y="0"/>
                </a:cubicBezTo>
                <a:cubicBezTo>
                  <a:pt x="4794319" y="1211"/>
                  <a:pt x="4813115" y="18148"/>
                  <a:pt x="5009592" y="0"/>
                </a:cubicBezTo>
                <a:cubicBezTo>
                  <a:pt x="5206069" y="-18148"/>
                  <a:pt x="5467513" y="-6507"/>
                  <a:pt x="5787649" y="0"/>
                </a:cubicBezTo>
                <a:cubicBezTo>
                  <a:pt x="6107785" y="6507"/>
                  <a:pt x="6093885" y="12394"/>
                  <a:pt x="6183502" y="0"/>
                </a:cubicBezTo>
                <a:cubicBezTo>
                  <a:pt x="6273119" y="-12394"/>
                  <a:pt x="6655868" y="1294"/>
                  <a:pt x="6866008" y="0"/>
                </a:cubicBezTo>
                <a:cubicBezTo>
                  <a:pt x="7076148" y="-1294"/>
                  <a:pt x="7235145" y="2660"/>
                  <a:pt x="7548514" y="0"/>
                </a:cubicBezTo>
                <a:cubicBezTo>
                  <a:pt x="7861883" y="-2660"/>
                  <a:pt x="8061384" y="7355"/>
                  <a:pt x="8326571" y="0"/>
                </a:cubicBezTo>
                <a:cubicBezTo>
                  <a:pt x="8591758" y="-7355"/>
                  <a:pt x="8675628" y="-712"/>
                  <a:pt x="8817975" y="0"/>
                </a:cubicBezTo>
                <a:cubicBezTo>
                  <a:pt x="8960322" y="712"/>
                  <a:pt x="9332218" y="20091"/>
                  <a:pt x="9555081" y="0"/>
                </a:cubicBezTo>
                <a:cubicBezTo>
                  <a:pt x="9550423" y="169837"/>
                  <a:pt x="9564346" y="419265"/>
                  <a:pt x="9555081" y="615479"/>
                </a:cubicBezTo>
                <a:cubicBezTo>
                  <a:pt x="9545816" y="811693"/>
                  <a:pt x="9542515" y="943988"/>
                  <a:pt x="9555081" y="1213540"/>
                </a:cubicBezTo>
                <a:cubicBezTo>
                  <a:pt x="9567647" y="1483092"/>
                  <a:pt x="9551019" y="1618021"/>
                  <a:pt x="9555081" y="1741923"/>
                </a:cubicBezTo>
                <a:cubicBezTo>
                  <a:pt x="9317231" y="1734660"/>
                  <a:pt x="9083349" y="1752150"/>
                  <a:pt x="8777024" y="1741923"/>
                </a:cubicBezTo>
                <a:cubicBezTo>
                  <a:pt x="8470699" y="1731696"/>
                  <a:pt x="8232482" y="1769073"/>
                  <a:pt x="8094519" y="1741923"/>
                </a:cubicBezTo>
                <a:cubicBezTo>
                  <a:pt x="7956556" y="1714773"/>
                  <a:pt x="7783848" y="1761493"/>
                  <a:pt x="7698665" y="1741923"/>
                </a:cubicBezTo>
                <a:cubicBezTo>
                  <a:pt x="7613482" y="1722353"/>
                  <a:pt x="7222870" y="1742450"/>
                  <a:pt x="7016159" y="1741923"/>
                </a:cubicBezTo>
                <a:cubicBezTo>
                  <a:pt x="6809448" y="1741396"/>
                  <a:pt x="6576931" y="1757907"/>
                  <a:pt x="6429205" y="1741923"/>
                </a:cubicBezTo>
                <a:cubicBezTo>
                  <a:pt x="6281479" y="1725939"/>
                  <a:pt x="6025980" y="1760486"/>
                  <a:pt x="5746699" y="1741923"/>
                </a:cubicBezTo>
                <a:cubicBezTo>
                  <a:pt x="5467418" y="1723360"/>
                  <a:pt x="5240768" y="1756100"/>
                  <a:pt x="4968642" y="1741923"/>
                </a:cubicBezTo>
                <a:cubicBezTo>
                  <a:pt x="4696516" y="1727746"/>
                  <a:pt x="4617919" y="1750432"/>
                  <a:pt x="4381687" y="1741923"/>
                </a:cubicBezTo>
                <a:cubicBezTo>
                  <a:pt x="4145455" y="1733414"/>
                  <a:pt x="4147924" y="1750709"/>
                  <a:pt x="3985834" y="1741923"/>
                </a:cubicBezTo>
                <a:cubicBezTo>
                  <a:pt x="3823744" y="1733137"/>
                  <a:pt x="3560339" y="1775791"/>
                  <a:pt x="3207777" y="1741923"/>
                </a:cubicBezTo>
                <a:cubicBezTo>
                  <a:pt x="2855215" y="1708055"/>
                  <a:pt x="2846603" y="1769538"/>
                  <a:pt x="2525271" y="1741923"/>
                </a:cubicBezTo>
                <a:cubicBezTo>
                  <a:pt x="2203939" y="1714308"/>
                  <a:pt x="1958131" y="1762011"/>
                  <a:pt x="1747215" y="1741923"/>
                </a:cubicBezTo>
                <a:cubicBezTo>
                  <a:pt x="1536299" y="1721835"/>
                  <a:pt x="1212381" y="1768854"/>
                  <a:pt x="969158" y="1741923"/>
                </a:cubicBezTo>
                <a:cubicBezTo>
                  <a:pt x="725935" y="1714992"/>
                  <a:pt x="405029" y="1772652"/>
                  <a:pt x="0" y="1741923"/>
                </a:cubicBezTo>
                <a:cubicBezTo>
                  <a:pt x="15676" y="1486576"/>
                  <a:pt x="24474" y="1422008"/>
                  <a:pt x="0" y="1213540"/>
                </a:cubicBezTo>
                <a:cubicBezTo>
                  <a:pt x="-24474" y="1005072"/>
                  <a:pt x="-9787" y="848269"/>
                  <a:pt x="0" y="685156"/>
                </a:cubicBezTo>
                <a:cubicBezTo>
                  <a:pt x="9787" y="522043"/>
                  <a:pt x="23534" y="141505"/>
                  <a:pt x="0" y="0"/>
                </a:cubicBezTo>
                <a:close/>
              </a:path>
              <a:path w="9555081" h="1741923" stroke="0" extrusionOk="0">
                <a:moveTo>
                  <a:pt x="0" y="0"/>
                </a:moveTo>
                <a:cubicBezTo>
                  <a:pt x="200056" y="1964"/>
                  <a:pt x="288878" y="-5704"/>
                  <a:pt x="491404" y="0"/>
                </a:cubicBezTo>
                <a:cubicBezTo>
                  <a:pt x="693930" y="5704"/>
                  <a:pt x="690390" y="8942"/>
                  <a:pt x="887258" y="0"/>
                </a:cubicBezTo>
                <a:cubicBezTo>
                  <a:pt x="1084126" y="-8942"/>
                  <a:pt x="1528194" y="-36880"/>
                  <a:pt x="1760865" y="0"/>
                </a:cubicBezTo>
                <a:cubicBezTo>
                  <a:pt x="1993536" y="36880"/>
                  <a:pt x="2167897" y="23565"/>
                  <a:pt x="2347820" y="0"/>
                </a:cubicBezTo>
                <a:cubicBezTo>
                  <a:pt x="2527744" y="-23565"/>
                  <a:pt x="2651701" y="-21684"/>
                  <a:pt x="2934775" y="0"/>
                </a:cubicBezTo>
                <a:cubicBezTo>
                  <a:pt x="3217850" y="21684"/>
                  <a:pt x="3284805" y="28173"/>
                  <a:pt x="3617281" y="0"/>
                </a:cubicBezTo>
                <a:cubicBezTo>
                  <a:pt x="3949757" y="-28173"/>
                  <a:pt x="4008333" y="20982"/>
                  <a:pt x="4108685" y="0"/>
                </a:cubicBezTo>
                <a:cubicBezTo>
                  <a:pt x="4209037" y="-20982"/>
                  <a:pt x="4544849" y="-33477"/>
                  <a:pt x="4886741" y="0"/>
                </a:cubicBezTo>
                <a:cubicBezTo>
                  <a:pt x="5228633" y="33477"/>
                  <a:pt x="5446763" y="-21716"/>
                  <a:pt x="5664798" y="0"/>
                </a:cubicBezTo>
                <a:cubicBezTo>
                  <a:pt x="5882833" y="21716"/>
                  <a:pt x="5950531" y="8715"/>
                  <a:pt x="6060651" y="0"/>
                </a:cubicBezTo>
                <a:cubicBezTo>
                  <a:pt x="6170771" y="-8715"/>
                  <a:pt x="6731200" y="-26947"/>
                  <a:pt x="6934259" y="0"/>
                </a:cubicBezTo>
                <a:cubicBezTo>
                  <a:pt x="7137318" y="26947"/>
                  <a:pt x="7396968" y="-14733"/>
                  <a:pt x="7521214" y="0"/>
                </a:cubicBezTo>
                <a:cubicBezTo>
                  <a:pt x="7645461" y="14733"/>
                  <a:pt x="7801104" y="-6952"/>
                  <a:pt x="7917067" y="0"/>
                </a:cubicBezTo>
                <a:cubicBezTo>
                  <a:pt x="8033030" y="6952"/>
                  <a:pt x="8328656" y="17210"/>
                  <a:pt x="8599573" y="0"/>
                </a:cubicBezTo>
                <a:cubicBezTo>
                  <a:pt x="8870490" y="-17210"/>
                  <a:pt x="9142155" y="7707"/>
                  <a:pt x="9555081" y="0"/>
                </a:cubicBezTo>
                <a:cubicBezTo>
                  <a:pt x="9527863" y="251419"/>
                  <a:pt x="9568892" y="433253"/>
                  <a:pt x="9555081" y="598060"/>
                </a:cubicBezTo>
                <a:cubicBezTo>
                  <a:pt x="9541270" y="762867"/>
                  <a:pt x="9550078" y="1002517"/>
                  <a:pt x="9555081" y="1143863"/>
                </a:cubicBezTo>
                <a:cubicBezTo>
                  <a:pt x="9560084" y="1285209"/>
                  <a:pt x="9568113" y="1483984"/>
                  <a:pt x="9555081" y="1741923"/>
                </a:cubicBezTo>
                <a:cubicBezTo>
                  <a:pt x="9279386" y="1731437"/>
                  <a:pt x="9001541" y="1779339"/>
                  <a:pt x="8777024" y="1741923"/>
                </a:cubicBezTo>
                <a:cubicBezTo>
                  <a:pt x="8552507" y="1704507"/>
                  <a:pt x="8545021" y="1722561"/>
                  <a:pt x="8381171" y="1741923"/>
                </a:cubicBezTo>
                <a:cubicBezTo>
                  <a:pt x="8217321" y="1761285"/>
                  <a:pt x="7687175" y="1754446"/>
                  <a:pt x="7507564" y="1741923"/>
                </a:cubicBezTo>
                <a:cubicBezTo>
                  <a:pt x="7327953" y="1729400"/>
                  <a:pt x="7223554" y="1733792"/>
                  <a:pt x="7111710" y="1741923"/>
                </a:cubicBezTo>
                <a:cubicBezTo>
                  <a:pt x="6999866" y="1750054"/>
                  <a:pt x="6700149" y="1739473"/>
                  <a:pt x="6524755" y="1741923"/>
                </a:cubicBezTo>
                <a:cubicBezTo>
                  <a:pt x="6349361" y="1744373"/>
                  <a:pt x="6017368" y="1734012"/>
                  <a:pt x="5842250" y="1741923"/>
                </a:cubicBezTo>
                <a:cubicBezTo>
                  <a:pt x="5667132" y="1749834"/>
                  <a:pt x="5551850" y="1742274"/>
                  <a:pt x="5446396" y="1741923"/>
                </a:cubicBezTo>
                <a:cubicBezTo>
                  <a:pt x="5340942" y="1741572"/>
                  <a:pt x="4809054" y="1717229"/>
                  <a:pt x="4572789" y="1741923"/>
                </a:cubicBezTo>
                <a:cubicBezTo>
                  <a:pt x="4336524" y="1766617"/>
                  <a:pt x="4338259" y="1729953"/>
                  <a:pt x="4176935" y="1741923"/>
                </a:cubicBezTo>
                <a:cubicBezTo>
                  <a:pt x="4015611" y="1753893"/>
                  <a:pt x="3765460" y="1723591"/>
                  <a:pt x="3494430" y="1741923"/>
                </a:cubicBezTo>
                <a:cubicBezTo>
                  <a:pt x="3223401" y="1760255"/>
                  <a:pt x="3062499" y="1762663"/>
                  <a:pt x="2907475" y="1741923"/>
                </a:cubicBezTo>
                <a:cubicBezTo>
                  <a:pt x="2752452" y="1721183"/>
                  <a:pt x="2237928" y="1723162"/>
                  <a:pt x="2033867" y="1741923"/>
                </a:cubicBezTo>
                <a:cubicBezTo>
                  <a:pt x="1829806" y="1760684"/>
                  <a:pt x="1769226" y="1729066"/>
                  <a:pt x="1542463" y="1741923"/>
                </a:cubicBezTo>
                <a:cubicBezTo>
                  <a:pt x="1315700" y="1754780"/>
                  <a:pt x="1107892" y="1717695"/>
                  <a:pt x="955508" y="1741923"/>
                </a:cubicBezTo>
                <a:cubicBezTo>
                  <a:pt x="803125" y="1766151"/>
                  <a:pt x="409659" y="1695090"/>
                  <a:pt x="0" y="1741923"/>
                </a:cubicBezTo>
                <a:cubicBezTo>
                  <a:pt x="-17420" y="1586453"/>
                  <a:pt x="-24295" y="1453458"/>
                  <a:pt x="0" y="1178701"/>
                </a:cubicBezTo>
                <a:cubicBezTo>
                  <a:pt x="24295" y="903944"/>
                  <a:pt x="-26209" y="866146"/>
                  <a:pt x="0" y="632899"/>
                </a:cubicBezTo>
                <a:cubicBezTo>
                  <a:pt x="26209" y="399652"/>
                  <a:pt x="-15705" y="306983"/>
                  <a:pt x="0" y="0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61100876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  <p:sp>
        <p:nvSpPr>
          <p:cNvPr id="26" name="Forma libre: forma 25">
            <a:hlinkClick r:id="" action="ppaction://hlinkshowjump?jump=nextslide"/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5539DF97-910D-4B24-8C57-6282949FD718}"/>
              </a:ext>
            </a:extLst>
          </p:cNvPr>
          <p:cNvSpPr/>
          <p:nvPr/>
        </p:nvSpPr>
        <p:spPr>
          <a:xfrm rot="10800000">
            <a:off x="14930505" y="1557518"/>
            <a:ext cx="6641887" cy="7587885"/>
          </a:xfrm>
          <a:custGeom>
            <a:avLst/>
            <a:gdLst>
              <a:gd name="connsiteX0" fmla="*/ 6257449 w 6641887"/>
              <a:gd name="connsiteY0" fmla="*/ 7586866 h 7587885"/>
              <a:gd name="connsiteX1" fmla="*/ 6137463 w 6641887"/>
              <a:gd name="connsiteY1" fmla="*/ 7581588 h 7587885"/>
              <a:gd name="connsiteX2" fmla="*/ 6112266 w 6641887"/>
              <a:gd name="connsiteY2" fmla="*/ 7581812 h 7587885"/>
              <a:gd name="connsiteX3" fmla="*/ 6036028 w 6641887"/>
              <a:gd name="connsiteY3" fmla="*/ 7578807 h 7587885"/>
              <a:gd name="connsiteX4" fmla="*/ 5998161 w 6641887"/>
              <a:gd name="connsiteY4" fmla="*/ 7573809 h 7587885"/>
              <a:gd name="connsiteX5" fmla="*/ 5946185 w 6641887"/>
              <a:gd name="connsiteY5" fmla="*/ 7570603 h 7587885"/>
              <a:gd name="connsiteX6" fmla="*/ 5240190 w 6641887"/>
              <a:gd name="connsiteY6" fmla="*/ 7570603 h 7587885"/>
              <a:gd name="connsiteX7" fmla="*/ 5230340 w 6641887"/>
              <a:gd name="connsiteY7" fmla="*/ 7406268 h 7587885"/>
              <a:gd name="connsiteX8" fmla="*/ 5235809 w 6641887"/>
              <a:gd name="connsiteY8" fmla="*/ 7304256 h 7587885"/>
              <a:gd name="connsiteX9" fmla="*/ 5233517 w 6641887"/>
              <a:gd name="connsiteY9" fmla="*/ 7230312 h 7587885"/>
              <a:gd name="connsiteX10" fmla="*/ 5240190 w 6641887"/>
              <a:gd name="connsiteY10" fmla="*/ 6883106 h 7587885"/>
              <a:gd name="connsiteX11" fmla="*/ 5242512 w 6641887"/>
              <a:gd name="connsiteY11" fmla="*/ 6842904 h 7587885"/>
              <a:gd name="connsiteX12" fmla="*/ 5240190 w 6641887"/>
              <a:gd name="connsiteY12" fmla="*/ 6807481 h 7587885"/>
              <a:gd name="connsiteX13" fmla="*/ 5240190 w 6641887"/>
              <a:gd name="connsiteY13" fmla="*/ 6044360 h 7587885"/>
              <a:gd name="connsiteX14" fmla="*/ 5230545 w 6641887"/>
              <a:gd name="connsiteY14" fmla="*/ 5744709 h 7587885"/>
              <a:gd name="connsiteX15" fmla="*/ 5236099 w 6641887"/>
              <a:gd name="connsiteY15" fmla="*/ 5641454 h 7587885"/>
              <a:gd name="connsiteX16" fmla="*/ 5231740 w 6641887"/>
              <a:gd name="connsiteY16" fmla="*/ 5501129 h 7587885"/>
              <a:gd name="connsiteX17" fmla="*/ 5237903 w 6641887"/>
              <a:gd name="connsiteY17" fmla="*/ 5340743 h 7587885"/>
              <a:gd name="connsiteX18" fmla="*/ 5236043 w 6641887"/>
              <a:gd name="connsiteY18" fmla="*/ 5266117 h 7587885"/>
              <a:gd name="connsiteX19" fmla="*/ 5240190 w 6641887"/>
              <a:gd name="connsiteY19" fmla="*/ 4971865 h 7587885"/>
              <a:gd name="connsiteX20" fmla="*/ 5245325 w 6641887"/>
              <a:gd name="connsiteY20" fmla="*/ 4835078 h 7587885"/>
              <a:gd name="connsiteX21" fmla="*/ 5240190 w 6641887"/>
              <a:gd name="connsiteY21" fmla="*/ 4744991 h 7587885"/>
              <a:gd name="connsiteX22" fmla="*/ 5238994 w 6641887"/>
              <a:gd name="connsiteY22" fmla="*/ 4711044 h 7587885"/>
              <a:gd name="connsiteX23" fmla="*/ 5210670 w 6641887"/>
              <a:gd name="connsiteY23" fmla="*/ 4738028 h 7587885"/>
              <a:gd name="connsiteX24" fmla="*/ 5142670 w 6641887"/>
              <a:gd name="connsiteY24" fmla="*/ 4799156 h 7587885"/>
              <a:gd name="connsiteX25" fmla="*/ 5104705 w 6641887"/>
              <a:gd name="connsiteY25" fmla="*/ 4832953 h 7587885"/>
              <a:gd name="connsiteX26" fmla="*/ 5070280 w 6641887"/>
              <a:gd name="connsiteY26" fmla="*/ 4871546 h 7587885"/>
              <a:gd name="connsiteX27" fmla="*/ 4785894 w 6641887"/>
              <a:gd name="connsiteY27" fmla="*/ 5146444 h 7587885"/>
              <a:gd name="connsiteX28" fmla="*/ 4757702 w 6641887"/>
              <a:gd name="connsiteY28" fmla="*/ 5175692 h 7587885"/>
              <a:gd name="connsiteX29" fmla="*/ 4704308 w 6641887"/>
              <a:gd name="connsiteY29" fmla="*/ 5237518 h 7587885"/>
              <a:gd name="connsiteX30" fmla="*/ 4698830 w 6641887"/>
              <a:gd name="connsiteY30" fmla="*/ 4934827 h 7587885"/>
              <a:gd name="connsiteX31" fmla="*/ 4700320 w 6641887"/>
              <a:gd name="connsiteY31" fmla="*/ 4905092 h 7587885"/>
              <a:gd name="connsiteX32" fmla="*/ 4698366 w 6641887"/>
              <a:gd name="connsiteY32" fmla="*/ 4790581 h 7587885"/>
              <a:gd name="connsiteX33" fmla="*/ 4704308 w 6641887"/>
              <a:gd name="connsiteY33" fmla="*/ 4634268 h 7587885"/>
              <a:gd name="connsiteX34" fmla="*/ 4575056 w 6641887"/>
              <a:gd name="connsiteY34" fmla="*/ 4625922 h 7587885"/>
              <a:gd name="connsiteX35" fmla="*/ 4521956 w 6641887"/>
              <a:gd name="connsiteY35" fmla="*/ 4624003 h 7587885"/>
              <a:gd name="connsiteX36" fmla="*/ 4510566 w 6641887"/>
              <a:gd name="connsiteY36" fmla="*/ 4623915 h 7587885"/>
              <a:gd name="connsiteX37" fmla="*/ 4372360 w 6641887"/>
              <a:gd name="connsiteY37" fmla="*/ 4626104 h 7587885"/>
              <a:gd name="connsiteX38" fmla="*/ 4226040 w 6641887"/>
              <a:gd name="connsiteY38" fmla="*/ 4632475 h 7587885"/>
              <a:gd name="connsiteX39" fmla="*/ 4198288 w 6641887"/>
              <a:gd name="connsiteY39" fmla="*/ 4633109 h 7587885"/>
              <a:gd name="connsiteX40" fmla="*/ 4173868 w 6641887"/>
              <a:gd name="connsiteY40" fmla="*/ 4634268 h 7587885"/>
              <a:gd name="connsiteX41" fmla="*/ 4057832 w 6641887"/>
              <a:gd name="connsiteY41" fmla="*/ 4635405 h 7587885"/>
              <a:gd name="connsiteX42" fmla="*/ 4023808 w 6641887"/>
              <a:gd name="connsiteY42" fmla="*/ 4634252 h 7587885"/>
              <a:gd name="connsiteX43" fmla="*/ 3926870 w 6641887"/>
              <a:gd name="connsiteY43" fmla="*/ 4634084 h 7587885"/>
              <a:gd name="connsiteX44" fmla="*/ 3560202 w 6641887"/>
              <a:gd name="connsiteY44" fmla="*/ 4645055 h 7587885"/>
              <a:gd name="connsiteX45" fmla="*/ 3481464 w 6641887"/>
              <a:gd name="connsiteY45" fmla="*/ 4639459 h 7587885"/>
              <a:gd name="connsiteX46" fmla="*/ 3434654 w 6641887"/>
              <a:gd name="connsiteY46" fmla="*/ 4641573 h 7587885"/>
              <a:gd name="connsiteX47" fmla="*/ 2877984 w 6641887"/>
              <a:gd name="connsiteY47" fmla="*/ 4634268 h 7587885"/>
              <a:gd name="connsiteX48" fmla="*/ 2300544 w 6641887"/>
              <a:gd name="connsiteY48" fmla="*/ 4634268 h 7587885"/>
              <a:gd name="connsiteX49" fmla="*/ 2280624 w 6641887"/>
              <a:gd name="connsiteY49" fmla="*/ 4633114 h 7587885"/>
              <a:gd name="connsiteX50" fmla="*/ 2206540 w 6641887"/>
              <a:gd name="connsiteY50" fmla="*/ 4634268 h 7587885"/>
              <a:gd name="connsiteX51" fmla="*/ 1909944 w 6641887"/>
              <a:gd name="connsiteY51" fmla="*/ 4628189 h 7587885"/>
              <a:gd name="connsiteX52" fmla="*/ 1849128 w 6641887"/>
              <a:gd name="connsiteY52" fmla="*/ 4626729 h 7587885"/>
              <a:gd name="connsiteX53" fmla="*/ 1747454 w 6641887"/>
              <a:gd name="connsiteY53" fmla="*/ 4630091 h 7587885"/>
              <a:gd name="connsiteX54" fmla="*/ 1672544 w 6641887"/>
              <a:gd name="connsiteY54" fmla="*/ 4631565 h 7587885"/>
              <a:gd name="connsiteX55" fmla="*/ 1629100 w 6641887"/>
              <a:gd name="connsiteY55" fmla="*/ 4634268 h 7587885"/>
              <a:gd name="connsiteX56" fmla="*/ 910658 w 6641887"/>
              <a:gd name="connsiteY56" fmla="*/ 4634268 h 7587885"/>
              <a:gd name="connsiteX57" fmla="*/ 721050 w 6641887"/>
              <a:gd name="connsiteY57" fmla="*/ 4639730 h 7587885"/>
              <a:gd name="connsiteX58" fmla="*/ 616952 w 6641887"/>
              <a:gd name="connsiteY58" fmla="*/ 4638789 h 7587885"/>
              <a:gd name="connsiteX59" fmla="*/ 423102 w 6641887"/>
              <a:gd name="connsiteY59" fmla="*/ 4644670 h 7587885"/>
              <a:gd name="connsiteX60" fmla="*/ 4210 w 6641887"/>
              <a:gd name="connsiteY60" fmla="*/ 4634268 h 7587885"/>
              <a:gd name="connsiteX61" fmla="*/ 1110 w 6641887"/>
              <a:gd name="connsiteY61" fmla="*/ 4152229 h 7587885"/>
              <a:gd name="connsiteX62" fmla="*/ 1644 w 6641887"/>
              <a:gd name="connsiteY62" fmla="*/ 4135479 h 7587885"/>
              <a:gd name="connsiteX63" fmla="*/ 1766 w 6641887"/>
              <a:gd name="connsiteY63" fmla="*/ 4113201 h 7587885"/>
              <a:gd name="connsiteX64" fmla="*/ 4210 w 6641887"/>
              <a:gd name="connsiteY64" fmla="*/ 4055148 h 7587885"/>
              <a:gd name="connsiteX65" fmla="*/ 4210 w 6641887"/>
              <a:gd name="connsiteY65" fmla="*/ 3427768 h 7587885"/>
              <a:gd name="connsiteX66" fmla="*/ 722654 w 6641887"/>
              <a:gd name="connsiteY66" fmla="*/ 3427768 h 7587885"/>
              <a:gd name="connsiteX67" fmla="*/ 964446 w 6641887"/>
              <a:gd name="connsiteY67" fmla="*/ 3421749 h 7587885"/>
              <a:gd name="connsiteX68" fmla="*/ 1075706 w 6641887"/>
              <a:gd name="connsiteY68" fmla="*/ 3425443 h 7587885"/>
              <a:gd name="connsiteX69" fmla="*/ 1191730 w 6641887"/>
              <a:gd name="connsiteY69" fmla="*/ 3423730 h 7587885"/>
              <a:gd name="connsiteX70" fmla="*/ 1347094 w 6641887"/>
              <a:gd name="connsiteY70" fmla="*/ 3427768 h 7587885"/>
              <a:gd name="connsiteX71" fmla="*/ 1398200 w 6641887"/>
              <a:gd name="connsiteY71" fmla="*/ 3430046 h 7587885"/>
              <a:gd name="connsiteX72" fmla="*/ 1441096 w 6641887"/>
              <a:gd name="connsiteY72" fmla="*/ 3427768 h 7587885"/>
              <a:gd name="connsiteX73" fmla="*/ 1846292 w 6641887"/>
              <a:gd name="connsiteY73" fmla="*/ 3431632 h 7587885"/>
              <a:gd name="connsiteX74" fmla="*/ 1895016 w 6641887"/>
              <a:gd name="connsiteY74" fmla="*/ 3430539 h 7587885"/>
              <a:gd name="connsiteX75" fmla="*/ 1924536 w 6641887"/>
              <a:gd name="connsiteY75" fmla="*/ 3427768 h 7587885"/>
              <a:gd name="connsiteX76" fmla="*/ 2210734 w 6641887"/>
              <a:gd name="connsiteY76" fmla="*/ 3417652 h 7587885"/>
              <a:gd name="connsiteX77" fmla="*/ 2253014 w 6641887"/>
              <a:gd name="connsiteY77" fmla="*/ 3418705 h 7587885"/>
              <a:gd name="connsiteX78" fmla="*/ 2361284 w 6641887"/>
              <a:gd name="connsiteY78" fmla="*/ 3414520 h 7587885"/>
              <a:gd name="connsiteX79" fmla="*/ 2642980 w 6641887"/>
              <a:gd name="connsiteY79" fmla="*/ 3427768 h 7587885"/>
              <a:gd name="connsiteX80" fmla="*/ 3177828 w 6641887"/>
              <a:gd name="connsiteY80" fmla="*/ 3419310 h 7587885"/>
              <a:gd name="connsiteX81" fmla="*/ 3296368 w 6641887"/>
              <a:gd name="connsiteY81" fmla="*/ 3424771 h 7587885"/>
              <a:gd name="connsiteX82" fmla="*/ 3427272 w 6641887"/>
              <a:gd name="connsiteY82" fmla="*/ 3411218 h 7587885"/>
              <a:gd name="connsiteX83" fmla="*/ 3985864 w 6641887"/>
              <a:gd name="connsiteY83" fmla="*/ 3427768 h 7587885"/>
              <a:gd name="connsiteX84" fmla="*/ 4704308 w 6641887"/>
              <a:gd name="connsiteY84" fmla="*/ 3427768 h 7587885"/>
              <a:gd name="connsiteX85" fmla="*/ 4704308 w 6641887"/>
              <a:gd name="connsiteY85" fmla="*/ 2824518 h 7587885"/>
              <a:gd name="connsiteX86" fmla="*/ 5082345 w 6641887"/>
              <a:gd name="connsiteY86" fmla="*/ 3202555 h 7587885"/>
              <a:gd name="connsiteX87" fmla="*/ 5083472 w 6641887"/>
              <a:gd name="connsiteY87" fmla="*/ 3203848 h 7587885"/>
              <a:gd name="connsiteX88" fmla="*/ 5130605 w 6641887"/>
              <a:gd name="connsiteY88" fmla="*/ 3250815 h 7587885"/>
              <a:gd name="connsiteX89" fmla="*/ 5187614 w 6641887"/>
              <a:gd name="connsiteY89" fmla="*/ 3305061 h 7587885"/>
              <a:gd name="connsiteX90" fmla="*/ 5226966 w 6641887"/>
              <a:gd name="connsiteY90" fmla="*/ 3344966 h 7587885"/>
              <a:gd name="connsiteX91" fmla="*/ 5226104 w 6641887"/>
              <a:gd name="connsiteY91" fmla="*/ 3317906 h 7587885"/>
              <a:gd name="connsiteX92" fmla="*/ 5240190 w 6641887"/>
              <a:gd name="connsiteY92" fmla="*/ 3060624 h 7587885"/>
              <a:gd name="connsiteX93" fmla="*/ 5240190 w 6641887"/>
              <a:gd name="connsiteY93" fmla="*/ 2524377 h 7587885"/>
              <a:gd name="connsiteX94" fmla="*/ 5240190 w 6641887"/>
              <a:gd name="connsiteY94" fmla="*/ 1761255 h 7587885"/>
              <a:gd name="connsiteX95" fmla="*/ 5241148 w 6641887"/>
              <a:gd name="connsiteY95" fmla="*/ 1305481 h 7587885"/>
              <a:gd name="connsiteX96" fmla="*/ 5240751 w 6641887"/>
              <a:gd name="connsiteY96" fmla="*/ 1240849 h 7587885"/>
              <a:gd name="connsiteX97" fmla="*/ 5240190 w 6641887"/>
              <a:gd name="connsiteY97" fmla="*/ 1225008 h 7587885"/>
              <a:gd name="connsiteX98" fmla="*/ 5240480 w 6641887"/>
              <a:gd name="connsiteY98" fmla="*/ 1196629 h 7587885"/>
              <a:gd name="connsiteX99" fmla="*/ 5240190 w 6641887"/>
              <a:gd name="connsiteY99" fmla="*/ 1149383 h 7587885"/>
              <a:gd name="connsiteX100" fmla="*/ 5240190 w 6641887"/>
              <a:gd name="connsiteY100" fmla="*/ 8138 h 7587885"/>
              <a:gd name="connsiteX101" fmla="*/ 5890812 w 6641887"/>
              <a:gd name="connsiteY101" fmla="*/ 8138 h 7587885"/>
              <a:gd name="connsiteX102" fmla="*/ 5932116 w 6641887"/>
              <a:gd name="connsiteY102" fmla="*/ 8592 h 7587885"/>
              <a:gd name="connsiteX103" fmla="*/ 5946184 w 6641887"/>
              <a:gd name="connsiteY103" fmla="*/ 8138 h 7587885"/>
              <a:gd name="connsiteX104" fmla="*/ 6088485 w 6641887"/>
              <a:gd name="connsiteY104" fmla="*/ 7706 h 7587885"/>
              <a:gd name="connsiteX105" fmla="*/ 6153841 w 6641887"/>
              <a:gd name="connsiteY105" fmla="*/ 10261 h 7587885"/>
              <a:gd name="connsiteX106" fmla="*/ 6270950 w 6641887"/>
              <a:gd name="connsiteY106" fmla="*/ 10580 h 7587885"/>
              <a:gd name="connsiteX107" fmla="*/ 6624492 w 6641887"/>
              <a:gd name="connsiteY107" fmla="*/ 8138 h 7587885"/>
              <a:gd name="connsiteX108" fmla="*/ 6624492 w 6641887"/>
              <a:gd name="connsiteY108" fmla="*/ 695635 h 7587885"/>
              <a:gd name="connsiteX109" fmla="*/ 6622512 w 6641887"/>
              <a:gd name="connsiteY109" fmla="*/ 723481 h 7587885"/>
              <a:gd name="connsiteX110" fmla="*/ 6624677 w 6641887"/>
              <a:gd name="connsiteY110" fmla="*/ 764037 h 7587885"/>
              <a:gd name="connsiteX111" fmla="*/ 6624492 w 6641887"/>
              <a:gd name="connsiteY111" fmla="*/ 1005009 h 7587885"/>
              <a:gd name="connsiteX112" fmla="*/ 6620187 w 6641887"/>
              <a:gd name="connsiteY112" fmla="*/ 1062338 h 7587885"/>
              <a:gd name="connsiteX113" fmla="*/ 6624182 w 6641887"/>
              <a:gd name="connsiteY113" fmla="*/ 1133310 h 7587885"/>
              <a:gd name="connsiteX114" fmla="*/ 6624492 w 6641887"/>
              <a:gd name="connsiteY114" fmla="*/ 1307507 h 7587885"/>
              <a:gd name="connsiteX115" fmla="*/ 6636606 w 6641887"/>
              <a:gd name="connsiteY115" fmla="*/ 1889463 h 7587885"/>
              <a:gd name="connsiteX116" fmla="*/ 6633574 w 6641887"/>
              <a:gd name="connsiteY116" fmla="*/ 1934817 h 7587885"/>
              <a:gd name="connsiteX117" fmla="*/ 6641008 w 6641887"/>
              <a:gd name="connsiteY117" fmla="*/ 2009370 h 7587885"/>
              <a:gd name="connsiteX118" fmla="*/ 6624492 w 6641887"/>
              <a:gd name="connsiteY118" fmla="*/ 2455627 h 7587885"/>
              <a:gd name="connsiteX119" fmla="*/ 6626802 w 6641887"/>
              <a:gd name="connsiteY119" fmla="*/ 2738923 h 7587885"/>
              <a:gd name="connsiteX120" fmla="*/ 6627024 w 6641887"/>
              <a:gd name="connsiteY120" fmla="*/ 2860999 h 7587885"/>
              <a:gd name="connsiteX121" fmla="*/ 6639760 w 6641887"/>
              <a:gd name="connsiteY121" fmla="*/ 2998067 h 7587885"/>
              <a:gd name="connsiteX122" fmla="*/ 6624492 w 6641887"/>
              <a:gd name="connsiteY122" fmla="*/ 3294373 h 7587885"/>
              <a:gd name="connsiteX123" fmla="*/ 6624492 w 6641887"/>
              <a:gd name="connsiteY123" fmla="*/ 3754996 h 7587885"/>
              <a:gd name="connsiteX124" fmla="*/ 6632027 w 6641887"/>
              <a:gd name="connsiteY124" fmla="*/ 3945869 h 7587885"/>
              <a:gd name="connsiteX125" fmla="*/ 6627746 w 6641887"/>
              <a:gd name="connsiteY125" fmla="*/ 4048406 h 7587885"/>
              <a:gd name="connsiteX126" fmla="*/ 6628914 w 6641887"/>
              <a:gd name="connsiteY126" fmla="*/ 4103064 h 7587885"/>
              <a:gd name="connsiteX127" fmla="*/ 6624492 w 6641887"/>
              <a:gd name="connsiteY127" fmla="*/ 4215619 h 7587885"/>
              <a:gd name="connsiteX128" fmla="*/ 6623193 w 6641887"/>
              <a:gd name="connsiteY128" fmla="*/ 4257075 h 7587885"/>
              <a:gd name="connsiteX129" fmla="*/ 6624492 w 6641887"/>
              <a:gd name="connsiteY129" fmla="*/ 4291243 h 7587885"/>
              <a:gd name="connsiteX130" fmla="*/ 6625844 w 6641887"/>
              <a:gd name="connsiteY130" fmla="*/ 4833936 h 7587885"/>
              <a:gd name="connsiteX131" fmla="*/ 6624600 w 6641887"/>
              <a:gd name="connsiteY131" fmla="*/ 5036835 h 7587885"/>
              <a:gd name="connsiteX132" fmla="*/ 6624726 w 6641887"/>
              <a:gd name="connsiteY132" fmla="*/ 5104937 h 7587885"/>
              <a:gd name="connsiteX133" fmla="*/ 6624886 w 6641887"/>
              <a:gd name="connsiteY133" fmla="*/ 5139640 h 7587885"/>
              <a:gd name="connsiteX134" fmla="*/ 6630108 w 6641887"/>
              <a:gd name="connsiteY134" fmla="*/ 5284362 h 7587885"/>
              <a:gd name="connsiteX135" fmla="*/ 6632623 w 6641887"/>
              <a:gd name="connsiteY135" fmla="*/ 5450953 h 7587885"/>
              <a:gd name="connsiteX136" fmla="*/ 6625529 w 6641887"/>
              <a:gd name="connsiteY136" fmla="*/ 5638795 h 7587885"/>
              <a:gd name="connsiteX137" fmla="*/ 6624492 w 6641887"/>
              <a:gd name="connsiteY137" fmla="*/ 5817486 h 7587885"/>
              <a:gd name="connsiteX138" fmla="*/ 6624492 w 6641887"/>
              <a:gd name="connsiteY138" fmla="*/ 6278109 h 7587885"/>
              <a:gd name="connsiteX139" fmla="*/ 6622599 w 6641887"/>
              <a:gd name="connsiteY139" fmla="*/ 6297209 h 7587885"/>
              <a:gd name="connsiteX140" fmla="*/ 6619680 w 6641887"/>
              <a:gd name="connsiteY140" fmla="*/ 6466712 h 7587885"/>
              <a:gd name="connsiteX141" fmla="*/ 6624492 w 6641887"/>
              <a:gd name="connsiteY141" fmla="*/ 6889981 h 7587885"/>
              <a:gd name="connsiteX142" fmla="*/ 6624492 w 6641887"/>
              <a:gd name="connsiteY142" fmla="*/ 7570603 h 7587885"/>
              <a:gd name="connsiteX143" fmla="*/ 6257449 w 6641887"/>
              <a:gd name="connsiteY143" fmla="*/ 7586866 h 75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6641887" h="7587885">
                <a:moveTo>
                  <a:pt x="6257449" y="7586866"/>
                </a:moveTo>
                <a:lnTo>
                  <a:pt x="6137463" y="7581588"/>
                </a:lnTo>
                <a:lnTo>
                  <a:pt x="6112266" y="7581812"/>
                </a:lnTo>
                <a:cubicBezTo>
                  <a:pt x="6084985" y="7581518"/>
                  <a:pt x="6059333" y="7580596"/>
                  <a:pt x="6036028" y="7578807"/>
                </a:cubicBezTo>
                <a:lnTo>
                  <a:pt x="5998161" y="7573809"/>
                </a:lnTo>
                <a:lnTo>
                  <a:pt x="5946185" y="7570603"/>
                </a:lnTo>
                <a:cubicBezTo>
                  <a:pt x="5769291" y="7560425"/>
                  <a:pt x="5523431" y="7545853"/>
                  <a:pt x="5240190" y="7570603"/>
                </a:cubicBezTo>
                <a:cubicBezTo>
                  <a:pt x="5231638" y="7515564"/>
                  <a:pt x="5229398" y="7461585"/>
                  <a:pt x="5230340" y="7406268"/>
                </a:cubicBezTo>
                <a:lnTo>
                  <a:pt x="5235809" y="7304256"/>
                </a:lnTo>
                <a:lnTo>
                  <a:pt x="5233517" y="7230312"/>
                </a:lnTo>
                <a:cubicBezTo>
                  <a:pt x="5230770" y="7131254"/>
                  <a:pt x="5230247" y="7031043"/>
                  <a:pt x="5240190" y="6883106"/>
                </a:cubicBezTo>
                <a:lnTo>
                  <a:pt x="5242512" y="6842904"/>
                </a:lnTo>
                <a:lnTo>
                  <a:pt x="5240190" y="6807481"/>
                </a:lnTo>
                <a:cubicBezTo>
                  <a:pt x="5207606" y="6467709"/>
                  <a:pt x="5218997" y="6245866"/>
                  <a:pt x="5240190" y="6044360"/>
                </a:cubicBezTo>
                <a:cubicBezTo>
                  <a:pt x="5225271" y="5909328"/>
                  <a:pt x="5226300" y="5828066"/>
                  <a:pt x="5230545" y="5744709"/>
                </a:cubicBezTo>
                <a:lnTo>
                  <a:pt x="5236099" y="5641454"/>
                </a:lnTo>
                <a:lnTo>
                  <a:pt x="5231740" y="5501129"/>
                </a:lnTo>
                <a:lnTo>
                  <a:pt x="5237903" y="5340743"/>
                </a:lnTo>
                <a:lnTo>
                  <a:pt x="5236043" y="5266117"/>
                </a:lnTo>
                <a:cubicBezTo>
                  <a:pt x="5231449" y="5140575"/>
                  <a:pt x="5227343" y="5113760"/>
                  <a:pt x="5240190" y="4971865"/>
                </a:cubicBezTo>
                <a:lnTo>
                  <a:pt x="5245325" y="4835078"/>
                </a:lnTo>
                <a:lnTo>
                  <a:pt x="5240190" y="4744991"/>
                </a:lnTo>
                <a:lnTo>
                  <a:pt x="5238994" y="4711044"/>
                </a:lnTo>
                <a:lnTo>
                  <a:pt x="5210670" y="4738028"/>
                </a:lnTo>
                <a:cubicBezTo>
                  <a:pt x="5189559" y="4757586"/>
                  <a:pt x="5166983" y="4777929"/>
                  <a:pt x="5142670" y="4799156"/>
                </a:cubicBezTo>
                <a:lnTo>
                  <a:pt x="5104705" y="4832953"/>
                </a:lnTo>
                <a:lnTo>
                  <a:pt x="5070280" y="4871546"/>
                </a:lnTo>
                <a:cubicBezTo>
                  <a:pt x="4930826" y="5032494"/>
                  <a:pt x="4862096" y="5072455"/>
                  <a:pt x="4785894" y="5146444"/>
                </a:cubicBezTo>
                <a:lnTo>
                  <a:pt x="4757702" y="5175692"/>
                </a:lnTo>
                <a:lnTo>
                  <a:pt x="4704308" y="5237518"/>
                </a:lnTo>
                <a:cubicBezTo>
                  <a:pt x="4692556" y="5103252"/>
                  <a:pt x="4694780" y="5018862"/>
                  <a:pt x="4698830" y="4934827"/>
                </a:cubicBezTo>
                <a:lnTo>
                  <a:pt x="4700320" y="4905092"/>
                </a:lnTo>
                <a:lnTo>
                  <a:pt x="4698366" y="4790581"/>
                </a:lnTo>
                <a:cubicBezTo>
                  <a:pt x="4698574" y="4741064"/>
                  <a:pt x="4700184" y="4689618"/>
                  <a:pt x="4704308" y="4634268"/>
                </a:cubicBezTo>
                <a:lnTo>
                  <a:pt x="4575056" y="4625922"/>
                </a:lnTo>
                <a:lnTo>
                  <a:pt x="4521956" y="4624003"/>
                </a:lnTo>
                <a:lnTo>
                  <a:pt x="4510566" y="4623915"/>
                </a:lnTo>
                <a:lnTo>
                  <a:pt x="4372360" y="4626104"/>
                </a:lnTo>
                <a:cubicBezTo>
                  <a:pt x="4326400" y="4628029"/>
                  <a:pt x="4280124" y="4630633"/>
                  <a:pt x="4226040" y="4632475"/>
                </a:cubicBezTo>
                <a:lnTo>
                  <a:pt x="4198288" y="4633109"/>
                </a:lnTo>
                <a:lnTo>
                  <a:pt x="4173868" y="4634268"/>
                </a:lnTo>
                <a:cubicBezTo>
                  <a:pt x="4139560" y="4636466"/>
                  <a:pt x="4100576" y="4636422"/>
                  <a:pt x="4057832" y="4635405"/>
                </a:cubicBezTo>
                <a:lnTo>
                  <a:pt x="4023808" y="4634252"/>
                </a:lnTo>
                <a:lnTo>
                  <a:pt x="3926870" y="4634084"/>
                </a:lnTo>
                <a:cubicBezTo>
                  <a:pt x="3765334" y="4635980"/>
                  <a:pt x="3673364" y="4647348"/>
                  <a:pt x="3560202" y="4645055"/>
                </a:cubicBezTo>
                <a:lnTo>
                  <a:pt x="3481464" y="4639459"/>
                </a:lnTo>
                <a:lnTo>
                  <a:pt x="3434654" y="4641573"/>
                </a:lnTo>
                <a:cubicBezTo>
                  <a:pt x="3278396" y="4643463"/>
                  <a:pt x="3127224" y="4632088"/>
                  <a:pt x="2877984" y="4634268"/>
                </a:cubicBezTo>
                <a:cubicBezTo>
                  <a:pt x="2545664" y="4637174"/>
                  <a:pt x="2578696" y="4660367"/>
                  <a:pt x="2300544" y="4634268"/>
                </a:cubicBezTo>
                <a:lnTo>
                  <a:pt x="2280624" y="4633114"/>
                </a:lnTo>
                <a:lnTo>
                  <a:pt x="2206540" y="4634268"/>
                </a:lnTo>
                <a:cubicBezTo>
                  <a:pt x="2086878" y="4638557"/>
                  <a:pt x="1997098" y="4632360"/>
                  <a:pt x="1909944" y="4628189"/>
                </a:cubicBezTo>
                <a:lnTo>
                  <a:pt x="1849128" y="4626729"/>
                </a:lnTo>
                <a:lnTo>
                  <a:pt x="1747454" y="4630091"/>
                </a:lnTo>
                <a:lnTo>
                  <a:pt x="1672544" y="4631565"/>
                </a:lnTo>
                <a:lnTo>
                  <a:pt x="1629100" y="4634268"/>
                </a:lnTo>
                <a:cubicBezTo>
                  <a:pt x="1410778" y="4659058"/>
                  <a:pt x="1191298" y="4638562"/>
                  <a:pt x="910658" y="4634268"/>
                </a:cubicBezTo>
                <a:cubicBezTo>
                  <a:pt x="863084" y="4638052"/>
                  <a:pt x="797002" y="4639534"/>
                  <a:pt x="721050" y="4639730"/>
                </a:cubicBezTo>
                <a:lnTo>
                  <a:pt x="616952" y="4638789"/>
                </a:lnTo>
                <a:lnTo>
                  <a:pt x="423102" y="4644670"/>
                </a:lnTo>
                <a:cubicBezTo>
                  <a:pt x="255206" y="4649211"/>
                  <a:pt x="98754" y="4650284"/>
                  <a:pt x="4210" y="4634268"/>
                </a:cubicBezTo>
                <a:cubicBezTo>
                  <a:pt x="8230" y="4525911"/>
                  <a:pt x="-3552" y="4369860"/>
                  <a:pt x="1110" y="4152229"/>
                </a:cubicBezTo>
                <a:lnTo>
                  <a:pt x="1644" y="4135479"/>
                </a:lnTo>
                <a:lnTo>
                  <a:pt x="1766" y="4113201"/>
                </a:lnTo>
                <a:cubicBezTo>
                  <a:pt x="2198" y="4091738"/>
                  <a:pt x="2976" y="4072182"/>
                  <a:pt x="4210" y="4055148"/>
                </a:cubicBezTo>
                <a:cubicBezTo>
                  <a:pt x="15660" y="3785996"/>
                  <a:pt x="3898" y="3653149"/>
                  <a:pt x="4210" y="3427768"/>
                </a:cubicBezTo>
                <a:cubicBezTo>
                  <a:pt x="266118" y="3403133"/>
                  <a:pt x="420748" y="3421726"/>
                  <a:pt x="722654" y="3427768"/>
                </a:cubicBezTo>
                <a:cubicBezTo>
                  <a:pt x="812048" y="3422269"/>
                  <a:pt x="892174" y="3420969"/>
                  <a:pt x="964446" y="3421749"/>
                </a:cubicBezTo>
                <a:lnTo>
                  <a:pt x="1075706" y="3425443"/>
                </a:lnTo>
                <a:lnTo>
                  <a:pt x="1191730" y="3423730"/>
                </a:lnTo>
                <a:cubicBezTo>
                  <a:pt x="1237824" y="3423801"/>
                  <a:pt x="1287686" y="3424872"/>
                  <a:pt x="1347094" y="3427768"/>
                </a:cubicBezTo>
                <a:lnTo>
                  <a:pt x="1398200" y="3430046"/>
                </a:lnTo>
                <a:lnTo>
                  <a:pt x="1441096" y="3427768"/>
                </a:lnTo>
                <a:cubicBezTo>
                  <a:pt x="1554790" y="3410384"/>
                  <a:pt x="1684970" y="3428573"/>
                  <a:pt x="1846292" y="3431632"/>
                </a:cubicBezTo>
                <a:lnTo>
                  <a:pt x="1895016" y="3430539"/>
                </a:lnTo>
                <a:lnTo>
                  <a:pt x="1924536" y="3427768"/>
                </a:lnTo>
                <a:cubicBezTo>
                  <a:pt x="1985334" y="3417674"/>
                  <a:pt x="2093698" y="3415977"/>
                  <a:pt x="2210734" y="3417652"/>
                </a:cubicBezTo>
                <a:lnTo>
                  <a:pt x="2253014" y="3418705"/>
                </a:lnTo>
                <a:lnTo>
                  <a:pt x="2361284" y="3414520"/>
                </a:lnTo>
                <a:cubicBezTo>
                  <a:pt x="2466334" y="3414325"/>
                  <a:pt x="2561206" y="3418546"/>
                  <a:pt x="2642980" y="3427768"/>
                </a:cubicBezTo>
                <a:cubicBezTo>
                  <a:pt x="2765638" y="3441602"/>
                  <a:pt x="2982650" y="3419949"/>
                  <a:pt x="3177828" y="3419310"/>
                </a:cubicBezTo>
                <a:lnTo>
                  <a:pt x="3296368" y="3424771"/>
                </a:lnTo>
                <a:lnTo>
                  <a:pt x="3427272" y="3411218"/>
                </a:lnTo>
                <a:cubicBezTo>
                  <a:pt x="3588616" y="3399687"/>
                  <a:pt x="3759524" y="3403712"/>
                  <a:pt x="3985864" y="3427768"/>
                </a:cubicBezTo>
                <a:cubicBezTo>
                  <a:pt x="4266016" y="3441996"/>
                  <a:pt x="4396592" y="3398654"/>
                  <a:pt x="4704308" y="3427768"/>
                </a:cubicBezTo>
                <a:cubicBezTo>
                  <a:pt x="4676124" y="3193996"/>
                  <a:pt x="4722748" y="3033597"/>
                  <a:pt x="4704308" y="2824518"/>
                </a:cubicBezTo>
                <a:cubicBezTo>
                  <a:pt x="4857694" y="2951342"/>
                  <a:pt x="4911036" y="2997958"/>
                  <a:pt x="5082345" y="3202555"/>
                </a:cubicBezTo>
                <a:lnTo>
                  <a:pt x="5083472" y="3203848"/>
                </a:lnTo>
                <a:lnTo>
                  <a:pt x="5130605" y="3250815"/>
                </a:lnTo>
                <a:cubicBezTo>
                  <a:pt x="5150790" y="3269350"/>
                  <a:pt x="5169703" y="3287417"/>
                  <a:pt x="5187614" y="3305061"/>
                </a:cubicBezTo>
                <a:lnTo>
                  <a:pt x="5226966" y="3344966"/>
                </a:lnTo>
                <a:lnTo>
                  <a:pt x="5226104" y="3317906"/>
                </a:lnTo>
                <a:cubicBezTo>
                  <a:pt x="5226089" y="3248776"/>
                  <a:pt x="5232490" y="3185400"/>
                  <a:pt x="5240190" y="3060624"/>
                </a:cubicBezTo>
                <a:cubicBezTo>
                  <a:pt x="5227646" y="2823373"/>
                  <a:pt x="5239766" y="2785033"/>
                  <a:pt x="5240190" y="2524377"/>
                </a:cubicBezTo>
                <a:cubicBezTo>
                  <a:pt x="5240612" y="2263721"/>
                  <a:pt x="5203550" y="1947734"/>
                  <a:pt x="5240190" y="1761255"/>
                </a:cubicBezTo>
                <a:cubicBezTo>
                  <a:pt x="5231214" y="1593643"/>
                  <a:pt x="5239224" y="1455831"/>
                  <a:pt x="5241148" y="1305481"/>
                </a:cubicBezTo>
                <a:lnTo>
                  <a:pt x="5240751" y="1240849"/>
                </a:lnTo>
                <a:lnTo>
                  <a:pt x="5240190" y="1225008"/>
                </a:lnTo>
                <a:lnTo>
                  <a:pt x="5240480" y="1196629"/>
                </a:lnTo>
                <a:lnTo>
                  <a:pt x="5240190" y="1149383"/>
                </a:lnTo>
                <a:cubicBezTo>
                  <a:pt x="5233928" y="931498"/>
                  <a:pt x="5212558" y="471106"/>
                  <a:pt x="5240190" y="8138"/>
                </a:cubicBezTo>
                <a:cubicBezTo>
                  <a:pt x="5448608" y="-8145"/>
                  <a:pt x="5587620" y="4411"/>
                  <a:pt x="5890812" y="8138"/>
                </a:cubicBezTo>
                <a:lnTo>
                  <a:pt x="5932116" y="8592"/>
                </a:lnTo>
                <a:lnTo>
                  <a:pt x="5946184" y="8138"/>
                </a:lnTo>
                <a:cubicBezTo>
                  <a:pt x="5992299" y="5874"/>
                  <a:pt x="6039304" y="6248"/>
                  <a:pt x="6088485" y="7706"/>
                </a:cubicBezTo>
                <a:lnTo>
                  <a:pt x="6153841" y="10261"/>
                </a:lnTo>
                <a:lnTo>
                  <a:pt x="6270950" y="10580"/>
                </a:lnTo>
                <a:cubicBezTo>
                  <a:pt x="6383005" y="10463"/>
                  <a:pt x="6490628" y="9531"/>
                  <a:pt x="6624492" y="8138"/>
                </a:cubicBezTo>
                <a:cubicBezTo>
                  <a:pt x="6616227" y="340717"/>
                  <a:pt x="6655603" y="439487"/>
                  <a:pt x="6624492" y="695635"/>
                </a:cubicBezTo>
                <a:lnTo>
                  <a:pt x="6622512" y="723481"/>
                </a:lnTo>
                <a:lnTo>
                  <a:pt x="6624677" y="764037"/>
                </a:lnTo>
                <a:cubicBezTo>
                  <a:pt x="6629511" y="832150"/>
                  <a:pt x="6634284" y="903816"/>
                  <a:pt x="6624492" y="1005009"/>
                </a:cubicBezTo>
                <a:lnTo>
                  <a:pt x="6620187" y="1062338"/>
                </a:lnTo>
                <a:lnTo>
                  <a:pt x="6624182" y="1133310"/>
                </a:lnTo>
                <a:cubicBezTo>
                  <a:pt x="6626161" y="1183396"/>
                  <a:pt x="6626901" y="1239588"/>
                  <a:pt x="6624492" y="1307507"/>
                </a:cubicBezTo>
                <a:cubicBezTo>
                  <a:pt x="6617266" y="1511263"/>
                  <a:pt x="6638838" y="1705131"/>
                  <a:pt x="6636606" y="1889463"/>
                </a:cubicBezTo>
                <a:lnTo>
                  <a:pt x="6633574" y="1934817"/>
                </a:lnTo>
                <a:lnTo>
                  <a:pt x="6641008" y="2009370"/>
                </a:lnTo>
                <a:cubicBezTo>
                  <a:pt x="6646502" y="2165883"/>
                  <a:pt x="6624445" y="2299978"/>
                  <a:pt x="6624492" y="2455627"/>
                </a:cubicBezTo>
                <a:cubicBezTo>
                  <a:pt x="6624524" y="2559392"/>
                  <a:pt x="6626048" y="2645384"/>
                  <a:pt x="6626802" y="2738923"/>
                </a:cubicBezTo>
                <a:lnTo>
                  <a:pt x="6627024" y="2860999"/>
                </a:lnTo>
                <a:lnTo>
                  <a:pt x="6639760" y="2998067"/>
                </a:lnTo>
                <a:cubicBezTo>
                  <a:pt x="6644992" y="3136520"/>
                  <a:pt x="6625064" y="3206859"/>
                  <a:pt x="6624492" y="3294373"/>
                </a:cubicBezTo>
                <a:cubicBezTo>
                  <a:pt x="6623730" y="3411058"/>
                  <a:pt x="6632521" y="3607393"/>
                  <a:pt x="6624492" y="3754996"/>
                </a:cubicBezTo>
                <a:cubicBezTo>
                  <a:pt x="6630473" y="3832942"/>
                  <a:pt x="6632327" y="3894564"/>
                  <a:pt x="6632027" y="3945869"/>
                </a:cubicBezTo>
                <a:lnTo>
                  <a:pt x="6627746" y="4048406"/>
                </a:lnTo>
                <a:lnTo>
                  <a:pt x="6628914" y="4103064"/>
                </a:lnTo>
                <a:cubicBezTo>
                  <a:pt x="6628924" y="4141531"/>
                  <a:pt x="6627781" y="4179270"/>
                  <a:pt x="6624492" y="4215619"/>
                </a:cubicBezTo>
                <a:lnTo>
                  <a:pt x="6623193" y="4257075"/>
                </a:lnTo>
                <a:lnTo>
                  <a:pt x="6624492" y="4291243"/>
                </a:lnTo>
                <a:cubicBezTo>
                  <a:pt x="6638136" y="4421641"/>
                  <a:pt x="6629705" y="4618177"/>
                  <a:pt x="6625844" y="4833936"/>
                </a:cubicBezTo>
                <a:lnTo>
                  <a:pt x="6624600" y="5036835"/>
                </a:lnTo>
                <a:lnTo>
                  <a:pt x="6624726" y="5104937"/>
                </a:lnTo>
                <a:lnTo>
                  <a:pt x="6624886" y="5139640"/>
                </a:lnTo>
                <a:lnTo>
                  <a:pt x="6630108" y="5284362"/>
                </a:lnTo>
                <a:cubicBezTo>
                  <a:pt x="6631849" y="5335069"/>
                  <a:pt x="6633123" y="5388954"/>
                  <a:pt x="6632623" y="5450953"/>
                </a:cubicBezTo>
                <a:lnTo>
                  <a:pt x="6625529" y="5638795"/>
                </a:lnTo>
                <a:lnTo>
                  <a:pt x="6624492" y="5817486"/>
                </a:lnTo>
                <a:cubicBezTo>
                  <a:pt x="6622121" y="5999735"/>
                  <a:pt x="6645356" y="6119164"/>
                  <a:pt x="6624492" y="6278109"/>
                </a:cubicBezTo>
                <a:lnTo>
                  <a:pt x="6622599" y="6297209"/>
                </a:lnTo>
                <a:lnTo>
                  <a:pt x="6619680" y="6466712"/>
                </a:lnTo>
                <a:cubicBezTo>
                  <a:pt x="6617725" y="6609251"/>
                  <a:pt x="6617373" y="6765693"/>
                  <a:pt x="6624492" y="6889981"/>
                </a:cubicBezTo>
                <a:cubicBezTo>
                  <a:pt x="6638730" y="7138558"/>
                  <a:pt x="6641091" y="7237861"/>
                  <a:pt x="6624492" y="7570603"/>
                </a:cubicBezTo>
                <a:cubicBezTo>
                  <a:pt x="6498860" y="7587197"/>
                  <a:pt x="6373506" y="7589742"/>
                  <a:pt x="6257449" y="7586866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 dirty="0"/>
          </a:p>
        </p:txBody>
      </p:sp>
      <p:sp>
        <p:nvSpPr>
          <p:cNvPr id="27" name="Forma libre: forma 26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51DF224D-D650-4232-AB8D-983C12A56CCD}"/>
              </a:ext>
            </a:extLst>
          </p:cNvPr>
          <p:cNvSpPr/>
          <p:nvPr/>
        </p:nvSpPr>
        <p:spPr>
          <a:xfrm rot="10800000" flipH="1">
            <a:off x="-7542868" y="668518"/>
            <a:ext cx="6641887" cy="7587885"/>
          </a:xfrm>
          <a:custGeom>
            <a:avLst/>
            <a:gdLst>
              <a:gd name="connsiteX0" fmla="*/ 6257449 w 6641887"/>
              <a:gd name="connsiteY0" fmla="*/ 7586866 h 7587885"/>
              <a:gd name="connsiteX1" fmla="*/ 6137463 w 6641887"/>
              <a:gd name="connsiteY1" fmla="*/ 7581588 h 7587885"/>
              <a:gd name="connsiteX2" fmla="*/ 6112266 w 6641887"/>
              <a:gd name="connsiteY2" fmla="*/ 7581812 h 7587885"/>
              <a:gd name="connsiteX3" fmla="*/ 6036028 w 6641887"/>
              <a:gd name="connsiteY3" fmla="*/ 7578807 h 7587885"/>
              <a:gd name="connsiteX4" fmla="*/ 5998161 w 6641887"/>
              <a:gd name="connsiteY4" fmla="*/ 7573809 h 7587885"/>
              <a:gd name="connsiteX5" fmla="*/ 5946185 w 6641887"/>
              <a:gd name="connsiteY5" fmla="*/ 7570603 h 7587885"/>
              <a:gd name="connsiteX6" fmla="*/ 5240190 w 6641887"/>
              <a:gd name="connsiteY6" fmla="*/ 7570603 h 7587885"/>
              <a:gd name="connsiteX7" fmla="*/ 5230340 w 6641887"/>
              <a:gd name="connsiteY7" fmla="*/ 7406268 h 7587885"/>
              <a:gd name="connsiteX8" fmla="*/ 5235809 w 6641887"/>
              <a:gd name="connsiteY8" fmla="*/ 7304256 h 7587885"/>
              <a:gd name="connsiteX9" fmla="*/ 5233517 w 6641887"/>
              <a:gd name="connsiteY9" fmla="*/ 7230312 h 7587885"/>
              <a:gd name="connsiteX10" fmla="*/ 5240190 w 6641887"/>
              <a:gd name="connsiteY10" fmla="*/ 6883106 h 7587885"/>
              <a:gd name="connsiteX11" fmla="*/ 5242512 w 6641887"/>
              <a:gd name="connsiteY11" fmla="*/ 6842904 h 7587885"/>
              <a:gd name="connsiteX12" fmla="*/ 5240190 w 6641887"/>
              <a:gd name="connsiteY12" fmla="*/ 6807481 h 7587885"/>
              <a:gd name="connsiteX13" fmla="*/ 5240190 w 6641887"/>
              <a:gd name="connsiteY13" fmla="*/ 6044360 h 7587885"/>
              <a:gd name="connsiteX14" fmla="*/ 5230545 w 6641887"/>
              <a:gd name="connsiteY14" fmla="*/ 5744709 h 7587885"/>
              <a:gd name="connsiteX15" fmla="*/ 5236099 w 6641887"/>
              <a:gd name="connsiteY15" fmla="*/ 5641454 h 7587885"/>
              <a:gd name="connsiteX16" fmla="*/ 5231740 w 6641887"/>
              <a:gd name="connsiteY16" fmla="*/ 5501129 h 7587885"/>
              <a:gd name="connsiteX17" fmla="*/ 5237903 w 6641887"/>
              <a:gd name="connsiteY17" fmla="*/ 5340743 h 7587885"/>
              <a:gd name="connsiteX18" fmla="*/ 5236043 w 6641887"/>
              <a:gd name="connsiteY18" fmla="*/ 5266117 h 7587885"/>
              <a:gd name="connsiteX19" fmla="*/ 5240190 w 6641887"/>
              <a:gd name="connsiteY19" fmla="*/ 4971865 h 7587885"/>
              <a:gd name="connsiteX20" fmla="*/ 5245325 w 6641887"/>
              <a:gd name="connsiteY20" fmla="*/ 4835078 h 7587885"/>
              <a:gd name="connsiteX21" fmla="*/ 5240190 w 6641887"/>
              <a:gd name="connsiteY21" fmla="*/ 4744991 h 7587885"/>
              <a:gd name="connsiteX22" fmla="*/ 5238994 w 6641887"/>
              <a:gd name="connsiteY22" fmla="*/ 4711044 h 7587885"/>
              <a:gd name="connsiteX23" fmla="*/ 5210670 w 6641887"/>
              <a:gd name="connsiteY23" fmla="*/ 4738028 h 7587885"/>
              <a:gd name="connsiteX24" fmla="*/ 5142670 w 6641887"/>
              <a:gd name="connsiteY24" fmla="*/ 4799156 h 7587885"/>
              <a:gd name="connsiteX25" fmla="*/ 5104705 w 6641887"/>
              <a:gd name="connsiteY25" fmla="*/ 4832953 h 7587885"/>
              <a:gd name="connsiteX26" fmla="*/ 5070280 w 6641887"/>
              <a:gd name="connsiteY26" fmla="*/ 4871546 h 7587885"/>
              <a:gd name="connsiteX27" fmla="*/ 4785894 w 6641887"/>
              <a:gd name="connsiteY27" fmla="*/ 5146444 h 7587885"/>
              <a:gd name="connsiteX28" fmla="*/ 4757702 w 6641887"/>
              <a:gd name="connsiteY28" fmla="*/ 5175692 h 7587885"/>
              <a:gd name="connsiteX29" fmla="*/ 4704308 w 6641887"/>
              <a:gd name="connsiteY29" fmla="*/ 5237518 h 7587885"/>
              <a:gd name="connsiteX30" fmla="*/ 4698830 w 6641887"/>
              <a:gd name="connsiteY30" fmla="*/ 4934827 h 7587885"/>
              <a:gd name="connsiteX31" fmla="*/ 4700320 w 6641887"/>
              <a:gd name="connsiteY31" fmla="*/ 4905092 h 7587885"/>
              <a:gd name="connsiteX32" fmla="*/ 4698366 w 6641887"/>
              <a:gd name="connsiteY32" fmla="*/ 4790581 h 7587885"/>
              <a:gd name="connsiteX33" fmla="*/ 4704308 w 6641887"/>
              <a:gd name="connsiteY33" fmla="*/ 4634268 h 7587885"/>
              <a:gd name="connsiteX34" fmla="*/ 4575056 w 6641887"/>
              <a:gd name="connsiteY34" fmla="*/ 4625922 h 7587885"/>
              <a:gd name="connsiteX35" fmla="*/ 4521956 w 6641887"/>
              <a:gd name="connsiteY35" fmla="*/ 4624003 h 7587885"/>
              <a:gd name="connsiteX36" fmla="*/ 4510566 w 6641887"/>
              <a:gd name="connsiteY36" fmla="*/ 4623915 h 7587885"/>
              <a:gd name="connsiteX37" fmla="*/ 4372360 w 6641887"/>
              <a:gd name="connsiteY37" fmla="*/ 4626104 h 7587885"/>
              <a:gd name="connsiteX38" fmla="*/ 4226040 w 6641887"/>
              <a:gd name="connsiteY38" fmla="*/ 4632475 h 7587885"/>
              <a:gd name="connsiteX39" fmla="*/ 4198288 w 6641887"/>
              <a:gd name="connsiteY39" fmla="*/ 4633109 h 7587885"/>
              <a:gd name="connsiteX40" fmla="*/ 4173868 w 6641887"/>
              <a:gd name="connsiteY40" fmla="*/ 4634268 h 7587885"/>
              <a:gd name="connsiteX41" fmla="*/ 4057832 w 6641887"/>
              <a:gd name="connsiteY41" fmla="*/ 4635405 h 7587885"/>
              <a:gd name="connsiteX42" fmla="*/ 4023808 w 6641887"/>
              <a:gd name="connsiteY42" fmla="*/ 4634252 h 7587885"/>
              <a:gd name="connsiteX43" fmla="*/ 3926870 w 6641887"/>
              <a:gd name="connsiteY43" fmla="*/ 4634084 h 7587885"/>
              <a:gd name="connsiteX44" fmla="*/ 3560202 w 6641887"/>
              <a:gd name="connsiteY44" fmla="*/ 4645055 h 7587885"/>
              <a:gd name="connsiteX45" fmla="*/ 3481464 w 6641887"/>
              <a:gd name="connsiteY45" fmla="*/ 4639459 h 7587885"/>
              <a:gd name="connsiteX46" fmla="*/ 3434654 w 6641887"/>
              <a:gd name="connsiteY46" fmla="*/ 4641573 h 7587885"/>
              <a:gd name="connsiteX47" fmla="*/ 2877984 w 6641887"/>
              <a:gd name="connsiteY47" fmla="*/ 4634268 h 7587885"/>
              <a:gd name="connsiteX48" fmla="*/ 2300544 w 6641887"/>
              <a:gd name="connsiteY48" fmla="*/ 4634268 h 7587885"/>
              <a:gd name="connsiteX49" fmla="*/ 2280624 w 6641887"/>
              <a:gd name="connsiteY49" fmla="*/ 4633114 h 7587885"/>
              <a:gd name="connsiteX50" fmla="*/ 2206540 w 6641887"/>
              <a:gd name="connsiteY50" fmla="*/ 4634268 h 7587885"/>
              <a:gd name="connsiteX51" fmla="*/ 1909944 w 6641887"/>
              <a:gd name="connsiteY51" fmla="*/ 4628189 h 7587885"/>
              <a:gd name="connsiteX52" fmla="*/ 1849128 w 6641887"/>
              <a:gd name="connsiteY52" fmla="*/ 4626729 h 7587885"/>
              <a:gd name="connsiteX53" fmla="*/ 1747454 w 6641887"/>
              <a:gd name="connsiteY53" fmla="*/ 4630091 h 7587885"/>
              <a:gd name="connsiteX54" fmla="*/ 1672544 w 6641887"/>
              <a:gd name="connsiteY54" fmla="*/ 4631565 h 7587885"/>
              <a:gd name="connsiteX55" fmla="*/ 1629100 w 6641887"/>
              <a:gd name="connsiteY55" fmla="*/ 4634268 h 7587885"/>
              <a:gd name="connsiteX56" fmla="*/ 910658 w 6641887"/>
              <a:gd name="connsiteY56" fmla="*/ 4634268 h 7587885"/>
              <a:gd name="connsiteX57" fmla="*/ 721050 w 6641887"/>
              <a:gd name="connsiteY57" fmla="*/ 4639730 h 7587885"/>
              <a:gd name="connsiteX58" fmla="*/ 616952 w 6641887"/>
              <a:gd name="connsiteY58" fmla="*/ 4638789 h 7587885"/>
              <a:gd name="connsiteX59" fmla="*/ 423102 w 6641887"/>
              <a:gd name="connsiteY59" fmla="*/ 4644670 h 7587885"/>
              <a:gd name="connsiteX60" fmla="*/ 4210 w 6641887"/>
              <a:gd name="connsiteY60" fmla="*/ 4634268 h 7587885"/>
              <a:gd name="connsiteX61" fmla="*/ 1110 w 6641887"/>
              <a:gd name="connsiteY61" fmla="*/ 4152229 h 7587885"/>
              <a:gd name="connsiteX62" fmla="*/ 1644 w 6641887"/>
              <a:gd name="connsiteY62" fmla="*/ 4135479 h 7587885"/>
              <a:gd name="connsiteX63" fmla="*/ 1766 w 6641887"/>
              <a:gd name="connsiteY63" fmla="*/ 4113201 h 7587885"/>
              <a:gd name="connsiteX64" fmla="*/ 4210 w 6641887"/>
              <a:gd name="connsiteY64" fmla="*/ 4055148 h 7587885"/>
              <a:gd name="connsiteX65" fmla="*/ 4210 w 6641887"/>
              <a:gd name="connsiteY65" fmla="*/ 3427768 h 7587885"/>
              <a:gd name="connsiteX66" fmla="*/ 722654 w 6641887"/>
              <a:gd name="connsiteY66" fmla="*/ 3427768 h 7587885"/>
              <a:gd name="connsiteX67" fmla="*/ 964446 w 6641887"/>
              <a:gd name="connsiteY67" fmla="*/ 3421749 h 7587885"/>
              <a:gd name="connsiteX68" fmla="*/ 1075706 w 6641887"/>
              <a:gd name="connsiteY68" fmla="*/ 3425443 h 7587885"/>
              <a:gd name="connsiteX69" fmla="*/ 1191730 w 6641887"/>
              <a:gd name="connsiteY69" fmla="*/ 3423730 h 7587885"/>
              <a:gd name="connsiteX70" fmla="*/ 1347094 w 6641887"/>
              <a:gd name="connsiteY70" fmla="*/ 3427768 h 7587885"/>
              <a:gd name="connsiteX71" fmla="*/ 1398200 w 6641887"/>
              <a:gd name="connsiteY71" fmla="*/ 3430046 h 7587885"/>
              <a:gd name="connsiteX72" fmla="*/ 1441096 w 6641887"/>
              <a:gd name="connsiteY72" fmla="*/ 3427768 h 7587885"/>
              <a:gd name="connsiteX73" fmla="*/ 1846292 w 6641887"/>
              <a:gd name="connsiteY73" fmla="*/ 3431632 h 7587885"/>
              <a:gd name="connsiteX74" fmla="*/ 1895016 w 6641887"/>
              <a:gd name="connsiteY74" fmla="*/ 3430539 h 7587885"/>
              <a:gd name="connsiteX75" fmla="*/ 1924536 w 6641887"/>
              <a:gd name="connsiteY75" fmla="*/ 3427768 h 7587885"/>
              <a:gd name="connsiteX76" fmla="*/ 2210734 w 6641887"/>
              <a:gd name="connsiteY76" fmla="*/ 3417652 h 7587885"/>
              <a:gd name="connsiteX77" fmla="*/ 2253014 w 6641887"/>
              <a:gd name="connsiteY77" fmla="*/ 3418705 h 7587885"/>
              <a:gd name="connsiteX78" fmla="*/ 2361284 w 6641887"/>
              <a:gd name="connsiteY78" fmla="*/ 3414520 h 7587885"/>
              <a:gd name="connsiteX79" fmla="*/ 2642980 w 6641887"/>
              <a:gd name="connsiteY79" fmla="*/ 3427768 h 7587885"/>
              <a:gd name="connsiteX80" fmla="*/ 3177828 w 6641887"/>
              <a:gd name="connsiteY80" fmla="*/ 3419310 h 7587885"/>
              <a:gd name="connsiteX81" fmla="*/ 3296368 w 6641887"/>
              <a:gd name="connsiteY81" fmla="*/ 3424771 h 7587885"/>
              <a:gd name="connsiteX82" fmla="*/ 3427272 w 6641887"/>
              <a:gd name="connsiteY82" fmla="*/ 3411218 h 7587885"/>
              <a:gd name="connsiteX83" fmla="*/ 3985864 w 6641887"/>
              <a:gd name="connsiteY83" fmla="*/ 3427768 h 7587885"/>
              <a:gd name="connsiteX84" fmla="*/ 4704308 w 6641887"/>
              <a:gd name="connsiteY84" fmla="*/ 3427768 h 7587885"/>
              <a:gd name="connsiteX85" fmla="*/ 4704308 w 6641887"/>
              <a:gd name="connsiteY85" fmla="*/ 2824518 h 7587885"/>
              <a:gd name="connsiteX86" fmla="*/ 5082345 w 6641887"/>
              <a:gd name="connsiteY86" fmla="*/ 3202555 h 7587885"/>
              <a:gd name="connsiteX87" fmla="*/ 5083472 w 6641887"/>
              <a:gd name="connsiteY87" fmla="*/ 3203848 h 7587885"/>
              <a:gd name="connsiteX88" fmla="*/ 5130605 w 6641887"/>
              <a:gd name="connsiteY88" fmla="*/ 3250815 h 7587885"/>
              <a:gd name="connsiteX89" fmla="*/ 5187614 w 6641887"/>
              <a:gd name="connsiteY89" fmla="*/ 3305061 h 7587885"/>
              <a:gd name="connsiteX90" fmla="*/ 5226966 w 6641887"/>
              <a:gd name="connsiteY90" fmla="*/ 3344966 h 7587885"/>
              <a:gd name="connsiteX91" fmla="*/ 5226104 w 6641887"/>
              <a:gd name="connsiteY91" fmla="*/ 3317906 h 7587885"/>
              <a:gd name="connsiteX92" fmla="*/ 5240190 w 6641887"/>
              <a:gd name="connsiteY92" fmla="*/ 3060624 h 7587885"/>
              <a:gd name="connsiteX93" fmla="*/ 5240190 w 6641887"/>
              <a:gd name="connsiteY93" fmla="*/ 2524377 h 7587885"/>
              <a:gd name="connsiteX94" fmla="*/ 5240190 w 6641887"/>
              <a:gd name="connsiteY94" fmla="*/ 1761255 h 7587885"/>
              <a:gd name="connsiteX95" fmla="*/ 5241148 w 6641887"/>
              <a:gd name="connsiteY95" fmla="*/ 1305481 h 7587885"/>
              <a:gd name="connsiteX96" fmla="*/ 5240751 w 6641887"/>
              <a:gd name="connsiteY96" fmla="*/ 1240849 h 7587885"/>
              <a:gd name="connsiteX97" fmla="*/ 5240190 w 6641887"/>
              <a:gd name="connsiteY97" fmla="*/ 1225008 h 7587885"/>
              <a:gd name="connsiteX98" fmla="*/ 5240480 w 6641887"/>
              <a:gd name="connsiteY98" fmla="*/ 1196629 h 7587885"/>
              <a:gd name="connsiteX99" fmla="*/ 5240190 w 6641887"/>
              <a:gd name="connsiteY99" fmla="*/ 1149383 h 7587885"/>
              <a:gd name="connsiteX100" fmla="*/ 5240190 w 6641887"/>
              <a:gd name="connsiteY100" fmla="*/ 8138 h 7587885"/>
              <a:gd name="connsiteX101" fmla="*/ 5890812 w 6641887"/>
              <a:gd name="connsiteY101" fmla="*/ 8138 h 7587885"/>
              <a:gd name="connsiteX102" fmla="*/ 5932116 w 6641887"/>
              <a:gd name="connsiteY102" fmla="*/ 8592 h 7587885"/>
              <a:gd name="connsiteX103" fmla="*/ 5946184 w 6641887"/>
              <a:gd name="connsiteY103" fmla="*/ 8138 h 7587885"/>
              <a:gd name="connsiteX104" fmla="*/ 6088485 w 6641887"/>
              <a:gd name="connsiteY104" fmla="*/ 7706 h 7587885"/>
              <a:gd name="connsiteX105" fmla="*/ 6153841 w 6641887"/>
              <a:gd name="connsiteY105" fmla="*/ 10261 h 7587885"/>
              <a:gd name="connsiteX106" fmla="*/ 6270950 w 6641887"/>
              <a:gd name="connsiteY106" fmla="*/ 10580 h 7587885"/>
              <a:gd name="connsiteX107" fmla="*/ 6624492 w 6641887"/>
              <a:gd name="connsiteY107" fmla="*/ 8138 h 7587885"/>
              <a:gd name="connsiteX108" fmla="*/ 6624492 w 6641887"/>
              <a:gd name="connsiteY108" fmla="*/ 695635 h 7587885"/>
              <a:gd name="connsiteX109" fmla="*/ 6622512 w 6641887"/>
              <a:gd name="connsiteY109" fmla="*/ 723481 h 7587885"/>
              <a:gd name="connsiteX110" fmla="*/ 6624677 w 6641887"/>
              <a:gd name="connsiteY110" fmla="*/ 764037 h 7587885"/>
              <a:gd name="connsiteX111" fmla="*/ 6624492 w 6641887"/>
              <a:gd name="connsiteY111" fmla="*/ 1005009 h 7587885"/>
              <a:gd name="connsiteX112" fmla="*/ 6620187 w 6641887"/>
              <a:gd name="connsiteY112" fmla="*/ 1062338 h 7587885"/>
              <a:gd name="connsiteX113" fmla="*/ 6624182 w 6641887"/>
              <a:gd name="connsiteY113" fmla="*/ 1133310 h 7587885"/>
              <a:gd name="connsiteX114" fmla="*/ 6624492 w 6641887"/>
              <a:gd name="connsiteY114" fmla="*/ 1307507 h 7587885"/>
              <a:gd name="connsiteX115" fmla="*/ 6636606 w 6641887"/>
              <a:gd name="connsiteY115" fmla="*/ 1889463 h 7587885"/>
              <a:gd name="connsiteX116" fmla="*/ 6633574 w 6641887"/>
              <a:gd name="connsiteY116" fmla="*/ 1934817 h 7587885"/>
              <a:gd name="connsiteX117" fmla="*/ 6641008 w 6641887"/>
              <a:gd name="connsiteY117" fmla="*/ 2009370 h 7587885"/>
              <a:gd name="connsiteX118" fmla="*/ 6624492 w 6641887"/>
              <a:gd name="connsiteY118" fmla="*/ 2455627 h 7587885"/>
              <a:gd name="connsiteX119" fmla="*/ 6626802 w 6641887"/>
              <a:gd name="connsiteY119" fmla="*/ 2738923 h 7587885"/>
              <a:gd name="connsiteX120" fmla="*/ 6627024 w 6641887"/>
              <a:gd name="connsiteY120" fmla="*/ 2860999 h 7587885"/>
              <a:gd name="connsiteX121" fmla="*/ 6639760 w 6641887"/>
              <a:gd name="connsiteY121" fmla="*/ 2998067 h 7587885"/>
              <a:gd name="connsiteX122" fmla="*/ 6624492 w 6641887"/>
              <a:gd name="connsiteY122" fmla="*/ 3294373 h 7587885"/>
              <a:gd name="connsiteX123" fmla="*/ 6624492 w 6641887"/>
              <a:gd name="connsiteY123" fmla="*/ 3754996 h 7587885"/>
              <a:gd name="connsiteX124" fmla="*/ 6632027 w 6641887"/>
              <a:gd name="connsiteY124" fmla="*/ 3945869 h 7587885"/>
              <a:gd name="connsiteX125" fmla="*/ 6627746 w 6641887"/>
              <a:gd name="connsiteY125" fmla="*/ 4048406 h 7587885"/>
              <a:gd name="connsiteX126" fmla="*/ 6628914 w 6641887"/>
              <a:gd name="connsiteY126" fmla="*/ 4103064 h 7587885"/>
              <a:gd name="connsiteX127" fmla="*/ 6624492 w 6641887"/>
              <a:gd name="connsiteY127" fmla="*/ 4215619 h 7587885"/>
              <a:gd name="connsiteX128" fmla="*/ 6623193 w 6641887"/>
              <a:gd name="connsiteY128" fmla="*/ 4257075 h 7587885"/>
              <a:gd name="connsiteX129" fmla="*/ 6624492 w 6641887"/>
              <a:gd name="connsiteY129" fmla="*/ 4291243 h 7587885"/>
              <a:gd name="connsiteX130" fmla="*/ 6625844 w 6641887"/>
              <a:gd name="connsiteY130" fmla="*/ 4833936 h 7587885"/>
              <a:gd name="connsiteX131" fmla="*/ 6624600 w 6641887"/>
              <a:gd name="connsiteY131" fmla="*/ 5036835 h 7587885"/>
              <a:gd name="connsiteX132" fmla="*/ 6624726 w 6641887"/>
              <a:gd name="connsiteY132" fmla="*/ 5104937 h 7587885"/>
              <a:gd name="connsiteX133" fmla="*/ 6624886 w 6641887"/>
              <a:gd name="connsiteY133" fmla="*/ 5139640 h 7587885"/>
              <a:gd name="connsiteX134" fmla="*/ 6630108 w 6641887"/>
              <a:gd name="connsiteY134" fmla="*/ 5284362 h 7587885"/>
              <a:gd name="connsiteX135" fmla="*/ 6632623 w 6641887"/>
              <a:gd name="connsiteY135" fmla="*/ 5450953 h 7587885"/>
              <a:gd name="connsiteX136" fmla="*/ 6625529 w 6641887"/>
              <a:gd name="connsiteY136" fmla="*/ 5638795 h 7587885"/>
              <a:gd name="connsiteX137" fmla="*/ 6624492 w 6641887"/>
              <a:gd name="connsiteY137" fmla="*/ 5817486 h 7587885"/>
              <a:gd name="connsiteX138" fmla="*/ 6624492 w 6641887"/>
              <a:gd name="connsiteY138" fmla="*/ 6278109 h 7587885"/>
              <a:gd name="connsiteX139" fmla="*/ 6622599 w 6641887"/>
              <a:gd name="connsiteY139" fmla="*/ 6297209 h 7587885"/>
              <a:gd name="connsiteX140" fmla="*/ 6619680 w 6641887"/>
              <a:gd name="connsiteY140" fmla="*/ 6466712 h 7587885"/>
              <a:gd name="connsiteX141" fmla="*/ 6624492 w 6641887"/>
              <a:gd name="connsiteY141" fmla="*/ 6889981 h 7587885"/>
              <a:gd name="connsiteX142" fmla="*/ 6624492 w 6641887"/>
              <a:gd name="connsiteY142" fmla="*/ 7570603 h 7587885"/>
              <a:gd name="connsiteX143" fmla="*/ 6257449 w 6641887"/>
              <a:gd name="connsiteY143" fmla="*/ 7586866 h 75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6641887" h="7587885">
                <a:moveTo>
                  <a:pt x="6257449" y="7586866"/>
                </a:moveTo>
                <a:lnTo>
                  <a:pt x="6137463" y="7581588"/>
                </a:lnTo>
                <a:lnTo>
                  <a:pt x="6112266" y="7581812"/>
                </a:lnTo>
                <a:cubicBezTo>
                  <a:pt x="6084985" y="7581518"/>
                  <a:pt x="6059333" y="7580596"/>
                  <a:pt x="6036028" y="7578807"/>
                </a:cubicBezTo>
                <a:lnTo>
                  <a:pt x="5998161" y="7573809"/>
                </a:lnTo>
                <a:lnTo>
                  <a:pt x="5946185" y="7570603"/>
                </a:lnTo>
                <a:cubicBezTo>
                  <a:pt x="5769291" y="7560425"/>
                  <a:pt x="5523431" y="7545853"/>
                  <a:pt x="5240190" y="7570603"/>
                </a:cubicBezTo>
                <a:cubicBezTo>
                  <a:pt x="5231638" y="7515564"/>
                  <a:pt x="5229398" y="7461585"/>
                  <a:pt x="5230340" y="7406268"/>
                </a:cubicBezTo>
                <a:lnTo>
                  <a:pt x="5235809" y="7304256"/>
                </a:lnTo>
                <a:lnTo>
                  <a:pt x="5233517" y="7230312"/>
                </a:lnTo>
                <a:cubicBezTo>
                  <a:pt x="5230770" y="7131254"/>
                  <a:pt x="5230247" y="7031043"/>
                  <a:pt x="5240190" y="6883106"/>
                </a:cubicBezTo>
                <a:lnTo>
                  <a:pt x="5242512" y="6842904"/>
                </a:lnTo>
                <a:lnTo>
                  <a:pt x="5240190" y="6807481"/>
                </a:lnTo>
                <a:cubicBezTo>
                  <a:pt x="5207606" y="6467709"/>
                  <a:pt x="5218997" y="6245866"/>
                  <a:pt x="5240190" y="6044360"/>
                </a:cubicBezTo>
                <a:cubicBezTo>
                  <a:pt x="5225271" y="5909328"/>
                  <a:pt x="5226300" y="5828066"/>
                  <a:pt x="5230545" y="5744709"/>
                </a:cubicBezTo>
                <a:lnTo>
                  <a:pt x="5236099" y="5641454"/>
                </a:lnTo>
                <a:lnTo>
                  <a:pt x="5231740" y="5501129"/>
                </a:lnTo>
                <a:lnTo>
                  <a:pt x="5237903" y="5340743"/>
                </a:lnTo>
                <a:lnTo>
                  <a:pt x="5236043" y="5266117"/>
                </a:lnTo>
                <a:cubicBezTo>
                  <a:pt x="5231449" y="5140575"/>
                  <a:pt x="5227343" y="5113760"/>
                  <a:pt x="5240190" y="4971865"/>
                </a:cubicBezTo>
                <a:lnTo>
                  <a:pt x="5245325" y="4835078"/>
                </a:lnTo>
                <a:lnTo>
                  <a:pt x="5240190" y="4744991"/>
                </a:lnTo>
                <a:lnTo>
                  <a:pt x="5238994" y="4711044"/>
                </a:lnTo>
                <a:lnTo>
                  <a:pt x="5210670" y="4738028"/>
                </a:lnTo>
                <a:cubicBezTo>
                  <a:pt x="5189559" y="4757586"/>
                  <a:pt x="5166983" y="4777929"/>
                  <a:pt x="5142670" y="4799156"/>
                </a:cubicBezTo>
                <a:lnTo>
                  <a:pt x="5104705" y="4832953"/>
                </a:lnTo>
                <a:lnTo>
                  <a:pt x="5070280" y="4871546"/>
                </a:lnTo>
                <a:cubicBezTo>
                  <a:pt x="4930826" y="5032494"/>
                  <a:pt x="4862096" y="5072455"/>
                  <a:pt x="4785894" y="5146444"/>
                </a:cubicBezTo>
                <a:lnTo>
                  <a:pt x="4757702" y="5175692"/>
                </a:lnTo>
                <a:lnTo>
                  <a:pt x="4704308" y="5237518"/>
                </a:lnTo>
                <a:cubicBezTo>
                  <a:pt x="4692556" y="5103252"/>
                  <a:pt x="4694780" y="5018862"/>
                  <a:pt x="4698830" y="4934827"/>
                </a:cubicBezTo>
                <a:lnTo>
                  <a:pt x="4700320" y="4905092"/>
                </a:lnTo>
                <a:lnTo>
                  <a:pt x="4698366" y="4790581"/>
                </a:lnTo>
                <a:cubicBezTo>
                  <a:pt x="4698574" y="4741064"/>
                  <a:pt x="4700184" y="4689618"/>
                  <a:pt x="4704308" y="4634268"/>
                </a:cubicBezTo>
                <a:lnTo>
                  <a:pt x="4575056" y="4625922"/>
                </a:lnTo>
                <a:lnTo>
                  <a:pt x="4521956" y="4624003"/>
                </a:lnTo>
                <a:lnTo>
                  <a:pt x="4510566" y="4623915"/>
                </a:lnTo>
                <a:lnTo>
                  <a:pt x="4372360" y="4626104"/>
                </a:lnTo>
                <a:cubicBezTo>
                  <a:pt x="4326400" y="4628029"/>
                  <a:pt x="4280124" y="4630633"/>
                  <a:pt x="4226040" y="4632475"/>
                </a:cubicBezTo>
                <a:lnTo>
                  <a:pt x="4198288" y="4633109"/>
                </a:lnTo>
                <a:lnTo>
                  <a:pt x="4173868" y="4634268"/>
                </a:lnTo>
                <a:cubicBezTo>
                  <a:pt x="4139560" y="4636466"/>
                  <a:pt x="4100576" y="4636422"/>
                  <a:pt x="4057832" y="4635405"/>
                </a:cubicBezTo>
                <a:lnTo>
                  <a:pt x="4023808" y="4634252"/>
                </a:lnTo>
                <a:lnTo>
                  <a:pt x="3926870" y="4634084"/>
                </a:lnTo>
                <a:cubicBezTo>
                  <a:pt x="3765334" y="4635980"/>
                  <a:pt x="3673364" y="4647348"/>
                  <a:pt x="3560202" y="4645055"/>
                </a:cubicBezTo>
                <a:lnTo>
                  <a:pt x="3481464" y="4639459"/>
                </a:lnTo>
                <a:lnTo>
                  <a:pt x="3434654" y="4641573"/>
                </a:lnTo>
                <a:cubicBezTo>
                  <a:pt x="3278396" y="4643463"/>
                  <a:pt x="3127224" y="4632088"/>
                  <a:pt x="2877984" y="4634268"/>
                </a:cubicBezTo>
                <a:cubicBezTo>
                  <a:pt x="2545664" y="4637174"/>
                  <a:pt x="2578696" y="4660367"/>
                  <a:pt x="2300544" y="4634268"/>
                </a:cubicBezTo>
                <a:lnTo>
                  <a:pt x="2280624" y="4633114"/>
                </a:lnTo>
                <a:lnTo>
                  <a:pt x="2206540" y="4634268"/>
                </a:lnTo>
                <a:cubicBezTo>
                  <a:pt x="2086878" y="4638557"/>
                  <a:pt x="1997098" y="4632360"/>
                  <a:pt x="1909944" y="4628189"/>
                </a:cubicBezTo>
                <a:lnTo>
                  <a:pt x="1849128" y="4626729"/>
                </a:lnTo>
                <a:lnTo>
                  <a:pt x="1747454" y="4630091"/>
                </a:lnTo>
                <a:lnTo>
                  <a:pt x="1672544" y="4631565"/>
                </a:lnTo>
                <a:lnTo>
                  <a:pt x="1629100" y="4634268"/>
                </a:lnTo>
                <a:cubicBezTo>
                  <a:pt x="1410778" y="4659058"/>
                  <a:pt x="1191298" y="4638562"/>
                  <a:pt x="910658" y="4634268"/>
                </a:cubicBezTo>
                <a:cubicBezTo>
                  <a:pt x="863084" y="4638052"/>
                  <a:pt x="797002" y="4639534"/>
                  <a:pt x="721050" y="4639730"/>
                </a:cubicBezTo>
                <a:lnTo>
                  <a:pt x="616952" y="4638789"/>
                </a:lnTo>
                <a:lnTo>
                  <a:pt x="423102" y="4644670"/>
                </a:lnTo>
                <a:cubicBezTo>
                  <a:pt x="255206" y="4649211"/>
                  <a:pt x="98754" y="4650284"/>
                  <a:pt x="4210" y="4634268"/>
                </a:cubicBezTo>
                <a:cubicBezTo>
                  <a:pt x="8230" y="4525911"/>
                  <a:pt x="-3552" y="4369860"/>
                  <a:pt x="1110" y="4152229"/>
                </a:cubicBezTo>
                <a:lnTo>
                  <a:pt x="1644" y="4135479"/>
                </a:lnTo>
                <a:lnTo>
                  <a:pt x="1766" y="4113201"/>
                </a:lnTo>
                <a:cubicBezTo>
                  <a:pt x="2198" y="4091738"/>
                  <a:pt x="2976" y="4072182"/>
                  <a:pt x="4210" y="4055148"/>
                </a:cubicBezTo>
                <a:cubicBezTo>
                  <a:pt x="15660" y="3785996"/>
                  <a:pt x="3898" y="3653149"/>
                  <a:pt x="4210" y="3427768"/>
                </a:cubicBezTo>
                <a:cubicBezTo>
                  <a:pt x="266118" y="3403133"/>
                  <a:pt x="420748" y="3421726"/>
                  <a:pt x="722654" y="3427768"/>
                </a:cubicBezTo>
                <a:cubicBezTo>
                  <a:pt x="812048" y="3422269"/>
                  <a:pt x="892174" y="3420969"/>
                  <a:pt x="964446" y="3421749"/>
                </a:cubicBezTo>
                <a:lnTo>
                  <a:pt x="1075706" y="3425443"/>
                </a:lnTo>
                <a:lnTo>
                  <a:pt x="1191730" y="3423730"/>
                </a:lnTo>
                <a:cubicBezTo>
                  <a:pt x="1237824" y="3423801"/>
                  <a:pt x="1287686" y="3424872"/>
                  <a:pt x="1347094" y="3427768"/>
                </a:cubicBezTo>
                <a:lnTo>
                  <a:pt x="1398200" y="3430046"/>
                </a:lnTo>
                <a:lnTo>
                  <a:pt x="1441096" y="3427768"/>
                </a:lnTo>
                <a:cubicBezTo>
                  <a:pt x="1554790" y="3410384"/>
                  <a:pt x="1684970" y="3428573"/>
                  <a:pt x="1846292" y="3431632"/>
                </a:cubicBezTo>
                <a:lnTo>
                  <a:pt x="1895016" y="3430539"/>
                </a:lnTo>
                <a:lnTo>
                  <a:pt x="1924536" y="3427768"/>
                </a:lnTo>
                <a:cubicBezTo>
                  <a:pt x="1985334" y="3417674"/>
                  <a:pt x="2093698" y="3415977"/>
                  <a:pt x="2210734" y="3417652"/>
                </a:cubicBezTo>
                <a:lnTo>
                  <a:pt x="2253014" y="3418705"/>
                </a:lnTo>
                <a:lnTo>
                  <a:pt x="2361284" y="3414520"/>
                </a:lnTo>
                <a:cubicBezTo>
                  <a:pt x="2466334" y="3414325"/>
                  <a:pt x="2561206" y="3418546"/>
                  <a:pt x="2642980" y="3427768"/>
                </a:cubicBezTo>
                <a:cubicBezTo>
                  <a:pt x="2765638" y="3441602"/>
                  <a:pt x="2982650" y="3419949"/>
                  <a:pt x="3177828" y="3419310"/>
                </a:cubicBezTo>
                <a:lnTo>
                  <a:pt x="3296368" y="3424771"/>
                </a:lnTo>
                <a:lnTo>
                  <a:pt x="3427272" y="3411218"/>
                </a:lnTo>
                <a:cubicBezTo>
                  <a:pt x="3588616" y="3399687"/>
                  <a:pt x="3759524" y="3403712"/>
                  <a:pt x="3985864" y="3427768"/>
                </a:cubicBezTo>
                <a:cubicBezTo>
                  <a:pt x="4266016" y="3441996"/>
                  <a:pt x="4396592" y="3398654"/>
                  <a:pt x="4704308" y="3427768"/>
                </a:cubicBezTo>
                <a:cubicBezTo>
                  <a:pt x="4676124" y="3193996"/>
                  <a:pt x="4722748" y="3033597"/>
                  <a:pt x="4704308" y="2824518"/>
                </a:cubicBezTo>
                <a:cubicBezTo>
                  <a:pt x="4857694" y="2951342"/>
                  <a:pt x="4911036" y="2997958"/>
                  <a:pt x="5082345" y="3202555"/>
                </a:cubicBezTo>
                <a:lnTo>
                  <a:pt x="5083472" y="3203848"/>
                </a:lnTo>
                <a:lnTo>
                  <a:pt x="5130605" y="3250815"/>
                </a:lnTo>
                <a:cubicBezTo>
                  <a:pt x="5150790" y="3269350"/>
                  <a:pt x="5169703" y="3287417"/>
                  <a:pt x="5187614" y="3305061"/>
                </a:cubicBezTo>
                <a:lnTo>
                  <a:pt x="5226966" y="3344966"/>
                </a:lnTo>
                <a:lnTo>
                  <a:pt x="5226104" y="3317906"/>
                </a:lnTo>
                <a:cubicBezTo>
                  <a:pt x="5226089" y="3248776"/>
                  <a:pt x="5232490" y="3185400"/>
                  <a:pt x="5240190" y="3060624"/>
                </a:cubicBezTo>
                <a:cubicBezTo>
                  <a:pt x="5227646" y="2823373"/>
                  <a:pt x="5239766" y="2785033"/>
                  <a:pt x="5240190" y="2524377"/>
                </a:cubicBezTo>
                <a:cubicBezTo>
                  <a:pt x="5240612" y="2263721"/>
                  <a:pt x="5203550" y="1947734"/>
                  <a:pt x="5240190" y="1761255"/>
                </a:cubicBezTo>
                <a:cubicBezTo>
                  <a:pt x="5231214" y="1593643"/>
                  <a:pt x="5239224" y="1455831"/>
                  <a:pt x="5241148" y="1305481"/>
                </a:cubicBezTo>
                <a:lnTo>
                  <a:pt x="5240751" y="1240849"/>
                </a:lnTo>
                <a:lnTo>
                  <a:pt x="5240190" y="1225008"/>
                </a:lnTo>
                <a:lnTo>
                  <a:pt x="5240480" y="1196629"/>
                </a:lnTo>
                <a:lnTo>
                  <a:pt x="5240190" y="1149383"/>
                </a:lnTo>
                <a:cubicBezTo>
                  <a:pt x="5233928" y="931498"/>
                  <a:pt x="5212558" y="471106"/>
                  <a:pt x="5240190" y="8138"/>
                </a:cubicBezTo>
                <a:cubicBezTo>
                  <a:pt x="5448608" y="-8145"/>
                  <a:pt x="5587620" y="4411"/>
                  <a:pt x="5890812" y="8138"/>
                </a:cubicBezTo>
                <a:lnTo>
                  <a:pt x="5932116" y="8592"/>
                </a:lnTo>
                <a:lnTo>
                  <a:pt x="5946184" y="8138"/>
                </a:lnTo>
                <a:cubicBezTo>
                  <a:pt x="5992299" y="5874"/>
                  <a:pt x="6039304" y="6248"/>
                  <a:pt x="6088485" y="7706"/>
                </a:cubicBezTo>
                <a:lnTo>
                  <a:pt x="6153841" y="10261"/>
                </a:lnTo>
                <a:lnTo>
                  <a:pt x="6270950" y="10580"/>
                </a:lnTo>
                <a:cubicBezTo>
                  <a:pt x="6383005" y="10463"/>
                  <a:pt x="6490628" y="9531"/>
                  <a:pt x="6624492" y="8138"/>
                </a:cubicBezTo>
                <a:cubicBezTo>
                  <a:pt x="6616227" y="340717"/>
                  <a:pt x="6655603" y="439487"/>
                  <a:pt x="6624492" y="695635"/>
                </a:cubicBezTo>
                <a:lnTo>
                  <a:pt x="6622512" y="723481"/>
                </a:lnTo>
                <a:lnTo>
                  <a:pt x="6624677" y="764037"/>
                </a:lnTo>
                <a:cubicBezTo>
                  <a:pt x="6629511" y="832150"/>
                  <a:pt x="6634284" y="903816"/>
                  <a:pt x="6624492" y="1005009"/>
                </a:cubicBezTo>
                <a:lnTo>
                  <a:pt x="6620187" y="1062338"/>
                </a:lnTo>
                <a:lnTo>
                  <a:pt x="6624182" y="1133310"/>
                </a:lnTo>
                <a:cubicBezTo>
                  <a:pt x="6626161" y="1183396"/>
                  <a:pt x="6626901" y="1239588"/>
                  <a:pt x="6624492" y="1307507"/>
                </a:cubicBezTo>
                <a:cubicBezTo>
                  <a:pt x="6617266" y="1511263"/>
                  <a:pt x="6638838" y="1705131"/>
                  <a:pt x="6636606" y="1889463"/>
                </a:cubicBezTo>
                <a:lnTo>
                  <a:pt x="6633574" y="1934817"/>
                </a:lnTo>
                <a:lnTo>
                  <a:pt x="6641008" y="2009370"/>
                </a:lnTo>
                <a:cubicBezTo>
                  <a:pt x="6646502" y="2165883"/>
                  <a:pt x="6624445" y="2299978"/>
                  <a:pt x="6624492" y="2455627"/>
                </a:cubicBezTo>
                <a:cubicBezTo>
                  <a:pt x="6624524" y="2559392"/>
                  <a:pt x="6626048" y="2645384"/>
                  <a:pt x="6626802" y="2738923"/>
                </a:cubicBezTo>
                <a:lnTo>
                  <a:pt x="6627024" y="2860999"/>
                </a:lnTo>
                <a:lnTo>
                  <a:pt x="6639760" y="2998067"/>
                </a:lnTo>
                <a:cubicBezTo>
                  <a:pt x="6644992" y="3136520"/>
                  <a:pt x="6625064" y="3206859"/>
                  <a:pt x="6624492" y="3294373"/>
                </a:cubicBezTo>
                <a:cubicBezTo>
                  <a:pt x="6623730" y="3411058"/>
                  <a:pt x="6632521" y="3607393"/>
                  <a:pt x="6624492" y="3754996"/>
                </a:cubicBezTo>
                <a:cubicBezTo>
                  <a:pt x="6630473" y="3832942"/>
                  <a:pt x="6632327" y="3894564"/>
                  <a:pt x="6632027" y="3945869"/>
                </a:cubicBezTo>
                <a:lnTo>
                  <a:pt x="6627746" y="4048406"/>
                </a:lnTo>
                <a:lnTo>
                  <a:pt x="6628914" y="4103064"/>
                </a:lnTo>
                <a:cubicBezTo>
                  <a:pt x="6628924" y="4141531"/>
                  <a:pt x="6627781" y="4179270"/>
                  <a:pt x="6624492" y="4215619"/>
                </a:cubicBezTo>
                <a:lnTo>
                  <a:pt x="6623193" y="4257075"/>
                </a:lnTo>
                <a:lnTo>
                  <a:pt x="6624492" y="4291243"/>
                </a:lnTo>
                <a:cubicBezTo>
                  <a:pt x="6638136" y="4421641"/>
                  <a:pt x="6629705" y="4618177"/>
                  <a:pt x="6625844" y="4833936"/>
                </a:cubicBezTo>
                <a:lnTo>
                  <a:pt x="6624600" y="5036835"/>
                </a:lnTo>
                <a:lnTo>
                  <a:pt x="6624726" y="5104937"/>
                </a:lnTo>
                <a:lnTo>
                  <a:pt x="6624886" y="5139640"/>
                </a:lnTo>
                <a:lnTo>
                  <a:pt x="6630108" y="5284362"/>
                </a:lnTo>
                <a:cubicBezTo>
                  <a:pt x="6631849" y="5335069"/>
                  <a:pt x="6633123" y="5388954"/>
                  <a:pt x="6632623" y="5450953"/>
                </a:cubicBezTo>
                <a:lnTo>
                  <a:pt x="6625529" y="5638795"/>
                </a:lnTo>
                <a:lnTo>
                  <a:pt x="6624492" y="5817486"/>
                </a:lnTo>
                <a:cubicBezTo>
                  <a:pt x="6622121" y="5999735"/>
                  <a:pt x="6645356" y="6119164"/>
                  <a:pt x="6624492" y="6278109"/>
                </a:cubicBezTo>
                <a:lnTo>
                  <a:pt x="6622599" y="6297209"/>
                </a:lnTo>
                <a:lnTo>
                  <a:pt x="6619680" y="6466712"/>
                </a:lnTo>
                <a:cubicBezTo>
                  <a:pt x="6617725" y="6609251"/>
                  <a:pt x="6617373" y="6765693"/>
                  <a:pt x="6624492" y="6889981"/>
                </a:cubicBezTo>
                <a:cubicBezTo>
                  <a:pt x="6638730" y="7138558"/>
                  <a:pt x="6641091" y="7237861"/>
                  <a:pt x="6624492" y="7570603"/>
                </a:cubicBezTo>
                <a:cubicBezTo>
                  <a:pt x="6498860" y="7587197"/>
                  <a:pt x="6373506" y="7589742"/>
                  <a:pt x="6257449" y="7586866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 dirty="0"/>
          </a:p>
        </p:txBody>
      </p:sp>
      <p:sp>
        <p:nvSpPr>
          <p:cNvPr id="33" name="Forma libre: forma 32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6DE923AB-FC93-49A7-9A65-476FC1E0821A}"/>
              </a:ext>
            </a:extLst>
          </p:cNvPr>
          <p:cNvSpPr/>
          <p:nvPr/>
        </p:nvSpPr>
        <p:spPr>
          <a:xfrm>
            <a:off x="-553866" y="-1579121"/>
            <a:ext cx="14852244" cy="9576980"/>
          </a:xfrm>
          <a:custGeom>
            <a:avLst/>
            <a:gdLst>
              <a:gd name="connsiteX0" fmla="*/ 13382260 w 14852244"/>
              <a:gd name="connsiteY0" fmla="*/ 7 h 9576980"/>
              <a:gd name="connsiteX1" fmla="*/ 13510526 w 14852244"/>
              <a:gd name="connsiteY1" fmla="*/ 3789 h 9576980"/>
              <a:gd name="connsiteX2" fmla="*/ 13556055 w 14852244"/>
              <a:gd name="connsiteY2" fmla="*/ 9277 h 9576980"/>
              <a:gd name="connsiteX3" fmla="*/ 13600806 w 14852244"/>
              <a:gd name="connsiteY3" fmla="*/ 8320 h 9576980"/>
              <a:gd name="connsiteX4" fmla="*/ 13966751 w 14852244"/>
              <a:gd name="connsiteY4" fmla="*/ 4140 h 9576980"/>
              <a:gd name="connsiteX5" fmla="*/ 14022464 w 14852244"/>
              <a:gd name="connsiteY5" fmla="*/ 5605 h 9576980"/>
              <a:gd name="connsiteX6" fmla="*/ 14037368 w 14852244"/>
              <a:gd name="connsiteY6" fmla="*/ 5676 h 9576980"/>
              <a:gd name="connsiteX7" fmla="*/ 14137756 w 14852244"/>
              <a:gd name="connsiteY7" fmla="*/ 10698 h 9576980"/>
              <a:gd name="connsiteX8" fmla="*/ 14327297 w 14852244"/>
              <a:gd name="connsiteY8" fmla="*/ 21320 h 9576980"/>
              <a:gd name="connsiteX9" fmla="*/ 14328163 w 14852244"/>
              <a:gd name="connsiteY9" fmla="*/ 21342 h 9576980"/>
              <a:gd name="connsiteX10" fmla="*/ 14831560 w 14852244"/>
              <a:gd name="connsiteY10" fmla="*/ 10698 h 9576980"/>
              <a:gd name="connsiteX11" fmla="*/ 14831560 w 14852244"/>
              <a:gd name="connsiteY11" fmla="*/ 693204 h 9576980"/>
              <a:gd name="connsiteX12" fmla="*/ 14826664 w 14852244"/>
              <a:gd name="connsiteY12" fmla="*/ 753705 h 9576980"/>
              <a:gd name="connsiteX13" fmla="*/ 14826985 w 14852244"/>
              <a:gd name="connsiteY13" fmla="*/ 781531 h 9576980"/>
              <a:gd name="connsiteX14" fmla="*/ 14831560 w 14852244"/>
              <a:gd name="connsiteY14" fmla="*/ 897956 h 9576980"/>
              <a:gd name="connsiteX15" fmla="*/ 14848376 w 14852244"/>
              <a:gd name="connsiteY15" fmla="*/ 1564589 h 9576980"/>
              <a:gd name="connsiteX16" fmla="*/ 14845858 w 14852244"/>
              <a:gd name="connsiteY16" fmla="*/ 1595578 h 9576980"/>
              <a:gd name="connsiteX17" fmla="*/ 14846386 w 14852244"/>
              <a:gd name="connsiteY17" fmla="*/ 1653643 h 9576980"/>
              <a:gd name="connsiteX18" fmla="*/ 14831560 w 14852244"/>
              <a:gd name="connsiteY18" fmla="*/ 1867114 h 9576980"/>
              <a:gd name="connsiteX19" fmla="*/ 14831560 w 14852244"/>
              <a:gd name="connsiteY19" fmla="*/ 2262967 h 9576980"/>
              <a:gd name="connsiteX20" fmla="*/ 14834673 w 14852244"/>
              <a:gd name="connsiteY20" fmla="*/ 2389143 h 9576980"/>
              <a:gd name="connsiteX21" fmla="*/ 14844551 w 14852244"/>
              <a:gd name="connsiteY21" fmla="*/ 2486328 h 9576980"/>
              <a:gd name="connsiteX22" fmla="*/ 14831560 w 14852244"/>
              <a:gd name="connsiteY22" fmla="*/ 2945473 h 9576980"/>
              <a:gd name="connsiteX23" fmla="*/ 14820707 w 14852244"/>
              <a:gd name="connsiteY23" fmla="*/ 3093912 h 9576980"/>
              <a:gd name="connsiteX24" fmla="*/ 14818998 w 14852244"/>
              <a:gd name="connsiteY24" fmla="*/ 3259105 h 9576980"/>
              <a:gd name="connsiteX25" fmla="*/ 14831560 w 14852244"/>
              <a:gd name="connsiteY25" fmla="*/ 3627980 h 9576980"/>
              <a:gd name="connsiteX26" fmla="*/ 14834257 w 14852244"/>
              <a:gd name="connsiteY26" fmla="*/ 3960728 h 9576980"/>
              <a:gd name="connsiteX27" fmla="*/ 14832455 w 14852244"/>
              <a:gd name="connsiteY27" fmla="*/ 3981215 h 9576980"/>
              <a:gd name="connsiteX28" fmla="*/ 14831560 w 14852244"/>
              <a:gd name="connsiteY28" fmla="*/ 4023833 h 9576980"/>
              <a:gd name="connsiteX29" fmla="*/ 14829681 w 14852244"/>
              <a:gd name="connsiteY29" fmla="*/ 4091573 h 9576980"/>
              <a:gd name="connsiteX30" fmla="*/ 14831560 w 14852244"/>
              <a:gd name="connsiteY30" fmla="*/ 4119383 h 9576980"/>
              <a:gd name="connsiteX31" fmla="*/ 14851982 w 14852244"/>
              <a:gd name="connsiteY31" fmla="*/ 4417833 h 9576980"/>
              <a:gd name="connsiteX32" fmla="*/ 14848634 w 14852244"/>
              <a:gd name="connsiteY32" fmla="*/ 4645744 h 9576980"/>
              <a:gd name="connsiteX33" fmla="*/ 14840801 w 14852244"/>
              <a:gd name="connsiteY33" fmla="*/ 4761205 h 9576980"/>
              <a:gd name="connsiteX34" fmla="*/ 14840806 w 14852244"/>
              <a:gd name="connsiteY34" fmla="*/ 4762341 h 9576980"/>
              <a:gd name="connsiteX35" fmla="*/ 14831560 w 14852244"/>
              <a:gd name="connsiteY35" fmla="*/ 5197742 h 9576980"/>
              <a:gd name="connsiteX36" fmla="*/ 14829183 w 14852244"/>
              <a:gd name="connsiteY36" fmla="*/ 5302989 h 9576980"/>
              <a:gd name="connsiteX37" fmla="*/ 14827955 w 14852244"/>
              <a:gd name="connsiteY37" fmla="*/ 5348998 h 9576980"/>
              <a:gd name="connsiteX38" fmla="*/ 14836014 w 14852244"/>
              <a:gd name="connsiteY38" fmla="*/ 5510019 h 9576980"/>
              <a:gd name="connsiteX39" fmla="*/ 14832927 w 14852244"/>
              <a:gd name="connsiteY39" fmla="*/ 5624713 h 9576980"/>
              <a:gd name="connsiteX40" fmla="*/ 14836607 w 14852244"/>
              <a:gd name="connsiteY40" fmla="*/ 5708493 h 9576980"/>
              <a:gd name="connsiteX41" fmla="*/ 14835722 w 14852244"/>
              <a:gd name="connsiteY41" fmla="*/ 5889652 h 9576980"/>
              <a:gd name="connsiteX42" fmla="*/ 14832779 w 14852244"/>
              <a:gd name="connsiteY42" fmla="*/ 6091902 h 9576980"/>
              <a:gd name="connsiteX43" fmla="*/ 14835167 w 14852244"/>
              <a:gd name="connsiteY43" fmla="*/ 6132175 h 9576980"/>
              <a:gd name="connsiteX44" fmla="*/ 14831560 w 14852244"/>
              <a:gd name="connsiteY44" fmla="*/ 6944957 h 9576980"/>
              <a:gd name="connsiteX45" fmla="*/ 14831503 w 14852244"/>
              <a:gd name="connsiteY45" fmla="*/ 6945936 h 9576980"/>
              <a:gd name="connsiteX46" fmla="*/ 14831560 w 14852244"/>
              <a:gd name="connsiteY46" fmla="*/ 6958607 h 9576980"/>
              <a:gd name="connsiteX47" fmla="*/ 14830878 w 14852244"/>
              <a:gd name="connsiteY47" fmla="*/ 7175150 h 9576980"/>
              <a:gd name="connsiteX48" fmla="*/ 14828741 w 14852244"/>
              <a:gd name="connsiteY48" fmla="*/ 7305274 h 9576980"/>
              <a:gd name="connsiteX49" fmla="*/ 14833986 w 14852244"/>
              <a:gd name="connsiteY49" fmla="*/ 7416339 h 9576980"/>
              <a:gd name="connsiteX50" fmla="*/ 14831560 w 14852244"/>
              <a:gd name="connsiteY50" fmla="*/ 7531912 h 9576980"/>
              <a:gd name="connsiteX51" fmla="*/ 14827920 w 14852244"/>
              <a:gd name="connsiteY51" fmla="*/ 7599995 h 9576980"/>
              <a:gd name="connsiteX52" fmla="*/ 14831560 w 14852244"/>
              <a:gd name="connsiteY52" fmla="*/ 7736663 h 9576980"/>
              <a:gd name="connsiteX53" fmla="*/ 14831560 w 14852244"/>
              <a:gd name="connsiteY53" fmla="*/ 8228068 h 9576980"/>
              <a:gd name="connsiteX54" fmla="*/ 14828235 w 14852244"/>
              <a:gd name="connsiteY54" fmla="*/ 8307108 h 9576980"/>
              <a:gd name="connsiteX55" fmla="*/ 14823269 w 14852244"/>
              <a:gd name="connsiteY55" fmla="*/ 8393176 h 9576980"/>
              <a:gd name="connsiteX56" fmla="*/ 14823322 w 14852244"/>
              <a:gd name="connsiteY56" fmla="*/ 8405644 h 9576980"/>
              <a:gd name="connsiteX57" fmla="*/ 14831560 w 14852244"/>
              <a:gd name="connsiteY57" fmla="*/ 8610271 h 9576980"/>
              <a:gd name="connsiteX58" fmla="*/ 14831560 w 14852244"/>
              <a:gd name="connsiteY58" fmla="*/ 9565779 h 9576980"/>
              <a:gd name="connsiteX59" fmla="*/ 14482372 w 14852244"/>
              <a:gd name="connsiteY59" fmla="*/ 9571528 h 9576980"/>
              <a:gd name="connsiteX60" fmla="*/ 14371058 w 14852244"/>
              <a:gd name="connsiteY60" fmla="*/ 9567545 h 9576980"/>
              <a:gd name="connsiteX61" fmla="*/ 14308482 w 14852244"/>
              <a:gd name="connsiteY61" fmla="*/ 9571041 h 9576980"/>
              <a:gd name="connsiteX62" fmla="*/ 14173226 w 14852244"/>
              <a:gd name="connsiteY62" fmla="*/ 9566164 h 9576980"/>
              <a:gd name="connsiteX63" fmla="*/ 14032726 w 14852244"/>
              <a:gd name="connsiteY63" fmla="*/ 9570008 h 9576980"/>
              <a:gd name="connsiteX64" fmla="*/ 13617403 w 14852244"/>
              <a:gd name="connsiteY64" fmla="*/ 9565779 h 9576980"/>
              <a:gd name="connsiteX65" fmla="*/ 13553996 w 14852244"/>
              <a:gd name="connsiteY65" fmla="*/ 9563480 h 9576980"/>
              <a:gd name="connsiteX66" fmla="*/ 13518288 w 14852244"/>
              <a:gd name="connsiteY66" fmla="*/ 9565779 h 9576980"/>
              <a:gd name="connsiteX67" fmla="*/ 13210744 w 14852244"/>
              <a:gd name="connsiteY67" fmla="*/ 9576506 h 9576980"/>
              <a:gd name="connsiteX68" fmla="*/ 13180887 w 14852244"/>
              <a:gd name="connsiteY68" fmla="*/ 9575628 h 9576980"/>
              <a:gd name="connsiteX69" fmla="*/ 13130533 w 14852244"/>
              <a:gd name="connsiteY69" fmla="*/ 9576980 h 9576980"/>
              <a:gd name="connsiteX70" fmla="*/ 13023964 w 14852244"/>
              <a:gd name="connsiteY70" fmla="*/ 9569395 h 9576980"/>
              <a:gd name="connsiteX71" fmla="*/ 13014634 w 14852244"/>
              <a:gd name="connsiteY71" fmla="*/ 9569000 h 9576980"/>
              <a:gd name="connsiteX72" fmla="*/ 12923599 w 14852244"/>
              <a:gd name="connsiteY72" fmla="*/ 9565779 h 9576980"/>
              <a:gd name="connsiteX73" fmla="*/ 12353689 w 14852244"/>
              <a:gd name="connsiteY73" fmla="*/ 9565779 h 9576980"/>
              <a:gd name="connsiteX74" fmla="*/ 12356704 w 14852244"/>
              <a:gd name="connsiteY74" fmla="*/ 9438797 h 9576980"/>
              <a:gd name="connsiteX75" fmla="*/ 12360726 w 14852244"/>
              <a:gd name="connsiteY75" fmla="*/ 9353397 h 9576980"/>
              <a:gd name="connsiteX76" fmla="*/ 12353689 w 14852244"/>
              <a:gd name="connsiteY76" fmla="*/ 9169926 h 9576980"/>
              <a:gd name="connsiteX77" fmla="*/ 12349544 w 14852244"/>
              <a:gd name="connsiteY77" fmla="*/ 9059206 h 9576980"/>
              <a:gd name="connsiteX78" fmla="*/ 12349204 w 14852244"/>
              <a:gd name="connsiteY78" fmla="*/ 9050808 h 9576980"/>
              <a:gd name="connsiteX79" fmla="*/ 12273408 w 14852244"/>
              <a:gd name="connsiteY79" fmla="*/ 9051798 h 9576980"/>
              <a:gd name="connsiteX80" fmla="*/ 10656095 w 14852244"/>
              <a:gd name="connsiteY80" fmla="*/ 9067234 h 9576980"/>
              <a:gd name="connsiteX81" fmla="*/ 10621107 w 14852244"/>
              <a:gd name="connsiteY81" fmla="*/ 9066232 h 9576980"/>
              <a:gd name="connsiteX82" fmla="*/ 10081018 w 14852244"/>
              <a:gd name="connsiteY82" fmla="*/ 9061893 h 9576980"/>
              <a:gd name="connsiteX83" fmla="*/ 9645022 w 14852244"/>
              <a:gd name="connsiteY83" fmla="*/ 9065903 h 9576980"/>
              <a:gd name="connsiteX84" fmla="*/ 9607815 w 14852244"/>
              <a:gd name="connsiteY84" fmla="*/ 9066390 h 9576980"/>
              <a:gd name="connsiteX85" fmla="*/ 9609450 w 14852244"/>
              <a:gd name="connsiteY85" fmla="*/ 9163486 h 9576980"/>
              <a:gd name="connsiteX86" fmla="*/ 9160503 w 14852244"/>
              <a:gd name="connsiteY86" fmla="*/ 9166588 h 9576980"/>
              <a:gd name="connsiteX87" fmla="*/ 9047695 w 14852244"/>
              <a:gd name="connsiteY87" fmla="*/ 9163785 h 9576980"/>
              <a:gd name="connsiteX88" fmla="*/ 9034016 w 14852244"/>
              <a:gd name="connsiteY88" fmla="*/ 9163990 h 9576980"/>
              <a:gd name="connsiteX89" fmla="*/ 8942283 w 14852244"/>
              <a:gd name="connsiteY89" fmla="*/ 9163486 h 9576980"/>
              <a:gd name="connsiteX90" fmla="*/ 8181712 w 14852244"/>
              <a:gd name="connsiteY90" fmla="*/ 9163486 h 9576980"/>
              <a:gd name="connsiteX91" fmla="*/ 7717621 w 14852244"/>
              <a:gd name="connsiteY91" fmla="*/ 9162706 h 9576980"/>
              <a:gd name="connsiteX92" fmla="*/ 7713340 w 14852244"/>
              <a:gd name="connsiteY92" fmla="*/ 9162643 h 9576980"/>
              <a:gd name="connsiteX93" fmla="*/ 7701351 w 14852244"/>
              <a:gd name="connsiteY93" fmla="*/ 9163486 h 9576980"/>
              <a:gd name="connsiteX94" fmla="*/ 7324055 w 14852244"/>
              <a:gd name="connsiteY94" fmla="*/ 9170485 h 9576980"/>
              <a:gd name="connsiteX95" fmla="*/ 7266052 w 14852244"/>
              <a:gd name="connsiteY95" fmla="*/ 9166546 h 9576980"/>
              <a:gd name="connsiteX96" fmla="*/ 7135629 w 14852244"/>
              <a:gd name="connsiteY96" fmla="*/ 9173016 h 9576980"/>
              <a:gd name="connsiteX97" fmla="*/ 6567167 w 14852244"/>
              <a:gd name="connsiteY97" fmla="*/ 9163486 h 9576980"/>
              <a:gd name="connsiteX98" fmla="*/ 6559215 w 14852244"/>
              <a:gd name="connsiteY98" fmla="*/ 9162782 h 9576980"/>
              <a:gd name="connsiteX99" fmla="*/ 6488847 w 14852244"/>
              <a:gd name="connsiteY99" fmla="*/ 9162449 h 9576980"/>
              <a:gd name="connsiteX100" fmla="*/ 6166866 w 14852244"/>
              <a:gd name="connsiteY100" fmla="*/ 9163486 h 9576980"/>
              <a:gd name="connsiteX101" fmla="*/ 6128838 w 14852244"/>
              <a:gd name="connsiteY101" fmla="*/ 9163124 h 9576980"/>
              <a:gd name="connsiteX102" fmla="*/ 5972245 w 14852244"/>
              <a:gd name="connsiteY102" fmla="*/ 9169571 h 9576980"/>
              <a:gd name="connsiteX103" fmla="*/ 5806596 w 14852244"/>
              <a:gd name="connsiteY103" fmla="*/ 9163486 h 9576980"/>
              <a:gd name="connsiteX104" fmla="*/ 5713369 w 14852244"/>
              <a:gd name="connsiteY104" fmla="*/ 9155997 h 9576980"/>
              <a:gd name="connsiteX105" fmla="*/ 5629296 w 14852244"/>
              <a:gd name="connsiteY105" fmla="*/ 9155362 h 9576980"/>
              <a:gd name="connsiteX106" fmla="*/ 5592867 w 14852244"/>
              <a:gd name="connsiteY106" fmla="*/ 9156303 h 9576980"/>
              <a:gd name="connsiteX107" fmla="*/ 5419639 w 14852244"/>
              <a:gd name="connsiteY107" fmla="*/ 9163486 h 9576980"/>
              <a:gd name="connsiteX108" fmla="*/ 5364570 w 14852244"/>
              <a:gd name="connsiteY108" fmla="*/ 9161372 h 9576980"/>
              <a:gd name="connsiteX109" fmla="*/ 5312892 w 14852244"/>
              <a:gd name="connsiteY109" fmla="*/ 9163486 h 9576980"/>
              <a:gd name="connsiteX110" fmla="*/ 4921016 w 14852244"/>
              <a:gd name="connsiteY110" fmla="*/ 9163006 h 9576980"/>
              <a:gd name="connsiteX111" fmla="*/ 4873672 w 14852244"/>
              <a:gd name="connsiteY111" fmla="*/ 9161102 h 9576980"/>
              <a:gd name="connsiteX112" fmla="*/ 4845876 w 14852244"/>
              <a:gd name="connsiteY112" fmla="*/ 9163486 h 9576980"/>
              <a:gd name="connsiteX113" fmla="*/ 4745906 w 14852244"/>
              <a:gd name="connsiteY113" fmla="*/ 9168284 h 9576980"/>
              <a:gd name="connsiteX114" fmla="*/ 4630452 w 14852244"/>
              <a:gd name="connsiteY114" fmla="*/ 9164941 h 9576980"/>
              <a:gd name="connsiteX115" fmla="*/ 4530880 w 14852244"/>
              <a:gd name="connsiteY115" fmla="*/ 9174428 h 9576980"/>
              <a:gd name="connsiteX116" fmla="*/ 4239517 w 14852244"/>
              <a:gd name="connsiteY116" fmla="*/ 9170258 h 9576980"/>
              <a:gd name="connsiteX117" fmla="*/ 4229797 w 14852244"/>
              <a:gd name="connsiteY117" fmla="*/ 9169865 h 9576980"/>
              <a:gd name="connsiteX118" fmla="*/ 4135334 w 14852244"/>
              <a:gd name="connsiteY118" fmla="*/ 9171321 h 9576980"/>
              <a:gd name="connsiteX119" fmla="*/ 3885154 w 14852244"/>
              <a:gd name="connsiteY119" fmla="*/ 9163486 h 9576980"/>
              <a:gd name="connsiteX120" fmla="*/ 3508731 w 14852244"/>
              <a:gd name="connsiteY120" fmla="*/ 9156337 h 9576980"/>
              <a:gd name="connsiteX121" fmla="*/ 3327459 w 14852244"/>
              <a:gd name="connsiteY121" fmla="*/ 9157905 h 9576980"/>
              <a:gd name="connsiteX122" fmla="*/ 3217987 w 14852244"/>
              <a:gd name="connsiteY122" fmla="*/ 9163486 h 9576980"/>
              <a:gd name="connsiteX123" fmla="*/ 2737626 w 14852244"/>
              <a:gd name="connsiteY123" fmla="*/ 9163486 h 9576980"/>
              <a:gd name="connsiteX124" fmla="*/ 2714555 w 14852244"/>
              <a:gd name="connsiteY124" fmla="*/ 9161753 h 9576980"/>
              <a:gd name="connsiteX125" fmla="*/ 2644223 w 14852244"/>
              <a:gd name="connsiteY125" fmla="*/ 9163486 h 9576980"/>
              <a:gd name="connsiteX126" fmla="*/ 2070459 w 14852244"/>
              <a:gd name="connsiteY126" fmla="*/ 9163486 h 9576980"/>
              <a:gd name="connsiteX127" fmla="*/ 1996299 w 14852244"/>
              <a:gd name="connsiteY127" fmla="*/ 9156246 h 9576980"/>
              <a:gd name="connsiteX128" fmla="*/ 1870309 w 14852244"/>
              <a:gd name="connsiteY128" fmla="*/ 9163486 h 9576980"/>
              <a:gd name="connsiteX129" fmla="*/ 1570676 w 14852244"/>
              <a:gd name="connsiteY129" fmla="*/ 9165755 h 9576980"/>
              <a:gd name="connsiteX130" fmla="*/ 1570042 w 14852244"/>
              <a:gd name="connsiteY130" fmla="*/ 9165735 h 9576980"/>
              <a:gd name="connsiteX131" fmla="*/ 1498631 w 14852244"/>
              <a:gd name="connsiteY131" fmla="*/ 9173741 h 9576980"/>
              <a:gd name="connsiteX132" fmla="*/ 1109738 w 14852244"/>
              <a:gd name="connsiteY132" fmla="*/ 9163486 h 9576980"/>
              <a:gd name="connsiteX133" fmla="*/ 1039739 w 14852244"/>
              <a:gd name="connsiteY133" fmla="*/ 9159401 h 9576980"/>
              <a:gd name="connsiteX134" fmla="*/ 1009483 w 14852244"/>
              <a:gd name="connsiteY134" fmla="*/ 9158215 h 9576980"/>
              <a:gd name="connsiteX135" fmla="*/ 874967 w 14852244"/>
              <a:gd name="connsiteY135" fmla="*/ 9153092 h 9576980"/>
              <a:gd name="connsiteX136" fmla="*/ 629067 w 14852244"/>
              <a:gd name="connsiteY136" fmla="*/ 9149341 h 9576980"/>
              <a:gd name="connsiteX137" fmla="*/ 540487 w 14852244"/>
              <a:gd name="connsiteY137" fmla="*/ 9151078 h 9576980"/>
              <a:gd name="connsiteX138" fmla="*/ 269107 w 14852244"/>
              <a:gd name="connsiteY138" fmla="*/ 9163486 h 9576980"/>
              <a:gd name="connsiteX139" fmla="*/ 269107 w 14852244"/>
              <a:gd name="connsiteY139" fmla="*/ 8822094 h 9576980"/>
              <a:gd name="connsiteX140" fmla="*/ 269766 w 14852244"/>
              <a:gd name="connsiteY140" fmla="*/ 8809710 h 9576980"/>
              <a:gd name="connsiteX141" fmla="*/ 269107 w 14852244"/>
              <a:gd name="connsiteY141" fmla="*/ 8800303 h 9576980"/>
              <a:gd name="connsiteX142" fmla="*/ 268467 w 14852244"/>
              <a:gd name="connsiteY142" fmla="*/ 8631719 h 9576980"/>
              <a:gd name="connsiteX143" fmla="*/ 271013 w 14852244"/>
              <a:gd name="connsiteY143" fmla="*/ 8579561 h 9576980"/>
              <a:gd name="connsiteX144" fmla="*/ 268612 w 14852244"/>
              <a:gd name="connsiteY144" fmla="*/ 8522365 h 9576980"/>
              <a:gd name="connsiteX145" fmla="*/ 269107 w 14852244"/>
              <a:gd name="connsiteY145" fmla="*/ 8437120 h 9576980"/>
              <a:gd name="connsiteX146" fmla="*/ 147051 w 14852244"/>
              <a:gd name="connsiteY146" fmla="*/ 8437197 h 9576980"/>
              <a:gd name="connsiteX147" fmla="*/ 82831 w 14852244"/>
              <a:gd name="connsiteY147" fmla="*/ 8434090 h 9576980"/>
              <a:gd name="connsiteX148" fmla="*/ 16271 w 14852244"/>
              <a:gd name="connsiteY148" fmla="*/ 8437120 h 9576980"/>
              <a:gd name="connsiteX149" fmla="*/ 17743 w 14852244"/>
              <a:gd name="connsiteY149" fmla="*/ 8228613 h 9576980"/>
              <a:gd name="connsiteX150" fmla="*/ 18792 w 14852244"/>
              <a:gd name="connsiteY150" fmla="*/ 8199661 h 9576980"/>
              <a:gd name="connsiteX151" fmla="*/ 19518 w 14852244"/>
              <a:gd name="connsiteY151" fmla="*/ 8131244 h 9576980"/>
              <a:gd name="connsiteX152" fmla="*/ 16271 w 14852244"/>
              <a:gd name="connsiteY152" fmla="*/ 7829635 h 9576980"/>
              <a:gd name="connsiteX153" fmla="*/ 16182 w 14852244"/>
              <a:gd name="connsiteY153" fmla="*/ 7745166 h 9576980"/>
              <a:gd name="connsiteX154" fmla="*/ 17350 w 14852244"/>
              <a:gd name="connsiteY154" fmla="*/ 7687909 h 9576980"/>
              <a:gd name="connsiteX155" fmla="*/ 16271 w 14852244"/>
              <a:gd name="connsiteY155" fmla="*/ 7679470 h 9576980"/>
              <a:gd name="connsiteX156" fmla="*/ 16271 w 14852244"/>
              <a:gd name="connsiteY156" fmla="*/ 7071986 h 9576980"/>
              <a:gd name="connsiteX157" fmla="*/ 13047 w 14852244"/>
              <a:gd name="connsiteY157" fmla="*/ 7014171 h 9576980"/>
              <a:gd name="connsiteX158" fmla="*/ 13018 w 14852244"/>
              <a:gd name="connsiteY158" fmla="*/ 6956939 h 9576980"/>
              <a:gd name="connsiteX159" fmla="*/ 9789 w 14852244"/>
              <a:gd name="connsiteY159" fmla="*/ 6917260 h 9576980"/>
              <a:gd name="connsiteX160" fmla="*/ 14482 w 14852244"/>
              <a:gd name="connsiteY160" fmla="*/ 6741174 h 9576980"/>
              <a:gd name="connsiteX161" fmla="*/ 20215 w 14852244"/>
              <a:gd name="connsiteY161" fmla="*/ 6662589 h 9576980"/>
              <a:gd name="connsiteX162" fmla="*/ 21276 w 14852244"/>
              <a:gd name="connsiteY162" fmla="*/ 6612845 h 9576980"/>
              <a:gd name="connsiteX163" fmla="*/ 21188 w 14852244"/>
              <a:gd name="connsiteY163" fmla="*/ 6595541 h 9576980"/>
              <a:gd name="connsiteX164" fmla="*/ 16271 w 14852244"/>
              <a:gd name="connsiteY164" fmla="*/ 6539583 h 9576980"/>
              <a:gd name="connsiteX165" fmla="*/ 7828 w 14852244"/>
              <a:gd name="connsiteY165" fmla="*/ 6409323 h 9576980"/>
              <a:gd name="connsiteX166" fmla="*/ 9321 w 14852244"/>
              <a:gd name="connsiteY166" fmla="*/ 6268852 h 9576980"/>
              <a:gd name="connsiteX167" fmla="*/ 6160 w 14852244"/>
              <a:gd name="connsiteY167" fmla="*/ 6214021 h 9576980"/>
              <a:gd name="connsiteX168" fmla="*/ 6613 w 14852244"/>
              <a:gd name="connsiteY168" fmla="*/ 5840001 h 9576980"/>
              <a:gd name="connsiteX169" fmla="*/ 12320 w 14852244"/>
              <a:gd name="connsiteY169" fmla="*/ 5716967 h 9576980"/>
              <a:gd name="connsiteX170" fmla="*/ 12422 w 14852244"/>
              <a:gd name="connsiteY170" fmla="*/ 5614939 h 9576980"/>
              <a:gd name="connsiteX171" fmla="*/ 16271 w 14852244"/>
              <a:gd name="connsiteY171" fmla="*/ 5474778 h 9576980"/>
              <a:gd name="connsiteX172" fmla="*/ 21397 w 14852244"/>
              <a:gd name="connsiteY172" fmla="*/ 5307861 h 9576980"/>
              <a:gd name="connsiteX173" fmla="*/ 22093 w 14852244"/>
              <a:gd name="connsiteY173" fmla="*/ 5262237 h 9576980"/>
              <a:gd name="connsiteX174" fmla="*/ 20693 w 14852244"/>
              <a:gd name="connsiteY174" fmla="*/ 5241486 h 9576980"/>
              <a:gd name="connsiteX175" fmla="*/ 16271 w 14852244"/>
              <a:gd name="connsiteY175" fmla="*/ 5174449 h 9576980"/>
              <a:gd name="connsiteX176" fmla="*/ 10576 w 14852244"/>
              <a:gd name="connsiteY176" fmla="*/ 4646533 h 9576980"/>
              <a:gd name="connsiteX177" fmla="*/ 12091 w 14852244"/>
              <a:gd name="connsiteY177" fmla="*/ 4546402 h 9576980"/>
              <a:gd name="connsiteX178" fmla="*/ 7248 w 14852244"/>
              <a:gd name="connsiteY178" fmla="*/ 4435602 h 9576980"/>
              <a:gd name="connsiteX179" fmla="*/ 727 w 14852244"/>
              <a:gd name="connsiteY179" fmla="*/ 4243938 h 9576980"/>
              <a:gd name="connsiteX180" fmla="*/ 1978 w 14852244"/>
              <a:gd name="connsiteY180" fmla="*/ 4061916 h 9576980"/>
              <a:gd name="connsiteX181" fmla="*/ 8175 w 14852244"/>
              <a:gd name="connsiteY181" fmla="*/ 3984944 h 9576980"/>
              <a:gd name="connsiteX182" fmla="*/ 8160 w 14852244"/>
              <a:gd name="connsiteY182" fmla="*/ 3984255 h 9576980"/>
              <a:gd name="connsiteX183" fmla="*/ 16271 w 14852244"/>
              <a:gd name="connsiteY183" fmla="*/ 3884397 h 9576980"/>
              <a:gd name="connsiteX184" fmla="*/ 16271 w 14852244"/>
              <a:gd name="connsiteY184" fmla="*/ 3126747 h 9576980"/>
              <a:gd name="connsiteX185" fmla="*/ 19343 w 14852244"/>
              <a:gd name="connsiteY185" fmla="*/ 3084189 h 9576980"/>
              <a:gd name="connsiteX186" fmla="*/ 16271 w 14852244"/>
              <a:gd name="connsiteY186" fmla="*/ 3051665 h 9576980"/>
              <a:gd name="connsiteX187" fmla="*/ 17720 w 14852244"/>
              <a:gd name="connsiteY187" fmla="*/ 2459795 h 9576980"/>
              <a:gd name="connsiteX188" fmla="*/ 17736 w 14852244"/>
              <a:gd name="connsiteY188" fmla="*/ 2458621 h 9576980"/>
              <a:gd name="connsiteX189" fmla="*/ 16271 w 14852244"/>
              <a:gd name="connsiteY189" fmla="*/ 2444180 h 9576980"/>
              <a:gd name="connsiteX190" fmla="*/ 12968 w 14852244"/>
              <a:gd name="connsiteY190" fmla="*/ 2201972 h 9576980"/>
              <a:gd name="connsiteX191" fmla="*/ 14718 w 14852244"/>
              <a:gd name="connsiteY191" fmla="*/ 2176493 h 9576980"/>
              <a:gd name="connsiteX192" fmla="*/ 13936 w 14852244"/>
              <a:gd name="connsiteY192" fmla="*/ 2155124 h 9576980"/>
              <a:gd name="connsiteX193" fmla="*/ 13970 w 14852244"/>
              <a:gd name="connsiteY193" fmla="*/ 1944686 h 9576980"/>
              <a:gd name="connsiteX194" fmla="*/ 16252 w 14852244"/>
              <a:gd name="connsiteY194" fmla="*/ 1906455 h 9576980"/>
              <a:gd name="connsiteX195" fmla="*/ 15706 w 14852244"/>
              <a:gd name="connsiteY195" fmla="*/ 1755336 h 9576980"/>
              <a:gd name="connsiteX196" fmla="*/ 11497 w 14852244"/>
              <a:gd name="connsiteY196" fmla="*/ 1708591 h 9576980"/>
              <a:gd name="connsiteX197" fmla="*/ 16271 w 14852244"/>
              <a:gd name="connsiteY197" fmla="*/ 928881 h 9576980"/>
              <a:gd name="connsiteX198" fmla="*/ 128200 w 14852244"/>
              <a:gd name="connsiteY198" fmla="*/ 931098 h 9576980"/>
              <a:gd name="connsiteX199" fmla="*/ 197507 w 14852244"/>
              <a:gd name="connsiteY199" fmla="*/ 928696 h 9576980"/>
              <a:gd name="connsiteX200" fmla="*/ 400488 w 14852244"/>
              <a:gd name="connsiteY200" fmla="*/ 928881 h 9576980"/>
              <a:gd name="connsiteX201" fmla="*/ 419211 w 14852244"/>
              <a:gd name="connsiteY201" fmla="*/ 929231 h 9576980"/>
              <a:gd name="connsiteX202" fmla="*/ 425013 w 14852244"/>
              <a:gd name="connsiteY202" fmla="*/ 928881 h 9576980"/>
              <a:gd name="connsiteX203" fmla="*/ 511886 w 14852244"/>
              <a:gd name="connsiteY203" fmla="*/ 925982 h 9576980"/>
              <a:gd name="connsiteX204" fmla="*/ 563642 w 14852244"/>
              <a:gd name="connsiteY204" fmla="*/ 928903 h 9576980"/>
              <a:gd name="connsiteX205" fmla="*/ 623094 w 14852244"/>
              <a:gd name="connsiteY205" fmla="*/ 926314 h 9576980"/>
              <a:gd name="connsiteX206" fmla="*/ 833754 w 14852244"/>
              <a:gd name="connsiteY206" fmla="*/ 928881 h 9576980"/>
              <a:gd name="connsiteX207" fmla="*/ 833754 w 14852244"/>
              <a:gd name="connsiteY207" fmla="*/ 1603165 h 9576980"/>
              <a:gd name="connsiteX208" fmla="*/ 841074 w 14852244"/>
              <a:gd name="connsiteY208" fmla="*/ 1789301 h 9576980"/>
              <a:gd name="connsiteX209" fmla="*/ 839704 w 14852244"/>
              <a:gd name="connsiteY209" fmla="*/ 1828944 h 9576980"/>
              <a:gd name="connsiteX210" fmla="*/ 839066 w 14852244"/>
              <a:gd name="connsiteY210" fmla="*/ 2000679 h 9576980"/>
              <a:gd name="connsiteX211" fmla="*/ 834281 w 14852244"/>
              <a:gd name="connsiteY211" fmla="*/ 2310926 h 9576980"/>
              <a:gd name="connsiteX212" fmla="*/ 834069 w 14852244"/>
              <a:gd name="connsiteY212" fmla="*/ 2357193 h 9576980"/>
              <a:gd name="connsiteX213" fmla="*/ 836995 w 14852244"/>
              <a:gd name="connsiteY213" fmla="*/ 2409040 h 9576980"/>
              <a:gd name="connsiteX214" fmla="*/ 839808 w 14852244"/>
              <a:gd name="connsiteY214" fmla="*/ 2650773 h 9576980"/>
              <a:gd name="connsiteX215" fmla="*/ 839418 w 14852244"/>
              <a:gd name="connsiteY215" fmla="*/ 2657914 h 9576980"/>
              <a:gd name="connsiteX216" fmla="*/ 840944 w 14852244"/>
              <a:gd name="connsiteY216" fmla="*/ 2691520 h 9576980"/>
              <a:gd name="connsiteX217" fmla="*/ 833754 w 14852244"/>
              <a:gd name="connsiteY217" fmla="*/ 3100075 h 9576980"/>
              <a:gd name="connsiteX218" fmla="*/ 829621 w 14852244"/>
              <a:gd name="connsiteY218" fmla="*/ 3154867 h 9576980"/>
              <a:gd name="connsiteX219" fmla="*/ 829087 w 14852244"/>
              <a:gd name="connsiteY219" fmla="*/ 3173131 h 9576980"/>
              <a:gd name="connsiteX220" fmla="*/ 833754 w 14852244"/>
              <a:gd name="connsiteY220" fmla="*/ 3403503 h 9576980"/>
              <a:gd name="connsiteX221" fmla="*/ 833204 w 14852244"/>
              <a:gd name="connsiteY221" fmla="*/ 3656862 h 9576980"/>
              <a:gd name="connsiteX222" fmla="*/ 831923 w 14852244"/>
              <a:gd name="connsiteY222" fmla="*/ 3689200 h 9576980"/>
              <a:gd name="connsiteX223" fmla="*/ 831859 w 14852244"/>
              <a:gd name="connsiteY223" fmla="*/ 3694011 h 9576980"/>
              <a:gd name="connsiteX224" fmla="*/ 837970 w 14852244"/>
              <a:gd name="connsiteY224" fmla="*/ 4117206 h 9576980"/>
              <a:gd name="connsiteX225" fmla="*/ 835852 w 14852244"/>
              <a:gd name="connsiteY225" fmla="*/ 4171946 h 9576980"/>
              <a:gd name="connsiteX226" fmla="*/ 847291 w 14852244"/>
              <a:gd name="connsiteY226" fmla="*/ 4280969 h 9576980"/>
              <a:gd name="connsiteX227" fmla="*/ 833754 w 14852244"/>
              <a:gd name="connsiteY227" fmla="*/ 4677899 h 9576980"/>
              <a:gd name="connsiteX228" fmla="*/ 837477 w 14852244"/>
              <a:gd name="connsiteY228" fmla="*/ 5022324 h 9576980"/>
              <a:gd name="connsiteX229" fmla="*/ 837452 w 14852244"/>
              <a:gd name="connsiteY229" fmla="*/ 5023034 h 9576980"/>
              <a:gd name="connsiteX230" fmla="*/ 840141 w 14852244"/>
              <a:gd name="connsiteY230" fmla="*/ 5058264 h 9576980"/>
              <a:gd name="connsiteX231" fmla="*/ 835930 w 14852244"/>
              <a:gd name="connsiteY231" fmla="*/ 5263667 h 9576980"/>
              <a:gd name="connsiteX232" fmla="*/ 830931 w 14852244"/>
              <a:gd name="connsiteY232" fmla="*/ 5350627 h 9576980"/>
              <a:gd name="connsiteX233" fmla="*/ 831783 w 14852244"/>
              <a:gd name="connsiteY233" fmla="*/ 5412921 h 9576980"/>
              <a:gd name="connsiteX234" fmla="*/ 833158 w 14852244"/>
              <a:gd name="connsiteY234" fmla="*/ 5484993 h 9576980"/>
              <a:gd name="connsiteX235" fmla="*/ 833754 w 14852244"/>
              <a:gd name="connsiteY235" fmla="*/ 5500525 h 9576980"/>
              <a:gd name="connsiteX236" fmla="*/ 833754 w 14852244"/>
              <a:gd name="connsiteY236" fmla="*/ 6100638 h 9576980"/>
              <a:gd name="connsiteX237" fmla="*/ 832835 w 14852244"/>
              <a:gd name="connsiteY237" fmla="*/ 6301815 h 9576980"/>
              <a:gd name="connsiteX238" fmla="*/ 832791 w 14852244"/>
              <a:gd name="connsiteY238" fmla="*/ 6315195 h 9576980"/>
              <a:gd name="connsiteX239" fmla="*/ 833754 w 14852244"/>
              <a:gd name="connsiteY239" fmla="*/ 6329894 h 9576980"/>
              <a:gd name="connsiteX240" fmla="*/ 837322 w 14852244"/>
              <a:gd name="connsiteY240" fmla="*/ 6693432 h 9576980"/>
              <a:gd name="connsiteX241" fmla="*/ 833636 w 14852244"/>
              <a:gd name="connsiteY241" fmla="*/ 6832393 h 9576980"/>
              <a:gd name="connsiteX242" fmla="*/ 833754 w 14852244"/>
              <a:gd name="connsiteY242" fmla="*/ 6849093 h 9576980"/>
              <a:gd name="connsiteX243" fmla="*/ 831675 w 14852244"/>
              <a:gd name="connsiteY243" fmla="*/ 6945245 h 9576980"/>
              <a:gd name="connsiteX244" fmla="*/ 831409 w 14852244"/>
              <a:gd name="connsiteY244" fmla="*/ 6990705 h 9576980"/>
              <a:gd name="connsiteX245" fmla="*/ 833754 w 14852244"/>
              <a:gd name="connsiteY245" fmla="*/ 7078349 h 9576980"/>
              <a:gd name="connsiteX246" fmla="*/ 822367 w 14852244"/>
              <a:gd name="connsiteY246" fmla="*/ 7505792 h 9576980"/>
              <a:gd name="connsiteX247" fmla="*/ 821943 w 14852244"/>
              <a:gd name="connsiteY247" fmla="*/ 7516338 h 9576980"/>
              <a:gd name="connsiteX248" fmla="*/ 823080 w 14852244"/>
              <a:gd name="connsiteY248" fmla="*/ 7543710 h 9576980"/>
              <a:gd name="connsiteX249" fmla="*/ 833754 w 14852244"/>
              <a:gd name="connsiteY249" fmla="*/ 7671719 h 9576980"/>
              <a:gd name="connsiteX250" fmla="*/ 833754 w 14852244"/>
              <a:gd name="connsiteY250" fmla="*/ 8346003 h 9576980"/>
              <a:gd name="connsiteX251" fmla="*/ 937282 w 14852244"/>
              <a:gd name="connsiteY251" fmla="*/ 8346804 h 9576980"/>
              <a:gd name="connsiteX252" fmla="*/ 957161 w 14852244"/>
              <a:gd name="connsiteY252" fmla="*/ 8346704 h 9576980"/>
              <a:gd name="connsiteX253" fmla="*/ 1421051 w 14852244"/>
              <a:gd name="connsiteY253" fmla="*/ 8346003 h 9576980"/>
              <a:gd name="connsiteX254" fmla="*/ 1444803 w 14852244"/>
              <a:gd name="connsiteY254" fmla="*/ 8346866 h 9576980"/>
              <a:gd name="connsiteX255" fmla="*/ 1508808 w 14852244"/>
              <a:gd name="connsiteY255" fmla="*/ 8346003 h 9576980"/>
              <a:gd name="connsiteX256" fmla="*/ 2183861 w 14852244"/>
              <a:gd name="connsiteY256" fmla="*/ 8346003 h 9576980"/>
              <a:gd name="connsiteX257" fmla="*/ 2184669 w 14852244"/>
              <a:gd name="connsiteY257" fmla="*/ 8346083 h 9576980"/>
              <a:gd name="connsiteX258" fmla="*/ 2244616 w 14852244"/>
              <a:gd name="connsiteY258" fmla="*/ 8346003 h 9576980"/>
              <a:gd name="connsiteX259" fmla="*/ 2457714 w 14852244"/>
              <a:gd name="connsiteY259" fmla="*/ 8353652 h 9576980"/>
              <a:gd name="connsiteX260" fmla="*/ 2535487 w 14852244"/>
              <a:gd name="connsiteY260" fmla="*/ 8354002 h 9576980"/>
              <a:gd name="connsiteX261" fmla="*/ 2595644 w 14852244"/>
              <a:gd name="connsiteY261" fmla="*/ 8346003 h 9576980"/>
              <a:gd name="connsiteX262" fmla="*/ 2715334 w 14852244"/>
              <a:gd name="connsiteY262" fmla="*/ 8340962 h 9576980"/>
              <a:gd name="connsiteX263" fmla="*/ 2720677 w 14852244"/>
              <a:gd name="connsiteY263" fmla="*/ 8341160 h 9576980"/>
              <a:gd name="connsiteX264" fmla="*/ 2778099 w 14852244"/>
              <a:gd name="connsiteY264" fmla="*/ 8340427 h 9576980"/>
              <a:gd name="connsiteX265" fmla="*/ 3331452 w 14852244"/>
              <a:gd name="connsiteY265" fmla="*/ 8346003 h 9576980"/>
              <a:gd name="connsiteX266" fmla="*/ 3918749 w 14852244"/>
              <a:gd name="connsiteY266" fmla="*/ 8346003 h 9576980"/>
              <a:gd name="connsiteX267" fmla="*/ 4255241 w 14852244"/>
              <a:gd name="connsiteY267" fmla="*/ 8355485 h 9576980"/>
              <a:gd name="connsiteX268" fmla="*/ 4354830 w 14852244"/>
              <a:gd name="connsiteY268" fmla="*/ 8352632 h 9576980"/>
              <a:gd name="connsiteX269" fmla="*/ 4445290 w 14852244"/>
              <a:gd name="connsiteY269" fmla="*/ 8346003 h 9576980"/>
              <a:gd name="connsiteX270" fmla="*/ 4873887 w 14852244"/>
              <a:gd name="connsiteY270" fmla="*/ 8340928 h 9576980"/>
              <a:gd name="connsiteX271" fmla="*/ 4904022 w 14852244"/>
              <a:gd name="connsiteY271" fmla="*/ 8341955 h 9576980"/>
              <a:gd name="connsiteX272" fmla="*/ 5024156 w 14852244"/>
              <a:gd name="connsiteY272" fmla="*/ 8341016 h 9576980"/>
              <a:gd name="connsiteX273" fmla="*/ 5262591 w 14852244"/>
              <a:gd name="connsiteY273" fmla="*/ 8341215 h 9576980"/>
              <a:gd name="connsiteX274" fmla="*/ 5341467 w 14852244"/>
              <a:gd name="connsiteY274" fmla="*/ 8342530 h 9576980"/>
              <a:gd name="connsiteX275" fmla="*/ 5367038 w 14852244"/>
              <a:gd name="connsiteY275" fmla="*/ 8340583 h 9576980"/>
              <a:gd name="connsiteX276" fmla="*/ 5795398 w 14852244"/>
              <a:gd name="connsiteY276" fmla="*/ 8346003 h 9576980"/>
              <a:gd name="connsiteX277" fmla="*/ 5959935 w 14852244"/>
              <a:gd name="connsiteY277" fmla="*/ 8348148 h 9576980"/>
              <a:gd name="connsiteX278" fmla="*/ 6000605 w 14852244"/>
              <a:gd name="connsiteY278" fmla="*/ 8347676 h 9576980"/>
              <a:gd name="connsiteX279" fmla="*/ 6004837 w 14852244"/>
              <a:gd name="connsiteY279" fmla="*/ 8347642 h 9576980"/>
              <a:gd name="connsiteX280" fmla="*/ 6179464 w 14852244"/>
              <a:gd name="connsiteY280" fmla="*/ 8341949 h 9576980"/>
              <a:gd name="connsiteX281" fmla="*/ 6558208 w 14852244"/>
              <a:gd name="connsiteY281" fmla="*/ 8346003 h 9576980"/>
              <a:gd name="connsiteX282" fmla="*/ 6745089 w 14852244"/>
              <a:gd name="connsiteY282" fmla="*/ 8355271 h 9576980"/>
              <a:gd name="connsiteX283" fmla="*/ 6778721 w 14852244"/>
              <a:gd name="connsiteY283" fmla="*/ 8354754 h 9576980"/>
              <a:gd name="connsiteX284" fmla="*/ 6882234 w 14852244"/>
              <a:gd name="connsiteY284" fmla="*/ 8346003 h 9576980"/>
              <a:gd name="connsiteX285" fmla="*/ 7469530 w 14852244"/>
              <a:gd name="connsiteY285" fmla="*/ 8346003 h 9576980"/>
              <a:gd name="connsiteX286" fmla="*/ 8184869 w 14852244"/>
              <a:gd name="connsiteY286" fmla="*/ 8336067 h 9576980"/>
              <a:gd name="connsiteX287" fmla="*/ 8243094 w 14852244"/>
              <a:gd name="connsiteY287" fmla="*/ 8340345 h 9576980"/>
              <a:gd name="connsiteX288" fmla="*/ 8254918 w 14852244"/>
              <a:gd name="connsiteY288" fmla="*/ 8340707 h 9576980"/>
              <a:gd name="connsiteX289" fmla="*/ 8251807 w 14852244"/>
              <a:gd name="connsiteY289" fmla="*/ 8084767 h 9576980"/>
              <a:gd name="connsiteX290" fmla="*/ 8285385 w 14852244"/>
              <a:gd name="connsiteY290" fmla="*/ 7738400 h 9576980"/>
              <a:gd name="connsiteX291" fmla="*/ 8297660 w 14852244"/>
              <a:gd name="connsiteY291" fmla="*/ 7604865 h 9576980"/>
              <a:gd name="connsiteX292" fmla="*/ 8285385 w 14852244"/>
              <a:gd name="connsiteY292" fmla="*/ 7507297 h 9576980"/>
              <a:gd name="connsiteX293" fmla="*/ 8294534 w 14852244"/>
              <a:gd name="connsiteY293" fmla="*/ 6703249 h 9576980"/>
              <a:gd name="connsiteX294" fmla="*/ 8304006 w 14852244"/>
              <a:gd name="connsiteY294" fmla="*/ 6570779 h 9576980"/>
              <a:gd name="connsiteX295" fmla="*/ 8285385 w 14852244"/>
              <a:gd name="connsiteY295" fmla="*/ 6178462 h 9576980"/>
              <a:gd name="connsiteX296" fmla="*/ 8273970 w 14852244"/>
              <a:gd name="connsiteY296" fmla="*/ 5933459 h 9576980"/>
              <a:gd name="connsiteX297" fmla="*/ 9232093 w 14852244"/>
              <a:gd name="connsiteY297" fmla="*/ 5933459 h 9576980"/>
              <a:gd name="connsiteX298" fmla="*/ 9230223 w 14852244"/>
              <a:gd name="connsiteY298" fmla="*/ 6008336 h 9576980"/>
              <a:gd name="connsiteX299" fmla="*/ 9233188 w 14852244"/>
              <a:gd name="connsiteY299" fmla="*/ 6062910 h 9576980"/>
              <a:gd name="connsiteX300" fmla="*/ 9270149 w 14852244"/>
              <a:gd name="connsiteY300" fmla="*/ 7184042 h 9576980"/>
              <a:gd name="connsiteX301" fmla="*/ 9233423 w 14852244"/>
              <a:gd name="connsiteY301" fmla="*/ 7505224 h 9576980"/>
              <a:gd name="connsiteX302" fmla="*/ 9233840 w 14852244"/>
              <a:gd name="connsiteY302" fmla="*/ 7805262 h 9576980"/>
              <a:gd name="connsiteX303" fmla="*/ 9249749 w 14852244"/>
              <a:gd name="connsiteY303" fmla="*/ 8166535 h 9576980"/>
              <a:gd name="connsiteX304" fmla="*/ 9256903 w 14852244"/>
              <a:gd name="connsiteY304" fmla="*/ 8340511 h 9576980"/>
              <a:gd name="connsiteX305" fmla="*/ 9303585 w 14852244"/>
              <a:gd name="connsiteY305" fmla="*/ 8339801 h 9576980"/>
              <a:gd name="connsiteX306" fmla="*/ 9609450 w 14852244"/>
              <a:gd name="connsiteY306" fmla="*/ 8346003 h 9576980"/>
              <a:gd name="connsiteX307" fmla="*/ 9611332 w 14852244"/>
              <a:gd name="connsiteY307" fmla="*/ 8442963 h 9576980"/>
              <a:gd name="connsiteX308" fmla="*/ 9819610 w 14852244"/>
              <a:gd name="connsiteY308" fmla="*/ 8441831 h 9576980"/>
              <a:gd name="connsiteX309" fmla="*/ 10032850 w 14852244"/>
              <a:gd name="connsiteY309" fmla="*/ 8448964 h 9576980"/>
              <a:gd name="connsiteX310" fmla="*/ 10055972 w 14852244"/>
              <a:gd name="connsiteY310" fmla="*/ 8448528 h 9576980"/>
              <a:gd name="connsiteX311" fmla="*/ 10566242 w 14852244"/>
              <a:gd name="connsiteY311" fmla="*/ 8457789 h 9576980"/>
              <a:gd name="connsiteX312" fmla="*/ 12126551 w 14852244"/>
              <a:gd name="connsiteY312" fmla="*/ 8454849 h 9576980"/>
              <a:gd name="connsiteX313" fmla="*/ 12342171 w 14852244"/>
              <a:gd name="connsiteY313" fmla="*/ 8456372 h 9576980"/>
              <a:gd name="connsiteX314" fmla="*/ 12345863 w 14852244"/>
              <a:gd name="connsiteY314" fmla="*/ 8330723 h 9576980"/>
              <a:gd name="connsiteX315" fmla="*/ 12353689 w 14852244"/>
              <a:gd name="connsiteY315" fmla="*/ 8200767 h 9576980"/>
              <a:gd name="connsiteX316" fmla="*/ 12355478 w 14852244"/>
              <a:gd name="connsiteY316" fmla="*/ 8167709 h 9576980"/>
              <a:gd name="connsiteX317" fmla="*/ 12353689 w 14852244"/>
              <a:gd name="connsiteY317" fmla="*/ 8091567 h 9576980"/>
              <a:gd name="connsiteX318" fmla="*/ 12345458 w 14852244"/>
              <a:gd name="connsiteY318" fmla="*/ 7632118 h 9576980"/>
              <a:gd name="connsiteX319" fmla="*/ 12347792 w 14852244"/>
              <a:gd name="connsiteY319" fmla="*/ 7595965 h 9576980"/>
              <a:gd name="connsiteX320" fmla="*/ 12348297 w 14852244"/>
              <a:gd name="connsiteY320" fmla="*/ 7538259 h 9576980"/>
              <a:gd name="connsiteX321" fmla="*/ 12353689 w 14852244"/>
              <a:gd name="connsiteY321" fmla="*/ 7217959 h 9576980"/>
              <a:gd name="connsiteX322" fmla="*/ 12353680 w 14852244"/>
              <a:gd name="connsiteY322" fmla="*/ 7213252 h 9576980"/>
              <a:gd name="connsiteX323" fmla="*/ 12353603 w 14852244"/>
              <a:gd name="connsiteY323" fmla="*/ 7210862 h 9576980"/>
              <a:gd name="connsiteX324" fmla="*/ 12353689 w 14852244"/>
              <a:gd name="connsiteY324" fmla="*/ 6822106 h 9576980"/>
              <a:gd name="connsiteX325" fmla="*/ 12355198 w 14852244"/>
              <a:gd name="connsiteY325" fmla="*/ 6770100 h 9576980"/>
              <a:gd name="connsiteX326" fmla="*/ 12355546 w 14852244"/>
              <a:gd name="connsiteY326" fmla="*/ 6691513 h 9576980"/>
              <a:gd name="connsiteX327" fmla="*/ 12353689 w 14852244"/>
              <a:gd name="connsiteY327" fmla="*/ 6535453 h 9576980"/>
              <a:gd name="connsiteX328" fmla="*/ 12353716 w 14852244"/>
              <a:gd name="connsiteY328" fmla="*/ 6369358 h 9576980"/>
              <a:gd name="connsiteX329" fmla="*/ 12350318 w 14852244"/>
              <a:gd name="connsiteY329" fmla="*/ 6241150 h 9576980"/>
              <a:gd name="connsiteX330" fmla="*/ 12353689 w 14852244"/>
              <a:gd name="connsiteY330" fmla="*/ 6044049 h 9576980"/>
              <a:gd name="connsiteX331" fmla="*/ 12354432 w 14852244"/>
              <a:gd name="connsiteY331" fmla="*/ 6017119 h 9576980"/>
              <a:gd name="connsiteX332" fmla="*/ 12354919 w 14852244"/>
              <a:gd name="connsiteY332" fmla="*/ 5992135 h 9576980"/>
              <a:gd name="connsiteX333" fmla="*/ 12358252 w 14852244"/>
              <a:gd name="connsiteY333" fmla="*/ 5859621 h 9576980"/>
              <a:gd name="connsiteX334" fmla="*/ 12355814 w 14852244"/>
              <a:gd name="connsiteY334" fmla="*/ 5737111 h 9576980"/>
              <a:gd name="connsiteX335" fmla="*/ 12353689 w 14852244"/>
              <a:gd name="connsiteY335" fmla="*/ 5457094 h 9576980"/>
              <a:gd name="connsiteX336" fmla="*/ 12356024 w 14852244"/>
              <a:gd name="connsiteY336" fmla="*/ 5319476 h 9576980"/>
              <a:gd name="connsiteX337" fmla="*/ 12353689 w 14852244"/>
              <a:gd name="connsiteY337" fmla="*/ 5265993 h 9576980"/>
              <a:gd name="connsiteX338" fmla="*/ 12348918 w 14852244"/>
              <a:gd name="connsiteY338" fmla="*/ 5039963 h 9576980"/>
              <a:gd name="connsiteX339" fmla="*/ 12353161 w 14852244"/>
              <a:gd name="connsiteY339" fmla="*/ 4991076 h 9576980"/>
              <a:gd name="connsiteX340" fmla="*/ 12352633 w 14852244"/>
              <a:gd name="connsiteY340" fmla="*/ 4920867 h 9576980"/>
              <a:gd name="connsiteX341" fmla="*/ 12353689 w 14852244"/>
              <a:gd name="connsiteY341" fmla="*/ 4283184 h 9576980"/>
              <a:gd name="connsiteX342" fmla="*/ 12355140 w 14852244"/>
              <a:gd name="connsiteY342" fmla="*/ 4263366 h 9576980"/>
              <a:gd name="connsiteX343" fmla="*/ 12353689 w 14852244"/>
              <a:gd name="connsiteY343" fmla="*/ 4187634 h 9576980"/>
              <a:gd name="connsiteX344" fmla="*/ 12353689 w 14852244"/>
              <a:gd name="connsiteY344" fmla="*/ 3600678 h 9576980"/>
              <a:gd name="connsiteX345" fmla="*/ 12353689 w 14852244"/>
              <a:gd name="connsiteY345" fmla="*/ 2822622 h 9576980"/>
              <a:gd name="connsiteX346" fmla="*/ 12355598 w 14852244"/>
              <a:gd name="connsiteY346" fmla="*/ 2750785 h 9576980"/>
              <a:gd name="connsiteX347" fmla="*/ 12353689 w 14852244"/>
              <a:gd name="connsiteY347" fmla="*/ 2727071 h 9576980"/>
              <a:gd name="connsiteX348" fmla="*/ 12350240 w 14852244"/>
              <a:gd name="connsiteY348" fmla="*/ 2490622 h 9576980"/>
              <a:gd name="connsiteX349" fmla="*/ 12351719 w 14852244"/>
              <a:gd name="connsiteY349" fmla="*/ 2462193 h 9576980"/>
              <a:gd name="connsiteX350" fmla="*/ 12351123 w 14852244"/>
              <a:gd name="connsiteY350" fmla="*/ 2445709 h 9576980"/>
              <a:gd name="connsiteX351" fmla="*/ 12345152 w 14852244"/>
              <a:gd name="connsiteY351" fmla="*/ 2239086 h 9576980"/>
              <a:gd name="connsiteX352" fmla="*/ 12351870 w 14852244"/>
              <a:gd name="connsiteY352" fmla="*/ 2086013 h 9576980"/>
              <a:gd name="connsiteX353" fmla="*/ 12351672 w 14852244"/>
              <a:gd name="connsiteY353" fmla="*/ 2069719 h 9576980"/>
              <a:gd name="connsiteX354" fmla="*/ 12357953 w 14852244"/>
              <a:gd name="connsiteY354" fmla="*/ 1914298 h 9576980"/>
              <a:gd name="connsiteX355" fmla="*/ 12360089 w 14852244"/>
              <a:gd name="connsiteY355" fmla="*/ 1841457 h 9576980"/>
              <a:gd name="connsiteX356" fmla="*/ 12358845 w 14852244"/>
              <a:gd name="connsiteY356" fmla="*/ 1816776 h 9576980"/>
              <a:gd name="connsiteX357" fmla="*/ 12353689 w 14852244"/>
              <a:gd name="connsiteY357" fmla="*/ 1648712 h 9576980"/>
              <a:gd name="connsiteX358" fmla="*/ 12353689 w 14852244"/>
              <a:gd name="connsiteY358" fmla="*/ 1061757 h 9576980"/>
              <a:gd name="connsiteX359" fmla="*/ 12355062 w 14852244"/>
              <a:gd name="connsiteY359" fmla="*/ 1023191 h 9576980"/>
              <a:gd name="connsiteX360" fmla="*/ 12346332 w 14852244"/>
              <a:gd name="connsiteY360" fmla="*/ 738940 h 9576980"/>
              <a:gd name="connsiteX361" fmla="*/ 12353689 w 14852244"/>
              <a:gd name="connsiteY361" fmla="*/ 10698 h 9576980"/>
              <a:gd name="connsiteX362" fmla="*/ 12898821 w 14852244"/>
              <a:gd name="connsiteY362" fmla="*/ 10698 h 9576980"/>
              <a:gd name="connsiteX363" fmla="*/ 13382260 w 14852244"/>
              <a:gd name="connsiteY363" fmla="*/ 7 h 9576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</a:cxnLst>
            <a:rect l="l" t="t" r="r" b="b"/>
            <a:pathLst>
              <a:path w="14852244" h="9576980">
                <a:moveTo>
                  <a:pt x="13382260" y="7"/>
                </a:moveTo>
                <a:cubicBezTo>
                  <a:pt x="13429849" y="-99"/>
                  <a:pt x="13473302" y="910"/>
                  <a:pt x="13510526" y="3789"/>
                </a:cubicBezTo>
                <a:lnTo>
                  <a:pt x="13556055" y="9277"/>
                </a:lnTo>
                <a:lnTo>
                  <a:pt x="13600806" y="8320"/>
                </a:lnTo>
                <a:cubicBezTo>
                  <a:pt x="13709904" y="5870"/>
                  <a:pt x="13851363" y="2618"/>
                  <a:pt x="13966751" y="4140"/>
                </a:cubicBezTo>
                <a:lnTo>
                  <a:pt x="14022464" y="5605"/>
                </a:lnTo>
                <a:lnTo>
                  <a:pt x="14037368" y="5676"/>
                </a:lnTo>
                <a:cubicBezTo>
                  <a:pt x="14068922" y="6496"/>
                  <a:pt x="14102310" y="8082"/>
                  <a:pt x="14137756" y="10698"/>
                </a:cubicBezTo>
                <a:lnTo>
                  <a:pt x="14327297" y="21320"/>
                </a:lnTo>
                <a:lnTo>
                  <a:pt x="14328163" y="21342"/>
                </a:lnTo>
                <a:cubicBezTo>
                  <a:pt x="14470846" y="23615"/>
                  <a:pt x="14647046" y="19912"/>
                  <a:pt x="14831560" y="10698"/>
                </a:cubicBezTo>
                <a:cubicBezTo>
                  <a:pt x="14851737" y="243133"/>
                  <a:pt x="14861527" y="364231"/>
                  <a:pt x="14831560" y="693204"/>
                </a:cubicBezTo>
                <a:lnTo>
                  <a:pt x="14826664" y="753705"/>
                </a:lnTo>
                <a:lnTo>
                  <a:pt x="14826985" y="781531"/>
                </a:lnTo>
                <a:cubicBezTo>
                  <a:pt x="14827850" y="812048"/>
                  <a:pt x="14829324" y="848739"/>
                  <a:pt x="14831560" y="897956"/>
                </a:cubicBezTo>
                <a:cubicBezTo>
                  <a:pt x="14838266" y="1045607"/>
                  <a:pt x="14855658" y="1332308"/>
                  <a:pt x="14848376" y="1564589"/>
                </a:cubicBezTo>
                <a:lnTo>
                  <a:pt x="14845858" y="1595578"/>
                </a:lnTo>
                <a:lnTo>
                  <a:pt x="14846386" y="1653643"/>
                </a:lnTo>
                <a:cubicBezTo>
                  <a:pt x="14844830" y="1727826"/>
                  <a:pt x="14840467" y="1800694"/>
                  <a:pt x="14831560" y="1867114"/>
                </a:cubicBezTo>
                <a:cubicBezTo>
                  <a:pt x="14795930" y="2132796"/>
                  <a:pt x="14830622" y="2125909"/>
                  <a:pt x="14831560" y="2262967"/>
                </a:cubicBezTo>
                <a:lnTo>
                  <a:pt x="14834673" y="2389143"/>
                </a:lnTo>
                <a:lnTo>
                  <a:pt x="14844551" y="2486328"/>
                </a:lnTo>
                <a:cubicBezTo>
                  <a:pt x="14852947" y="2610366"/>
                  <a:pt x="14847823" y="2733168"/>
                  <a:pt x="14831560" y="2945473"/>
                </a:cubicBezTo>
                <a:lnTo>
                  <a:pt x="14820707" y="3093912"/>
                </a:lnTo>
                <a:lnTo>
                  <a:pt x="14818998" y="3259105"/>
                </a:lnTo>
                <a:cubicBezTo>
                  <a:pt x="14820242" y="3376843"/>
                  <a:pt x="14825674" y="3503787"/>
                  <a:pt x="14831560" y="3627980"/>
                </a:cubicBezTo>
                <a:cubicBezTo>
                  <a:pt x="14845646" y="3794217"/>
                  <a:pt x="14840401" y="3891980"/>
                  <a:pt x="14834257" y="3960728"/>
                </a:cubicBezTo>
                <a:lnTo>
                  <a:pt x="14832455" y="3981215"/>
                </a:lnTo>
                <a:lnTo>
                  <a:pt x="14831560" y="4023833"/>
                </a:lnTo>
                <a:lnTo>
                  <a:pt x="14829681" y="4091573"/>
                </a:lnTo>
                <a:lnTo>
                  <a:pt x="14831560" y="4119383"/>
                </a:lnTo>
                <a:cubicBezTo>
                  <a:pt x="14842051" y="4169560"/>
                  <a:pt x="14850420" y="4278600"/>
                  <a:pt x="14851982" y="4417833"/>
                </a:cubicBezTo>
                <a:cubicBezTo>
                  <a:pt x="14852763" y="4487451"/>
                  <a:pt x="14851842" y="4564616"/>
                  <a:pt x="14848634" y="4645744"/>
                </a:cubicBezTo>
                <a:lnTo>
                  <a:pt x="14840801" y="4761205"/>
                </a:lnTo>
                <a:lnTo>
                  <a:pt x="14840806" y="4762341"/>
                </a:lnTo>
                <a:cubicBezTo>
                  <a:pt x="14839350" y="4892279"/>
                  <a:pt x="14834813" y="5037674"/>
                  <a:pt x="14831560" y="5197742"/>
                </a:cubicBezTo>
                <a:cubicBezTo>
                  <a:pt x="14830747" y="5237759"/>
                  <a:pt x="14829943" y="5272556"/>
                  <a:pt x="14829183" y="5302989"/>
                </a:cubicBezTo>
                <a:lnTo>
                  <a:pt x="14827955" y="5348998"/>
                </a:lnTo>
                <a:lnTo>
                  <a:pt x="14836014" y="5510019"/>
                </a:lnTo>
                <a:lnTo>
                  <a:pt x="14832927" y="5624713"/>
                </a:lnTo>
                <a:lnTo>
                  <a:pt x="14836607" y="5708493"/>
                </a:lnTo>
                <a:cubicBezTo>
                  <a:pt x="14837087" y="5760261"/>
                  <a:pt x="14836578" y="5823073"/>
                  <a:pt x="14835722" y="5889652"/>
                </a:cubicBezTo>
                <a:lnTo>
                  <a:pt x="14832779" y="6091902"/>
                </a:lnTo>
                <a:lnTo>
                  <a:pt x="14835167" y="6132175"/>
                </a:lnTo>
                <a:cubicBezTo>
                  <a:pt x="14844127" y="6315993"/>
                  <a:pt x="14855139" y="6767281"/>
                  <a:pt x="14831560" y="6944957"/>
                </a:cubicBezTo>
                <a:lnTo>
                  <a:pt x="14831503" y="6945936"/>
                </a:lnTo>
                <a:lnTo>
                  <a:pt x="14831560" y="6958607"/>
                </a:lnTo>
                <a:cubicBezTo>
                  <a:pt x="14832225" y="7036949"/>
                  <a:pt x="14831755" y="7108202"/>
                  <a:pt x="14830878" y="7175150"/>
                </a:cubicBezTo>
                <a:lnTo>
                  <a:pt x="14828741" y="7305274"/>
                </a:lnTo>
                <a:lnTo>
                  <a:pt x="14833986" y="7416339"/>
                </a:lnTo>
                <a:cubicBezTo>
                  <a:pt x="14835401" y="7461326"/>
                  <a:pt x="14835243" y="7500851"/>
                  <a:pt x="14831560" y="7531912"/>
                </a:cubicBezTo>
                <a:lnTo>
                  <a:pt x="14827920" y="7599995"/>
                </a:lnTo>
                <a:lnTo>
                  <a:pt x="14831560" y="7736663"/>
                </a:lnTo>
                <a:cubicBezTo>
                  <a:pt x="14844392" y="8001420"/>
                  <a:pt x="14833654" y="8078147"/>
                  <a:pt x="14831560" y="8228068"/>
                </a:cubicBezTo>
                <a:cubicBezTo>
                  <a:pt x="14831298" y="8246808"/>
                  <a:pt x="14830064" y="8273581"/>
                  <a:pt x="14828235" y="8307108"/>
                </a:cubicBezTo>
                <a:lnTo>
                  <a:pt x="14823269" y="8393176"/>
                </a:lnTo>
                <a:lnTo>
                  <a:pt x="14823322" y="8405644"/>
                </a:lnTo>
                <a:cubicBezTo>
                  <a:pt x="14824672" y="8473268"/>
                  <a:pt x="14827257" y="8542542"/>
                  <a:pt x="14831560" y="8610271"/>
                </a:cubicBezTo>
                <a:cubicBezTo>
                  <a:pt x="14848770" y="8881188"/>
                  <a:pt x="14823853" y="9152853"/>
                  <a:pt x="14831560" y="9565779"/>
                </a:cubicBezTo>
                <a:cubicBezTo>
                  <a:pt x="14688218" y="9576231"/>
                  <a:pt x="14580785" y="9574838"/>
                  <a:pt x="14482372" y="9571528"/>
                </a:cubicBezTo>
                <a:lnTo>
                  <a:pt x="14371058" y="9567545"/>
                </a:lnTo>
                <a:lnTo>
                  <a:pt x="14308482" y="9571041"/>
                </a:lnTo>
                <a:lnTo>
                  <a:pt x="14173226" y="9566164"/>
                </a:lnTo>
                <a:lnTo>
                  <a:pt x="14032726" y="9570008"/>
                </a:lnTo>
                <a:cubicBezTo>
                  <a:pt x="13883868" y="9573923"/>
                  <a:pt x="13750508" y="9575797"/>
                  <a:pt x="13617403" y="9565779"/>
                </a:cubicBezTo>
                <a:lnTo>
                  <a:pt x="13553996" y="9563480"/>
                </a:lnTo>
                <a:lnTo>
                  <a:pt x="13518288" y="9565779"/>
                </a:lnTo>
                <a:cubicBezTo>
                  <a:pt x="13369379" y="9575921"/>
                  <a:pt x="13288361" y="9578001"/>
                  <a:pt x="13210744" y="9576506"/>
                </a:cubicBezTo>
                <a:lnTo>
                  <a:pt x="13180887" y="9575628"/>
                </a:lnTo>
                <a:lnTo>
                  <a:pt x="13130533" y="9576980"/>
                </a:lnTo>
                <a:lnTo>
                  <a:pt x="13023964" y="9569395"/>
                </a:lnTo>
                <a:lnTo>
                  <a:pt x="13014634" y="9569000"/>
                </a:lnTo>
                <a:cubicBezTo>
                  <a:pt x="12987435" y="9567916"/>
                  <a:pt x="12957426" y="9566819"/>
                  <a:pt x="12923599" y="9565779"/>
                </a:cubicBezTo>
                <a:cubicBezTo>
                  <a:pt x="12652981" y="9557459"/>
                  <a:pt x="12586678" y="9592982"/>
                  <a:pt x="12353689" y="9565779"/>
                </a:cubicBezTo>
                <a:cubicBezTo>
                  <a:pt x="12353656" y="9517852"/>
                  <a:pt x="12355004" y="9476810"/>
                  <a:pt x="12356704" y="9438797"/>
                </a:cubicBezTo>
                <a:lnTo>
                  <a:pt x="12360726" y="9353397"/>
                </a:lnTo>
                <a:lnTo>
                  <a:pt x="12353689" y="9169926"/>
                </a:lnTo>
                <a:cubicBezTo>
                  <a:pt x="12352863" y="9133869"/>
                  <a:pt x="12351228" y="9096423"/>
                  <a:pt x="12349544" y="9059206"/>
                </a:cubicBezTo>
                <a:lnTo>
                  <a:pt x="12349204" y="9050808"/>
                </a:lnTo>
                <a:lnTo>
                  <a:pt x="12273408" y="9051798"/>
                </a:lnTo>
                <a:cubicBezTo>
                  <a:pt x="11836950" y="9062008"/>
                  <a:pt x="11319861" y="9095578"/>
                  <a:pt x="10656095" y="9067234"/>
                </a:cubicBezTo>
                <a:lnTo>
                  <a:pt x="10621107" y="9066232"/>
                </a:lnTo>
                <a:lnTo>
                  <a:pt x="10081018" y="9061893"/>
                </a:lnTo>
                <a:cubicBezTo>
                  <a:pt x="9929088" y="9062445"/>
                  <a:pt x="9785524" y="9064052"/>
                  <a:pt x="9645022" y="9065903"/>
                </a:cubicBezTo>
                <a:lnTo>
                  <a:pt x="9607815" y="9066390"/>
                </a:lnTo>
                <a:lnTo>
                  <a:pt x="9609450" y="9163486"/>
                </a:lnTo>
                <a:cubicBezTo>
                  <a:pt x="9458246" y="9162159"/>
                  <a:pt x="9295795" y="9167290"/>
                  <a:pt x="9160503" y="9166588"/>
                </a:cubicBezTo>
                <a:lnTo>
                  <a:pt x="9047695" y="9163785"/>
                </a:lnTo>
                <a:lnTo>
                  <a:pt x="9034016" y="9163990"/>
                </a:lnTo>
                <a:cubicBezTo>
                  <a:pt x="9005605" y="9164150"/>
                  <a:pt x="8975280" y="9164026"/>
                  <a:pt x="8942283" y="9163486"/>
                </a:cubicBezTo>
                <a:cubicBezTo>
                  <a:pt x="8678306" y="9159170"/>
                  <a:pt x="8433626" y="9163361"/>
                  <a:pt x="8181712" y="9163486"/>
                </a:cubicBezTo>
                <a:cubicBezTo>
                  <a:pt x="8009129" y="9168652"/>
                  <a:pt x="7857191" y="9165549"/>
                  <a:pt x="7717621" y="9162706"/>
                </a:cubicBezTo>
                <a:lnTo>
                  <a:pt x="7713340" y="9162643"/>
                </a:lnTo>
                <a:lnTo>
                  <a:pt x="7701351" y="9163486"/>
                </a:lnTo>
                <a:cubicBezTo>
                  <a:pt x="7535119" y="9177090"/>
                  <a:pt x="7426934" y="9176219"/>
                  <a:pt x="7324055" y="9170485"/>
                </a:cubicBezTo>
                <a:lnTo>
                  <a:pt x="7266052" y="9166546"/>
                </a:lnTo>
                <a:lnTo>
                  <a:pt x="7135629" y="9173016"/>
                </a:lnTo>
                <a:cubicBezTo>
                  <a:pt x="6938102" y="9181917"/>
                  <a:pt x="6730394" y="9186387"/>
                  <a:pt x="6567167" y="9163486"/>
                </a:cubicBezTo>
                <a:lnTo>
                  <a:pt x="6559215" y="9162782"/>
                </a:lnTo>
                <a:lnTo>
                  <a:pt x="6488847" y="9162449"/>
                </a:lnTo>
                <a:cubicBezTo>
                  <a:pt x="6404120" y="9162165"/>
                  <a:pt x="6307691" y="9162226"/>
                  <a:pt x="6166866" y="9163486"/>
                </a:cubicBezTo>
                <a:lnTo>
                  <a:pt x="6128838" y="9163124"/>
                </a:lnTo>
                <a:lnTo>
                  <a:pt x="5972245" y="9169571"/>
                </a:lnTo>
                <a:cubicBezTo>
                  <a:pt x="5909343" y="9170803"/>
                  <a:pt x="5852471" y="9169636"/>
                  <a:pt x="5806596" y="9163486"/>
                </a:cubicBezTo>
                <a:lnTo>
                  <a:pt x="5713369" y="9155997"/>
                </a:lnTo>
                <a:lnTo>
                  <a:pt x="5629296" y="9155362"/>
                </a:lnTo>
                <a:lnTo>
                  <a:pt x="5592867" y="9156303"/>
                </a:lnTo>
                <a:cubicBezTo>
                  <a:pt x="5535253" y="9160058"/>
                  <a:pt x="5484388" y="9166209"/>
                  <a:pt x="5419639" y="9163486"/>
                </a:cubicBezTo>
                <a:lnTo>
                  <a:pt x="5364570" y="9161372"/>
                </a:lnTo>
                <a:lnTo>
                  <a:pt x="5312892" y="9163486"/>
                </a:lnTo>
                <a:cubicBezTo>
                  <a:pt x="5166950" y="9174426"/>
                  <a:pt x="5034267" y="9168636"/>
                  <a:pt x="4921016" y="9163006"/>
                </a:cubicBezTo>
                <a:lnTo>
                  <a:pt x="4873672" y="9161102"/>
                </a:lnTo>
                <a:lnTo>
                  <a:pt x="4845876" y="9163486"/>
                </a:lnTo>
                <a:cubicBezTo>
                  <a:pt x="4816154" y="9167285"/>
                  <a:pt x="4782489" y="9168468"/>
                  <a:pt x="4745906" y="9168284"/>
                </a:cubicBezTo>
                <a:lnTo>
                  <a:pt x="4630452" y="9164941"/>
                </a:lnTo>
                <a:lnTo>
                  <a:pt x="4530880" y="9174428"/>
                </a:lnTo>
                <a:cubicBezTo>
                  <a:pt x="4446468" y="9177902"/>
                  <a:pt x="4347356" y="9174658"/>
                  <a:pt x="4239517" y="9170258"/>
                </a:cubicBezTo>
                <a:lnTo>
                  <a:pt x="4229797" y="9169865"/>
                </a:lnTo>
                <a:lnTo>
                  <a:pt x="4135334" y="9171321"/>
                </a:lnTo>
                <a:cubicBezTo>
                  <a:pt x="4063448" y="9171064"/>
                  <a:pt x="3988230" y="9168196"/>
                  <a:pt x="3885154" y="9163486"/>
                </a:cubicBezTo>
                <a:cubicBezTo>
                  <a:pt x="3782079" y="9158776"/>
                  <a:pt x="3646049" y="9156365"/>
                  <a:pt x="3508731" y="9156337"/>
                </a:cubicBezTo>
                <a:lnTo>
                  <a:pt x="3327459" y="9157905"/>
                </a:lnTo>
                <a:lnTo>
                  <a:pt x="3217987" y="9163486"/>
                </a:lnTo>
                <a:cubicBezTo>
                  <a:pt x="2903009" y="9188981"/>
                  <a:pt x="2935551" y="9187370"/>
                  <a:pt x="2737626" y="9163486"/>
                </a:cubicBezTo>
                <a:lnTo>
                  <a:pt x="2714555" y="9161753"/>
                </a:lnTo>
                <a:lnTo>
                  <a:pt x="2644223" y="9163486"/>
                </a:lnTo>
                <a:cubicBezTo>
                  <a:pt x="2453881" y="9173999"/>
                  <a:pt x="2193447" y="9182785"/>
                  <a:pt x="2070459" y="9163486"/>
                </a:cubicBezTo>
                <a:lnTo>
                  <a:pt x="1996299" y="9156246"/>
                </a:lnTo>
                <a:lnTo>
                  <a:pt x="1870309" y="9163486"/>
                </a:lnTo>
                <a:cubicBezTo>
                  <a:pt x="1777188" y="9172306"/>
                  <a:pt x="1671807" y="9169409"/>
                  <a:pt x="1570676" y="9165755"/>
                </a:cubicBezTo>
                <a:lnTo>
                  <a:pt x="1570042" y="9165735"/>
                </a:lnTo>
                <a:lnTo>
                  <a:pt x="1498631" y="9173741"/>
                </a:lnTo>
                <a:cubicBezTo>
                  <a:pt x="1398798" y="9179940"/>
                  <a:pt x="1272690" y="9174609"/>
                  <a:pt x="1109738" y="9163486"/>
                </a:cubicBezTo>
                <a:lnTo>
                  <a:pt x="1039739" y="9159401"/>
                </a:lnTo>
                <a:lnTo>
                  <a:pt x="1009483" y="9158215"/>
                </a:lnTo>
                <a:cubicBezTo>
                  <a:pt x="967090" y="9156490"/>
                  <a:pt x="921988" y="9154683"/>
                  <a:pt x="874967" y="9153092"/>
                </a:cubicBezTo>
                <a:lnTo>
                  <a:pt x="629067" y="9149341"/>
                </a:lnTo>
                <a:lnTo>
                  <a:pt x="540487" y="9151078"/>
                </a:lnTo>
                <a:cubicBezTo>
                  <a:pt x="459699" y="9153383"/>
                  <a:pt x="370195" y="9157369"/>
                  <a:pt x="269107" y="9163486"/>
                </a:cubicBezTo>
                <a:cubicBezTo>
                  <a:pt x="276233" y="9042424"/>
                  <a:pt x="253638" y="8966524"/>
                  <a:pt x="269107" y="8822094"/>
                </a:cubicBezTo>
                <a:lnTo>
                  <a:pt x="269766" y="8809710"/>
                </a:lnTo>
                <a:lnTo>
                  <a:pt x="269107" y="8800303"/>
                </a:lnTo>
                <a:cubicBezTo>
                  <a:pt x="261132" y="8741730"/>
                  <a:pt x="264693" y="8688892"/>
                  <a:pt x="268467" y="8631719"/>
                </a:cubicBezTo>
                <a:lnTo>
                  <a:pt x="271013" y="8579561"/>
                </a:lnTo>
                <a:lnTo>
                  <a:pt x="268612" y="8522365"/>
                </a:lnTo>
                <a:cubicBezTo>
                  <a:pt x="267700" y="8492513"/>
                  <a:pt x="267525" y="8464026"/>
                  <a:pt x="269107" y="8437120"/>
                </a:cubicBezTo>
                <a:cubicBezTo>
                  <a:pt x="230916" y="8442719"/>
                  <a:pt x="189710" y="8439971"/>
                  <a:pt x="147051" y="8437197"/>
                </a:cubicBezTo>
                <a:lnTo>
                  <a:pt x="82831" y="8434090"/>
                </a:lnTo>
                <a:lnTo>
                  <a:pt x="16271" y="8437120"/>
                </a:lnTo>
                <a:cubicBezTo>
                  <a:pt x="14549" y="8370329"/>
                  <a:pt x="15634" y="8299618"/>
                  <a:pt x="17743" y="8228613"/>
                </a:cubicBezTo>
                <a:lnTo>
                  <a:pt x="18792" y="8199661"/>
                </a:lnTo>
                <a:lnTo>
                  <a:pt x="19518" y="8131244"/>
                </a:lnTo>
                <a:cubicBezTo>
                  <a:pt x="19426" y="8030755"/>
                  <a:pt x="18252" y="7930978"/>
                  <a:pt x="16271" y="7829635"/>
                </a:cubicBezTo>
                <a:cubicBezTo>
                  <a:pt x="15776" y="7804299"/>
                  <a:pt x="15804" y="7775907"/>
                  <a:pt x="16182" y="7745166"/>
                </a:cubicBezTo>
                <a:lnTo>
                  <a:pt x="17350" y="7687909"/>
                </a:lnTo>
                <a:lnTo>
                  <a:pt x="16271" y="7679470"/>
                </a:lnTo>
                <a:cubicBezTo>
                  <a:pt x="-14860" y="7518864"/>
                  <a:pt x="30126" y="7204334"/>
                  <a:pt x="16271" y="7071986"/>
                </a:cubicBezTo>
                <a:cubicBezTo>
                  <a:pt x="14540" y="7055443"/>
                  <a:pt x="13528" y="7035993"/>
                  <a:pt x="13047" y="7014171"/>
                </a:cubicBezTo>
                <a:lnTo>
                  <a:pt x="13018" y="6956939"/>
                </a:lnTo>
                <a:lnTo>
                  <a:pt x="9789" y="6917260"/>
                </a:lnTo>
                <a:cubicBezTo>
                  <a:pt x="6132" y="6844373"/>
                  <a:pt x="10139" y="6790236"/>
                  <a:pt x="14482" y="6741174"/>
                </a:cubicBezTo>
                <a:lnTo>
                  <a:pt x="20215" y="6662589"/>
                </a:lnTo>
                <a:lnTo>
                  <a:pt x="21276" y="6612845"/>
                </a:lnTo>
                <a:lnTo>
                  <a:pt x="21188" y="6595541"/>
                </a:lnTo>
                <a:cubicBezTo>
                  <a:pt x="20417" y="6578013"/>
                  <a:pt x="18868" y="6559529"/>
                  <a:pt x="16271" y="6539583"/>
                </a:cubicBezTo>
                <a:cubicBezTo>
                  <a:pt x="11078" y="6499692"/>
                  <a:pt x="8624" y="6455469"/>
                  <a:pt x="7828" y="6409323"/>
                </a:cubicBezTo>
                <a:lnTo>
                  <a:pt x="9321" y="6268852"/>
                </a:lnTo>
                <a:lnTo>
                  <a:pt x="6160" y="6214021"/>
                </a:lnTo>
                <a:cubicBezTo>
                  <a:pt x="1817" y="6095577"/>
                  <a:pt x="2169" y="5973039"/>
                  <a:pt x="6613" y="5840001"/>
                </a:cubicBezTo>
                <a:lnTo>
                  <a:pt x="12320" y="5716967"/>
                </a:lnTo>
                <a:lnTo>
                  <a:pt x="12422" y="5614939"/>
                </a:lnTo>
                <a:cubicBezTo>
                  <a:pt x="12992" y="5567693"/>
                  <a:pt x="14180" y="5520536"/>
                  <a:pt x="16271" y="5474778"/>
                </a:cubicBezTo>
                <a:cubicBezTo>
                  <a:pt x="18363" y="5429019"/>
                  <a:pt x="20118" y="5372057"/>
                  <a:pt x="21397" y="5307861"/>
                </a:cubicBezTo>
                <a:lnTo>
                  <a:pt x="22093" y="5262237"/>
                </a:lnTo>
                <a:lnTo>
                  <a:pt x="20693" y="5241486"/>
                </a:lnTo>
                <a:cubicBezTo>
                  <a:pt x="19378" y="5222234"/>
                  <a:pt x="17897" y="5200263"/>
                  <a:pt x="16271" y="5174449"/>
                </a:cubicBezTo>
                <a:cubicBezTo>
                  <a:pt x="8143" y="5045376"/>
                  <a:pt x="8161" y="4837503"/>
                  <a:pt x="10576" y="4646533"/>
                </a:cubicBezTo>
                <a:lnTo>
                  <a:pt x="12091" y="4546402"/>
                </a:lnTo>
                <a:lnTo>
                  <a:pt x="7248" y="4435602"/>
                </a:lnTo>
                <a:cubicBezTo>
                  <a:pt x="4365" y="4369537"/>
                  <a:pt x="1898" y="4305935"/>
                  <a:pt x="727" y="4243938"/>
                </a:cubicBezTo>
                <a:cubicBezTo>
                  <a:pt x="-444" y="4181943"/>
                  <a:pt x="-320" y="4121554"/>
                  <a:pt x="1978" y="4061916"/>
                </a:cubicBezTo>
                <a:lnTo>
                  <a:pt x="8175" y="3984944"/>
                </a:lnTo>
                <a:lnTo>
                  <a:pt x="8160" y="3984255"/>
                </a:lnTo>
                <a:cubicBezTo>
                  <a:pt x="8739" y="3951849"/>
                  <a:pt x="11035" y="3919391"/>
                  <a:pt x="16271" y="3884397"/>
                </a:cubicBezTo>
                <a:cubicBezTo>
                  <a:pt x="46367" y="3648424"/>
                  <a:pt x="-9591" y="3463122"/>
                  <a:pt x="16271" y="3126747"/>
                </a:cubicBezTo>
                <a:lnTo>
                  <a:pt x="19343" y="3084189"/>
                </a:lnTo>
                <a:lnTo>
                  <a:pt x="16271" y="3051665"/>
                </a:lnTo>
                <a:cubicBezTo>
                  <a:pt x="-10396" y="2824005"/>
                  <a:pt x="11536" y="2674001"/>
                  <a:pt x="17720" y="2459795"/>
                </a:cubicBezTo>
                <a:lnTo>
                  <a:pt x="17736" y="2458621"/>
                </a:lnTo>
                <a:lnTo>
                  <a:pt x="16271" y="2444180"/>
                </a:lnTo>
                <a:cubicBezTo>
                  <a:pt x="3266" y="2343731"/>
                  <a:pt x="7567" y="2276850"/>
                  <a:pt x="12968" y="2201972"/>
                </a:cubicBezTo>
                <a:lnTo>
                  <a:pt x="14718" y="2176493"/>
                </a:lnTo>
                <a:lnTo>
                  <a:pt x="13936" y="2155124"/>
                </a:lnTo>
                <a:cubicBezTo>
                  <a:pt x="10891" y="2055869"/>
                  <a:pt x="11879" y="1991022"/>
                  <a:pt x="13970" y="1944686"/>
                </a:cubicBezTo>
                <a:lnTo>
                  <a:pt x="16252" y="1906455"/>
                </a:lnTo>
                <a:lnTo>
                  <a:pt x="15706" y="1755336"/>
                </a:lnTo>
                <a:lnTo>
                  <a:pt x="11497" y="1708591"/>
                </a:lnTo>
                <a:cubicBezTo>
                  <a:pt x="3629" y="1562409"/>
                  <a:pt x="16994" y="1264423"/>
                  <a:pt x="16271" y="928881"/>
                </a:cubicBezTo>
                <a:lnTo>
                  <a:pt x="128200" y="931098"/>
                </a:lnTo>
                <a:lnTo>
                  <a:pt x="197507" y="928696"/>
                </a:lnTo>
                <a:cubicBezTo>
                  <a:pt x="257513" y="926002"/>
                  <a:pt x="321143" y="923369"/>
                  <a:pt x="400488" y="928881"/>
                </a:cubicBezTo>
                <a:lnTo>
                  <a:pt x="419211" y="929231"/>
                </a:lnTo>
                <a:lnTo>
                  <a:pt x="425013" y="928881"/>
                </a:lnTo>
                <a:cubicBezTo>
                  <a:pt x="453402" y="925508"/>
                  <a:pt x="482076" y="925063"/>
                  <a:pt x="511886" y="925982"/>
                </a:cubicBezTo>
                <a:lnTo>
                  <a:pt x="563642" y="928903"/>
                </a:lnTo>
                <a:lnTo>
                  <a:pt x="623094" y="926314"/>
                </a:lnTo>
                <a:cubicBezTo>
                  <a:pt x="693729" y="922702"/>
                  <a:pt x="762373" y="919946"/>
                  <a:pt x="833754" y="928881"/>
                </a:cubicBezTo>
                <a:cubicBezTo>
                  <a:pt x="815515" y="1135170"/>
                  <a:pt x="819369" y="1322976"/>
                  <a:pt x="833754" y="1603165"/>
                </a:cubicBezTo>
                <a:cubicBezTo>
                  <a:pt x="839752" y="1671502"/>
                  <a:pt x="841506" y="1731947"/>
                  <a:pt x="841074" y="1789301"/>
                </a:cubicBezTo>
                <a:lnTo>
                  <a:pt x="839704" y="1828944"/>
                </a:lnTo>
                <a:lnTo>
                  <a:pt x="839066" y="2000679"/>
                </a:lnTo>
                <a:cubicBezTo>
                  <a:pt x="837697" y="2098937"/>
                  <a:pt x="835331" y="2199781"/>
                  <a:pt x="834281" y="2310926"/>
                </a:cubicBezTo>
                <a:lnTo>
                  <a:pt x="834069" y="2357193"/>
                </a:lnTo>
                <a:lnTo>
                  <a:pt x="836995" y="2409040"/>
                </a:lnTo>
                <a:cubicBezTo>
                  <a:pt x="843444" y="2533845"/>
                  <a:pt x="842398" y="2596926"/>
                  <a:pt x="839808" y="2650773"/>
                </a:cubicBezTo>
                <a:lnTo>
                  <a:pt x="839418" y="2657914"/>
                </a:lnTo>
                <a:lnTo>
                  <a:pt x="840944" y="2691520"/>
                </a:lnTo>
                <a:cubicBezTo>
                  <a:pt x="846449" y="2805982"/>
                  <a:pt x="850566" y="2894044"/>
                  <a:pt x="833754" y="3100075"/>
                </a:cubicBezTo>
                <a:lnTo>
                  <a:pt x="829621" y="3154867"/>
                </a:lnTo>
                <a:lnTo>
                  <a:pt x="829087" y="3173131"/>
                </a:lnTo>
                <a:cubicBezTo>
                  <a:pt x="826588" y="3257597"/>
                  <a:pt x="825645" y="3331198"/>
                  <a:pt x="833754" y="3403503"/>
                </a:cubicBezTo>
                <a:cubicBezTo>
                  <a:pt x="839837" y="3457732"/>
                  <a:pt x="837262" y="3551471"/>
                  <a:pt x="833204" y="3656862"/>
                </a:cubicBezTo>
                <a:lnTo>
                  <a:pt x="831923" y="3689200"/>
                </a:lnTo>
                <a:lnTo>
                  <a:pt x="831859" y="3694011"/>
                </a:lnTo>
                <a:cubicBezTo>
                  <a:pt x="833846" y="3814540"/>
                  <a:pt x="842220" y="3944612"/>
                  <a:pt x="837970" y="4117206"/>
                </a:cubicBezTo>
                <a:lnTo>
                  <a:pt x="835852" y="4171946"/>
                </a:lnTo>
                <a:lnTo>
                  <a:pt x="847291" y="4280969"/>
                </a:lnTo>
                <a:cubicBezTo>
                  <a:pt x="853471" y="4406663"/>
                  <a:pt x="840427" y="4526549"/>
                  <a:pt x="833754" y="4677899"/>
                </a:cubicBezTo>
                <a:cubicBezTo>
                  <a:pt x="827082" y="4829249"/>
                  <a:pt x="837049" y="4920849"/>
                  <a:pt x="837477" y="5022324"/>
                </a:cubicBezTo>
                <a:lnTo>
                  <a:pt x="837452" y="5023034"/>
                </a:lnTo>
                <a:lnTo>
                  <a:pt x="840141" y="5058264"/>
                </a:lnTo>
                <a:cubicBezTo>
                  <a:pt x="843803" y="5137210"/>
                  <a:pt x="840071" y="5202887"/>
                  <a:pt x="835930" y="5263667"/>
                </a:cubicBezTo>
                <a:lnTo>
                  <a:pt x="830931" y="5350627"/>
                </a:lnTo>
                <a:lnTo>
                  <a:pt x="831783" y="5412921"/>
                </a:lnTo>
                <a:lnTo>
                  <a:pt x="833158" y="5484993"/>
                </a:lnTo>
                <a:lnTo>
                  <a:pt x="833754" y="5500525"/>
                </a:lnTo>
                <a:cubicBezTo>
                  <a:pt x="852938" y="5667489"/>
                  <a:pt x="835012" y="5812066"/>
                  <a:pt x="833754" y="6100638"/>
                </a:cubicBezTo>
                <a:cubicBezTo>
                  <a:pt x="833440" y="6172781"/>
                  <a:pt x="833110" y="6238960"/>
                  <a:pt x="832835" y="6301815"/>
                </a:cubicBezTo>
                <a:lnTo>
                  <a:pt x="832791" y="6315195"/>
                </a:lnTo>
                <a:lnTo>
                  <a:pt x="833754" y="6329894"/>
                </a:lnTo>
                <a:cubicBezTo>
                  <a:pt x="844068" y="6425997"/>
                  <a:pt x="841289" y="6557933"/>
                  <a:pt x="837322" y="6693432"/>
                </a:cubicBezTo>
                <a:lnTo>
                  <a:pt x="833636" y="6832393"/>
                </a:lnTo>
                <a:lnTo>
                  <a:pt x="833754" y="6849093"/>
                </a:lnTo>
                <a:lnTo>
                  <a:pt x="831675" y="6945245"/>
                </a:lnTo>
                <a:lnTo>
                  <a:pt x="831409" y="6990705"/>
                </a:lnTo>
                <a:cubicBezTo>
                  <a:pt x="831646" y="7021378"/>
                  <a:pt x="832365" y="7050760"/>
                  <a:pt x="833754" y="7078349"/>
                </a:cubicBezTo>
                <a:cubicBezTo>
                  <a:pt x="837922" y="7161115"/>
                  <a:pt x="830286" y="7322395"/>
                  <a:pt x="822367" y="7505792"/>
                </a:cubicBezTo>
                <a:lnTo>
                  <a:pt x="821943" y="7516338"/>
                </a:lnTo>
                <a:lnTo>
                  <a:pt x="823080" y="7543710"/>
                </a:lnTo>
                <a:cubicBezTo>
                  <a:pt x="825578" y="7584098"/>
                  <a:pt x="829058" y="7626613"/>
                  <a:pt x="833754" y="7671719"/>
                </a:cubicBezTo>
                <a:cubicBezTo>
                  <a:pt x="871329" y="8032565"/>
                  <a:pt x="836213" y="8192146"/>
                  <a:pt x="833754" y="8346003"/>
                </a:cubicBezTo>
                <a:lnTo>
                  <a:pt x="937282" y="8346804"/>
                </a:lnTo>
                <a:lnTo>
                  <a:pt x="957161" y="8346704"/>
                </a:lnTo>
                <a:cubicBezTo>
                  <a:pt x="1106500" y="8344987"/>
                  <a:pt x="1315512" y="8338199"/>
                  <a:pt x="1421051" y="8346003"/>
                </a:cubicBezTo>
                <a:lnTo>
                  <a:pt x="1444803" y="8346866"/>
                </a:lnTo>
                <a:lnTo>
                  <a:pt x="1508808" y="8346003"/>
                </a:lnTo>
                <a:cubicBezTo>
                  <a:pt x="1758443" y="8340672"/>
                  <a:pt x="1959496" y="8322281"/>
                  <a:pt x="2183861" y="8346003"/>
                </a:cubicBezTo>
                <a:lnTo>
                  <a:pt x="2184669" y="8346083"/>
                </a:lnTo>
                <a:lnTo>
                  <a:pt x="2244616" y="8346003"/>
                </a:lnTo>
                <a:cubicBezTo>
                  <a:pt x="2310866" y="8346862"/>
                  <a:pt x="2385491" y="8351532"/>
                  <a:pt x="2457714" y="8353652"/>
                </a:cubicBezTo>
                <a:lnTo>
                  <a:pt x="2535487" y="8354002"/>
                </a:lnTo>
                <a:lnTo>
                  <a:pt x="2595644" y="8346003"/>
                </a:lnTo>
                <a:cubicBezTo>
                  <a:pt x="2627605" y="8341146"/>
                  <a:pt x="2667513" y="8340120"/>
                  <a:pt x="2715334" y="8340962"/>
                </a:cubicBezTo>
                <a:lnTo>
                  <a:pt x="2720677" y="8341160"/>
                </a:lnTo>
                <a:lnTo>
                  <a:pt x="2778099" y="8340427"/>
                </a:lnTo>
                <a:cubicBezTo>
                  <a:pt x="2931273" y="8341642"/>
                  <a:pt x="3163085" y="8358298"/>
                  <a:pt x="3331452" y="8346003"/>
                </a:cubicBezTo>
                <a:cubicBezTo>
                  <a:pt x="3555942" y="8329610"/>
                  <a:pt x="3727440" y="8323643"/>
                  <a:pt x="3918749" y="8346003"/>
                </a:cubicBezTo>
                <a:cubicBezTo>
                  <a:pt x="4014404" y="8357183"/>
                  <a:pt x="4134650" y="8357915"/>
                  <a:pt x="4255241" y="8355485"/>
                </a:cubicBezTo>
                <a:lnTo>
                  <a:pt x="4354830" y="8352632"/>
                </a:lnTo>
                <a:lnTo>
                  <a:pt x="4445290" y="8346003"/>
                </a:lnTo>
                <a:cubicBezTo>
                  <a:pt x="4552877" y="8330797"/>
                  <a:pt x="4713934" y="8335017"/>
                  <a:pt x="4873887" y="8340928"/>
                </a:cubicBezTo>
                <a:lnTo>
                  <a:pt x="4904022" y="8341955"/>
                </a:lnTo>
                <a:lnTo>
                  <a:pt x="5024156" y="8341016"/>
                </a:lnTo>
                <a:cubicBezTo>
                  <a:pt x="5107064" y="8340550"/>
                  <a:pt x="5189549" y="8340500"/>
                  <a:pt x="5262591" y="8341215"/>
                </a:cubicBezTo>
                <a:lnTo>
                  <a:pt x="5341467" y="8342530"/>
                </a:lnTo>
                <a:lnTo>
                  <a:pt x="5367038" y="8340583"/>
                </a:lnTo>
                <a:cubicBezTo>
                  <a:pt x="5520105" y="8330017"/>
                  <a:pt x="5592154" y="8333749"/>
                  <a:pt x="5795398" y="8346003"/>
                </a:cubicBezTo>
                <a:lnTo>
                  <a:pt x="5959935" y="8348148"/>
                </a:lnTo>
                <a:lnTo>
                  <a:pt x="6000605" y="8347676"/>
                </a:lnTo>
                <a:lnTo>
                  <a:pt x="6004837" y="8347642"/>
                </a:lnTo>
                <a:lnTo>
                  <a:pt x="6179464" y="8341949"/>
                </a:lnTo>
                <a:cubicBezTo>
                  <a:pt x="6312984" y="8337096"/>
                  <a:pt x="6445616" y="8333595"/>
                  <a:pt x="6558208" y="8346003"/>
                </a:cubicBezTo>
                <a:cubicBezTo>
                  <a:pt x="6614504" y="8352207"/>
                  <a:pt x="6678191" y="8354775"/>
                  <a:pt x="6745089" y="8355271"/>
                </a:cubicBezTo>
                <a:lnTo>
                  <a:pt x="6778721" y="8354754"/>
                </a:lnTo>
                <a:lnTo>
                  <a:pt x="6882234" y="8346003"/>
                </a:lnTo>
                <a:cubicBezTo>
                  <a:pt x="7183677" y="8315134"/>
                  <a:pt x="7209829" y="8337896"/>
                  <a:pt x="7469530" y="8346003"/>
                </a:cubicBezTo>
                <a:cubicBezTo>
                  <a:pt x="7696768" y="8353097"/>
                  <a:pt x="7886002" y="8320392"/>
                  <a:pt x="8184869" y="8336067"/>
                </a:cubicBezTo>
                <a:lnTo>
                  <a:pt x="8243094" y="8340345"/>
                </a:lnTo>
                <a:lnTo>
                  <a:pt x="8254918" y="8340707"/>
                </a:lnTo>
                <a:lnTo>
                  <a:pt x="8251807" y="8084767"/>
                </a:lnTo>
                <a:cubicBezTo>
                  <a:pt x="8255489" y="7974363"/>
                  <a:pt x="8265422" y="7860067"/>
                  <a:pt x="8285385" y="7738400"/>
                </a:cubicBezTo>
                <a:lnTo>
                  <a:pt x="8297660" y="7604865"/>
                </a:lnTo>
                <a:lnTo>
                  <a:pt x="8285385" y="7507297"/>
                </a:lnTo>
                <a:cubicBezTo>
                  <a:pt x="8241411" y="7191969"/>
                  <a:pt x="8269498" y="6943596"/>
                  <a:pt x="8294534" y="6703249"/>
                </a:cubicBezTo>
                <a:lnTo>
                  <a:pt x="8304006" y="6570779"/>
                </a:lnTo>
                <a:lnTo>
                  <a:pt x="8285385" y="6178462"/>
                </a:lnTo>
                <a:lnTo>
                  <a:pt x="8273970" y="5933459"/>
                </a:lnTo>
                <a:lnTo>
                  <a:pt x="9232093" y="5933459"/>
                </a:lnTo>
                <a:lnTo>
                  <a:pt x="9230223" y="6008336"/>
                </a:lnTo>
                <a:lnTo>
                  <a:pt x="9233188" y="6062910"/>
                </a:lnTo>
                <a:cubicBezTo>
                  <a:pt x="9269932" y="6521219"/>
                  <a:pt x="9291654" y="6859862"/>
                  <a:pt x="9270149" y="7184042"/>
                </a:cubicBezTo>
                <a:lnTo>
                  <a:pt x="9233423" y="7505224"/>
                </a:lnTo>
                <a:lnTo>
                  <a:pt x="9233840" y="7805262"/>
                </a:lnTo>
                <a:cubicBezTo>
                  <a:pt x="9237936" y="7926122"/>
                  <a:pt x="9243991" y="8047709"/>
                  <a:pt x="9249749" y="8166535"/>
                </a:cubicBezTo>
                <a:lnTo>
                  <a:pt x="9256903" y="8340511"/>
                </a:lnTo>
                <a:lnTo>
                  <a:pt x="9303585" y="8339801"/>
                </a:lnTo>
                <a:cubicBezTo>
                  <a:pt x="9407537" y="8339015"/>
                  <a:pt x="9512578" y="8340212"/>
                  <a:pt x="9609450" y="8346003"/>
                </a:cubicBezTo>
                <a:lnTo>
                  <a:pt x="9611332" y="8442963"/>
                </a:lnTo>
                <a:lnTo>
                  <a:pt x="9819610" y="8441831"/>
                </a:lnTo>
                <a:lnTo>
                  <a:pt x="10032850" y="8448964"/>
                </a:lnTo>
                <a:lnTo>
                  <a:pt x="10055972" y="8448528"/>
                </a:lnTo>
                <a:cubicBezTo>
                  <a:pt x="10218116" y="8447508"/>
                  <a:pt x="10383657" y="8449568"/>
                  <a:pt x="10566242" y="8457789"/>
                </a:cubicBezTo>
                <a:cubicBezTo>
                  <a:pt x="11113989" y="8482456"/>
                  <a:pt x="11671674" y="8460035"/>
                  <a:pt x="12126551" y="8454849"/>
                </a:cubicBezTo>
                <a:lnTo>
                  <a:pt x="12342171" y="8456372"/>
                </a:lnTo>
                <a:lnTo>
                  <a:pt x="12345863" y="8330723"/>
                </a:lnTo>
                <a:cubicBezTo>
                  <a:pt x="12348035" y="8279629"/>
                  <a:pt x="12350682" y="8235117"/>
                  <a:pt x="12353689" y="8200767"/>
                </a:cubicBezTo>
                <a:lnTo>
                  <a:pt x="12355478" y="8167709"/>
                </a:lnTo>
                <a:lnTo>
                  <a:pt x="12353689" y="8091567"/>
                </a:lnTo>
                <a:cubicBezTo>
                  <a:pt x="12351043" y="7939104"/>
                  <a:pt x="12342053" y="7771015"/>
                  <a:pt x="12345458" y="7632118"/>
                </a:cubicBezTo>
                <a:lnTo>
                  <a:pt x="12347792" y="7595965"/>
                </a:lnTo>
                <a:lnTo>
                  <a:pt x="12348297" y="7538259"/>
                </a:lnTo>
                <a:cubicBezTo>
                  <a:pt x="12350707" y="7426428"/>
                  <a:pt x="12354914" y="7305656"/>
                  <a:pt x="12353689" y="7217959"/>
                </a:cubicBezTo>
                <a:lnTo>
                  <a:pt x="12353680" y="7213252"/>
                </a:lnTo>
                <a:lnTo>
                  <a:pt x="12353603" y="7210862"/>
                </a:lnTo>
                <a:cubicBezTo>
                  <a:pt x="12348991" y="7094222"/>
                  <a:pt x="12344408" y="6961747"/>
                  <a:pt x="12353689" y="6822106"/>
                </a:cubicBezTo>
                <a:lnTo>
                  <a:pt x="12355198" y="6770100"/>
                </a:lnTo>
                <a:lnTo>
                  <a:pt x="12355546" y="6691513"/>
                </a:lnTo>
                <a:cubicBezTo>
                  <a:pt x="12355493" y="6632999"/>
                  <a:pt x="12354994" y="6579354"/>
                  <a:pt x="12353689" y="6535453"/>
                </a:cubicBezTo>
                <a:lnTo>
                  <a:pt x="12353716" y="6369358"/>
                </a:lnTo>
                <a:lnTo>
                  <a:pt x="12350318" y="6241150"/>
                </a:lnTo>
                <a:cubicBezTo>
                  <a:pt x="12349533" y="6177270"/>
                  <a:pt x="12350145" y="6112081"/>
                  <a:pt x="12353689" y="6044049"/>
                </a:cubicBezTo>
                <a:lnTo>
                  <a:pt x="12354432" y="6017119"/>
                </a:lnTo>
                <a:lnTo>
                  <a:pt x="12354919" y="5992135"/>
                </a:lnTo>
                <a:lnTo>
                  <a:pt x="12358252" y="5859621"/>
                </a:lnTo>
                <a:lnTo>
                  <a:pt x="12355814" y="5737111"/>
                </a:lnTo>
                <a:cubicBezTo>
                  <a:pt x="12352979" y="5653917"/>
                  <a:pt x="12349434" y="5575210"/>
                  <a:pt x="12353689" y="5457094"/>
                </a:cubicBezTo>
                <a:lnTo>
                  <a:pt x="12356024" y="5319476"/>
                </a:lnTo>
                <a:lnTo>
                  <a:pt x="12353689" y="5265993"/>
                </a:lnTo>
                <a:cubicBezTo>
                  <a:pt x="12341342" y="5147860"/>
                  <a:pt x="12344334" y="5089228"/>
                  <a:pt x="12348918" y="5039963"/>
                </a:cubicBezTo>
                <a:lnTo>
                  <a:pt x="12353161" y="4991076"/>
                </a:lnTo>
                <a:lnTo>
                  <a:pt x="12352633" y="4920867"/>
                </a:lnTo>
                <a:cubicBezTo>
                  <a:pt x="12345931" y="4761876"/>
                  <a:pt x="12328288" y="4547606"/>
                  <a:pt x="12353689" y="4283184"/>
                </a:cubicBezTo>
                <a:lnTo>
                  <a:pt x="12355140" y="4263366"/>
                </a:lnTo>
                <a:lnTo>
                  <a:pt x="12353689" y="4187634"/>
                </a:lnTo>
                <a:cubicBezTo>
                  <a:pt x="12340635" y="3913429"/>
                  <a:pt x="12332949" y="3755703"/>
                  <a:pt x="12353689" y="3600678"/>
                </a:cubicBezTo>
                <a:cubicBezTo>
                  <a:pt x="12381304" y="3279346"/>
                  <a:pt x="12333601" y="3033538"/>
                  <a:pt x="12353689" y="2822622"/>
                </a:cubicBezTo>
                <a:lnTo>
                  <a:pt x="12355598" y="2750785"/>
                </a:lnTo>
                <a:lnTo>
                  <a:pt x="12353689" y="2727071"/>
                </a:lnTo>
                <a:cubicBezTo>
                  <a:pt x="12342662" y="2626027"/>
                  <a:pt x="12345876" y="2559867"/>
                  <a:pt x="12350240" y="2490622"/>
                </a:cubicBezTo>
                <a:lnTo>
                  <a:pt x="12351719" y="2462193"/>
                </a:lnTo>
                <a:lnTo>
                  <a:pt x="12351123" y="2445709"/>
                </a:lnTo>
                <a:cubicBezTo>
                  <a:pt x="12348184" y="2376835"/>
                  <a:pt x="12345459" y="2306952"/>
                  <a:pt x="12345152" y="2239086"/>
                </a:cubicBezTo>
                <a:lnTo>
                  <a:pt x="12351870" y="2086013"/>
                </a:lnTo>
                <a:lnTo>
                  <a:pt x="12351672" y="2069719"/>
                </a:lnTo>
                <a:cubicBezTo>
                  <a:pt x="12352962" y="2015968"/>
                  <a:pt x="12355635" y="1963971"/>
                  <a:pt x="12357953" y="1914298"/>
                </a:cubicBezTo>
                <a:lnTo>
                  <a:pt x="12360089" y="1841457"/>
                </a:lnTo>
                <a:lnTo>
                  <a:pt x="12358845" y="1816776"/>
                </a:lnTo>
                <a:cubicBezTo>
                  <a:pt x="12353831" y="1768664"/>
                  <a:pt x="12347098" y="1730507"/>
                  <a:pt x="12353689" y="1648712"/>
                </a:cubicBezTo>
                <a:cubicBezTo>
                  <a:pt x="12329461" y="1496329"/>
                  <a:pt x="12342099" y="1243680"/>
                  <a:pt x="12353689" y="1061757"/>
                </a:cubicBezTo>
                <a:lnTo>
                  <a:pt x="12355062" y="1023191"/>
                </a:lnTo>
                <a:lnTo>
                  <a:pt x="12346332" y="738940"/>
                </a:lnTo>
                <a:cubicBezTo>
                  <a:pt x="12339542" y="509822"/>
                  <a:pt x="12335204" y="244983"/>
                  <a:pt x="12353689" y="10698"/>
                </a:cubicBezTo>
                <a:cubicBezTo>
                  <a:pt x="12513370" y="-9732"/>
                  <a:pt x="12653965" y="10724"/>
                  <a:pt x="12898821" y="10698"/>
                </a:cubicBezTo>
                <a:cubicBezTo>
                  <a:pt x="13059508" y="10681"/>
                  <a:pt x="13239494" y="325"/>
                  <a:pt x="13382260" y="7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4885755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0.00651 1.5673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" y="7838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3.7037E-6 L -0.00442 1.3965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6983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48148E-6 L -0.00586 1.3965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" y="6983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7.40741E-7 L -0.00442 1.3965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6983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11111E-6 L 0.00013 1.77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875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6.25E-7 1.85185E-6 L -0.00391 1.20972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60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50"/>
                            </p:stCondLst>
                            <p:childTnLst>
                              <p:par>
                                <p:cTn id="18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052 4.81481E-6 L -0.25742 0.00509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04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750"/>
                            </p:stCondLst>
                            <p:childTnLst>
                              <p:par>
                                <p:cTn id="23" presetID="35" presetClass="path" presetSubtype="0" accel="50000" decel="5000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4.79167E-6 -4.07407E-6 L -1.82735 0.00093 " pathEditMode="relative" rAng="0" ptsTypes="AA">
                                      <p:cBhvr>
                                        <p:cTn id="24" dur="5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36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4750"/>
                            </p:stCondLst>
                            <p:childTnLst>
                              <p:par>
                                <p:cTn id="26" presetID="63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95833E-6 -4.44444E-6 L 1.8233 0.01598 " pathEditMode="relative" rAng="0" ptsTypes="AA">
                                      <p:cBhvr>
                                        <p:cTn id="27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159" y="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  <p:bldP spid="21" grpId="0" animBg="1"/>
      <p:bldP spid="36" grpId="0" animBg="1"/>
      <p:bldP spid="22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9F3D27FD-B93E-42E9-8A53-AA3403A3C9CB}"/>
              </a:ext>
            </a:extLst>
          </p:cNvPr>
          <p:cNvSpPr/>
          <p:nvPr/>
        </p:nvSpPr>
        <p:spPr>
          <a:xfrm flipV="1">
            <a:off x="-1447800" y="3521882"/>
            <a:ext cx="53815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A6CF2D00-6933-458D-82FF-1B6203426E63}"/>
              </a:ext>
            </a:extLst>
          </p:cNvPr>
          <p:cNvSpPr/>
          <p:nvPr/>
        </p:nvSpPr>
        <p:spPr>
          <a:xfrm rot="5400000" flipH="1" flipV="1">
            <a:off x="2040882" y="-2689785"/>
            <a:ext cx="3933741" cy="8042812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5393997A-28E0-4337-A7BF-B846FBAC2FC1}"/>
              </a:ext>
            </a:extLst>
          </p:cNvPr>
          <p:cNvGrpSpPr/>
          <p:nvPr/>
        </p:nvGrpSpPr>
        <p:grpSpPr>
          <a:xfrm>
            <a:off x="4149188" y="3577621"/>
            <a:ext cx="3893623" cy="7252005"/>
            <a:chOff x="8060015" y="-57454"/>
            <a:chExt cx="3893623" cy="7252005"/>
          </a:xfrm>
          <a:solidFill>
            <a:schemeClr val="bg2">
              <a:lumMod val="90000"/>
            </a:schemeClr>
          </a:solidFill>
        </p:grpSpPr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B3B9F007-8C22-484D-9507-108ECFC7300E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grpFill/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B04A8F16-0F36-43F3-93A8-0A9DB8142357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grpFill/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43DDD88E-1818-4AF8-9558-DE43B147DCAD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grpFill/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2C1A5F8-C253-4EDD-A957-6707ED5FE758}"/>
              </a:ext>
            </a:extLst>
          </p:cNvPr>
          <p:cNvGrpSpPr/>
          <p:nvPr/>
        </p:nvGrpSpPr>
        <p:grpSpPr>
          <a:xfrm flipV="1">
            <a:off x="8258257" y="-1092200"/>
            <a:ext cx="3893623" cy="8240084"/>
            <a:chOff x="8060015" y="-57454"/>
            <a:chExt cx="3893623" cy="7252005"/>
          </a:xfrm>
          <a:solidFill>
            <a:schemeClr val="bg2">
              <a:lumMod val="90000"/>
            </a:schemeClr>
          </a:solidFill>
        </p:grpSpPr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B6DABC5B-5324-4E78-9194-7E7A780715F4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grpFill/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04AEEB39-749D-44A0-9E24-A215A68559A2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grpFill/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984F1E80-F1AE-4636-BD11-7A5D7B6F6EA5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grpFill/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EA00E003-E5CA-49E4-8ED3-15D97DBADB40}"/>
              </a:ext>
            </a:extLst>
          </p:cNvPr>
          <p:cNvGrpSpPr/>
          <p:nvPr/>
        </p:nvGrpSpPr>
        <p:grpSpPr>
          <a:xfrm>
            <a:off x="8056268" y="4530985"/>
            <a:ext cx="4095612" cy="4291327"/>
            <a:chOff x="-6445428" y="-1028566"/>
            <a:chExt cx="4764000" cy="4991655"/>
          </a:xfrm>
        </p:grpSpPr>
        <p:sp>
          <p:nvSpPr>
            <p:cNvPr id="81" name="Forma libre: forma 80">
              <a:extLst>
                <a:ext uri="{FF2B5EF4-FFF2-40B4-BE49-F238E27FC236}">
                  <a16:creationId xmlns:a16="http://schemas.microsoft.com/office/drawing/2014/main" id="{712CCFD0-3F94-441D-AC3A-692022FEF33C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82" name="Forma libre: forma 81">
              <a:extLst>
                <a:ext uri="{FF2B5EF4-FFF2-40B4-BE49-F238E27FC236}">
                  <a16:creationId xmlns:a16="http://schemas.microsoft.com/office/drawing/2014/main" id="{5D29C41A-AB70-4277-9209-094D896AEAA6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D2E8364D-449E-432F-B5D4-4D8F780F1C50}"/>
              </a:ext>
            </a:extLst>
          </p:cNvPr>
          <p:cNvGrpSpPr/>
          <p:nvPr/>
        </p:nvGrpSpPr>
        <p:grpSpPr>
          <a:xfrm>
            <a:off x="9465755" y="4163351"/>
            <a:ext cx="4095612" cy="4291327"/>
            <a:chOff x="-6445428" y="-1028566"/>
            <a:chExt cx="4764000" cy="4991655"/>
          </a:xfrm>
        </p:grpSpPr>
        <p:sp>
          <p:nvSpPr>
            <p:cNvPr id="84" name="Forma libre: forma 83">
              <a:extLst>
                <a:ext uri="{FF2B5EF4-FFF2-40B4-BE49-F238E27FC236}">
                  <a16:creationId xmlns:a16="http://schemas.microsoft.com/office/drawing/2014/main" id="{204ED825-988A-4DC4-B03E-2B1843FAC5C2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85" name="Forma libre: forma 84">
              <a:extLst>
                <a:ext uri="{FF2B5EF4-FFF2-40B4-BE49-F238E27FC236}">
                  <a16:creationId xmlns:a16="http://schemas.microsoft.com/office/drawing/2014/main" id="{A1EBD4AB-2355-4626-94D3-12681530FA01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4E7AC83C-2544-4D56-BBC0-8FA91068A222}"/>
              </a:ext>
            </a:extLst>
          </p:cNvPr>
          <p:cNvGrpSpPr/>
          <p:nvPr/>
        </p:nvGrpSpPr>
        <p:grpSpPr>
          <a:xfrm>
            <a:off x="10035085" y="3640858"/>
            <a:ext cx="4095612" cy="4291327"/>
            <a:chOff x="-6445428" y="-1028566"/>
            <a:chExt cx="4764000" cy="4991655"/>
          </a:xfrm>
        </p:grpSpPr>
        <p:sp>
          <p:nvSpPr>
            <p:cNvPr id="87" name="Forma libre: forma 86">
              <a:extLst>
                <a:ext uri="{FF2B5EF4-FFF2-40B4-BE49-F238E27FC236}">
                  <a16:creationId xmlns:a16="http://schemas.microsoft.com/office/drawing/2014/main" id="{A03B5825-BA4B-4A34-87A6-9A4A9B880479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88" name="Forma libre: forma 87">
              <a:extLst>
                <a:ext uri="{FF2B5EF4-FFF2-40B4-BE49-F238E27FC236}">
                  <a16:creationId xmlns:a16="http://schemas.microsoft.com/office/drawing/2014/main" id="{1786A0C6-2D97-4F89-9DE6-F3DC6AB57E21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9EB58196-3D2A-418D-B6E5-1D2D6373F251}"/>
              </a:ext>
            </a:extLst>
          </p:cNvPr>
          <p:cNvGrpSpPr/>
          <p:nvPr/>
        </p:nvGrpSpPr>
        <p:grpSpPr>
          <a:xfrm>
            <a:off x="7096393" y="4338570"/>
            <a:ext cx="4095612" cy="4291327"/>
            <a:chOff x="-6445428" y="-1028566"/>
            <a:chExt cx="4764000" cy="4991655"/>
          </a:xfrm>
        </p:grpSpPr>
        <p:sp>
          <p:nvSpPr>
            <p:cNvPr id="90" name="Forma libre: forma 89">
              <a:extLst>
                <a:ext uri="{FF2B5EF4-FFF2-40B4-BE49-F238E27FC236}">
                  <a16:creationId xmlns:a16="http://schemas.microsoft.com/office/drawing/2014/main" id="{852C2CD3-7EBD-4175-B9BC-BD9F7C4DB516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91" name="Forma libre: forma 90">
              <a:extLst>
                <a:ext uri="{FF2B5EF4-FFF2-40B4-BE49-F238E27FC236}">
                  <a16:creationId xmlns:a16="http://schemas.microsoft.com/office/drawing/2014/main" id="{C08D1365-CFD0-4143-80BD-D694B3824087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4E24BBAD-963A-4B54-9355-F60FFF0C6278}"/>
              </a:ext>
            </a:extLst>
          </p:cNvPr>
          <p:cNvGrpSpPr/>
          <p:nvPr/>
        </p:nvGrpSpPr>
        <p:grpSpPr>
          <a:xfrm>
            <a:off x="6277826" y="4828531"/>
            <a:ext cx="4095612" cy="4291327"/>
            <a:chOff x="-6445428" y="-1028566"/>
            <a:chExt cx="4764000" cy="4991655"/>
          </a:xfrm>
        </p:grpSpPr>
        <p:sp>
          <p:nvSpPr>
            <p:cNvPr id="74" name="Forma libre: forma 73">
              <a:extLst>
                <a:ext uri="{FF2B5EF4-FFF2-40B4-BE49-F238E27FC236}">
                  <a16:creationId xmlns:a16="http://schemas.microsoft.com/office/drawing/2014/main" id="{29A9B6F7-4DB2-4B6A-BB42-D86E95E0C662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  <p:sp>
          <p:nvSpPr>
            <p:cNvPr id="73" name="Forma libre: forma 72">
              <a:hlinkClick r:id="" action="ppaction://hlinkshowjump?jump=nextslide"/>
              <a:hlinkHover r:id="rId2" action="ppaction://hlinksldjump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F50B13DF-C134-4BD6-A569-29B554955C56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85153EB9-6230-4890-919A-15D8228F2C2B}"/>
              </a:ext>
            </a:extLst>
          </p:cNvPr>
          <p:cNvGrpSpPr/>
          <p:nvPr/>
        </p:nvGrpSpPr>
        <p:grpSpPr>
          <a:xfrm>
            <a:off x="1938877" y="5189490"/>
            <a:ext cx="4095612" cy="4291327"/>
            <a:chOff x="-6445428" y="-1028566"/>
            <a:chExt cx="4764000" cy="4991655"/>
          </a:xfrm>
        </p:grpSpPr>
        <p:sp>
          <p:nvSpPr>
            <p:cNvPr id="77" name="Forma libre: forma 76">
              <a:extLst>
                <a:ext uri="{FF2B5EF4-FFF2-40B4-BE49-F238E27FC236}">
                  <a16:creationId xmlns:a16="http://schemas.microsoft.com/office/drawing/2014/main" id="{DC6449B6-0FAD-4732-9A42-24883A28E1D2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  <p:sp>
          <p:nvSpPr>
            <p:cNvPr id="78" name="Forma libre: forma 77">
              <a:extLst>
                <a:ext uri="{FF2B5EF4-FFF2-40B4-BE49-F238E27FC236}">
                  <a16:creationId xmlns:a16="http://schemas.microsoft.com/office/drawing/2014/main" id="{FA117302-CE4D-4DFA-A891-5D8910AA3B7C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58361CC8-4346-4709-A982-1170B56F5F00}"/>
              </a:ext>
            </a:extLst>
          </p:cNvPr>
          <p:cNvGrpSpPr/>
          <p:nvPr/>
        </p:nvGrpSpPr>
        <p:grpSpPr>
          <a:xfrm rot="21167719">
            <a:off x="9865199" y="-4732"/>
            <a:ext cx="4095612" cy="4291327"/>
            <a:chOff x="-6445428" y="-1028566"/>
            <a:chExt cx="4764000" cy="4991655"/>
          </a:xfrm>
        </p:grpSpPr>
        <p:sp>
          <p:nvSpPr>
            <p:cNvPr id="95" name="Forma libre: forma 94">
              <a:extLst>
                <a:ext uri="{FF2B5EF4-FFF2-40B4-BE49-F238E27FC236}">
                  <a16:creationId xmlns:a16="http://schemas.microsoft.com/office/drawing/2014/main" id="{16366CC2-A567-4018-BD66-205B348FAAA0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96" name="Forma libre: forma 95">
              <a:extLst>
                <a:ext uri="{FF2B5EF4-FFF2-40B4-BE49-F238E27FC236}">
                  <a16:creationId xmlns:a16="http://schemas.microsoft.com/office/drawing/2014/main" id="{0431B992-8EE0-45CA-89E5-D4CA391ED6EB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8A9FE3F4-AB45-4AEF-B542-10FB954F181F}"/>
              </a:ext>
            </a:extLst>
          </p:cNvPr>
          <p:cNvGrpSpPr/>
          <p:nvPr/>
        </p:nvGrpSpPr>
        <p:grpSpPr>
          <a:xfrm rot="21167719">
            <a:off x="10434529" y="-527225"/>
            <a:ext cx="4095612" cy="4291327"/>
            <a:chOff x="-6445428" y="-1028566"/>
            <a:chExt cx="4764000" cy="4991655"/>
          </a:xfrm>
        </p:grpSpPr>
        <p:sp>
          <p:nvSpPr>
            <p:cNvPr id="99" name="Forma libre: forma 98">
              <a:extLst>
                <a:ext uri="{FF2B5EF4-FFF2-40B4-BE49-F238E27FC236}">
                  <a16:creationId xmlns:a16="http://schemas.microsoft.com/office/drawing/2014/main" id="{D8B5E334-75D3-4FC5-99A5-FF0531D281DA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100" name="Forma libre: forma 99">
              <a:extLst>
                <a:ext uri="{FF2B5EF4-FFF2-40B4-BE49-F238E27FC236}">
                  <a16:creationId xmlns:a16="http://schemas.microsoft.com/office/drawing/2014/main" id="{FA97AF8B-31F3-47E0-8A7D-95982FCC31B7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4C4E9F2B-BA00-4832-A762-2E0874C385D4}"/>
              </a:ext>
            </a:extLst>
          </p:cNvPr>
          <p:cNvGrpSpPr/>
          <p:nvPr/>
        </p:nvGrpSpPr>
        <p:grpSpPr>
          <a:xfrm rot="21167719">
            <a:off x="9232161" y="-1758987"/>
            <a:ext cx="4095612" cy="4291327"/>
            <a:chOff x="-6445428" y="-1028566"/>
            <a:chExt cx="4764000" cy="4991655"/>
          </a:xfrm>
        </p:grpSpPr>
        <p:sp>
          <p:nvSpPr>
            <p:cNvPr id="102" name="Forma libre: forma 101">
              <a:extLst>
                <a:ext uri="{FF2B5EF4-FFF2-40B4-BE49-F238E27FC236}">
                  <a16:creationId xmlns:a16="http://schemas.microsoft.com/office/drawing/2014/main" id="{044DA4A5-29AC-47E3-8D68-03E4FAD3E23D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103" name="Forma libre: forma 102">
              <a:extLst>
                <a:ext uri="{FF2B5EF4-FFF2-40B4-BE49-F238E27FC236}">
                  <a16:creationId xmlns:a16="http://schemas.microsoft.com/office/drawing/2014/main" id="{0A8CCB4A-B3A0-4A5C-A5BD-F86C947898D2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42C025BD-BA54-4B10-A98C-6F7D2B8CB551}"/>
              </a:ext>
            </a:extLst>
          </p:cNvPr>
          <p:cNvGrpSpPr/>
          <p:nvPr/>
        </p:nvGrpSpPr>
        <p:grpSpPr>
          <a:xfrm rot="21167719">
            <a:off x="9801491" y="-2281480"/>
            <a:ext cx="4095612" cy="4291327"/>
            <a:chOff x="-6445428" y="-1028566"/>
            <a:chExt cx="4764000" cy="4991655"/>
          </a:xfrm>
        </p:grpSpPr>
        <p:sp>
          <p:nvSpPr>
            <p:cNvPr id="105" name="Forma libre: forma 104">
              <a:extLst>
                <a:ext uri="{FF2B5EF4-FFF2-40B4-BE49-F238E27FC236}">
                  <a16:creationId xmlns:a16="http://schemas.microsoft.com/office/drawing/2014/main" id="{226DD145-26CD-462B-AD62-C352FF3DFC05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106" name="Forma libre: forma 105">
              <a:extLst>
                <a:ext uri="{FF2B5EF4-FFF2-40B4-BE49-F238E27FC236}">
                  <a16:creationId xmlns:a16="http://schemas.microsoft.com/office/drawing/2014/main" id="{DDCEB51F-B409-405E-9F00-8AD45BF702F9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9B8AC335-1DCC-468F-8393-E700DA262A89}"/>
              </a:ext>
            </a:extLst>
          </p:cNvPr>
          <p:cNvGrpSpPr/>
          <p:nvPr/>
        </p:nvGrpSpPr>
        <p:grpSpPr>
          <a:xfrm rot="21167719">
            <a:off x="7313276" y="-2380970"/>
            <a:ext cx="4095612" cy="4291327"/>
            <a:chOff x="-6445428" y="-1028566"/>
            <a:chExt cx="4764000" cy="4991655"/>
          </a:xfrm>
        </p:grpSpPr>
        <p:sp>
          <p:nvSpPr>
            <p:cNvPr id="108" name="Forma libre: forma 107">
              <a:hlinkHover r:id="rId2" action="ppaction://hlinksldjump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AFEE0056-42F6-45AE-A352-13DC46045BC2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109" name="Forma libre: forma 108">
              <a:extLst>
                <a:ext uri="{FF2B5EF4-FFF2-40B4-BE49-F238E27FC236}">
                  <a16:creationId xmlns:a16="http://schemas.microsoft.com/office/drawing/2014/main" id="{92A22C6E-A4EC-4BF6-ADCC-220C80E597CD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02F33041-1950-4526-A225-49C988E25066}"/>
              </a:ext>
            </a:extLst>
          </p:cNvPr>
          <p:cNvGrpSpPr/>
          <p:nvPr/>
        </p:nvGrpSpPr>
        <p:grpSpPr>
          <a:xfrm rot="21167719">
            <a:off x="7882606" y="-2903463"/>
            <a:ext cx="4095612" cy="4291327"/>
            <a:chOff x="-6445428" y="-1028566"/>
            <a:chExt cx="4764000" cy="4991655"/>
          </a:xfrm>
        </p:grpSpPr>
        <p:sp>
          <p:nvSpPr>
            <p:cNvPr id="111" name="Forma libre: forma 110">
              <a:extLst>
                <a:ext uri="{FF2B5EF4-FFF2-40B4-BE49-F238E27FC236}">
                  <a16:creationId xmlns:a16="http://schemas.microsoft.com/office/drawing/2014/main" id="{6BE04741-6D68-455B-9147-D09BEA9EDDCE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112" name="Forma libre: forma 111">
              <a:extLst>
                <a:ext uri="{FF2B5EF4-FFF2-40B4-BE49-F238E27FC236}">
                  <a16:creationId xmlns:a16="http://schemas.microsoft.com/office/drawing/2014/main" id="{E88B9224-EDCB-45F7-81D3-CC76E466D738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D5B82581-0552-430C-B4E2-E843AEEBC54B}"/>
              </a:ext>
            </a:extLst>
          </p:cNvPr>
          <p:cNvGrpSpPr/>
          <p:nvPr/>
        </p:nvGrpSpPr>
        <p:grpSpPr>
          <a:xfrm rot="21167719">
            <a:off x="9871074" y="2020022"/>
            <a:ext cx="4095612" cy="4291327"/>
            <a:chOff x="-6445428" y="-1028566"/>
            <a:chExt cx="4764000" cy="4991655"/>
          </a:xfrm>
        </p:grpSpPr>
        <p:sp>
          <p:nvSpPr>
            <p:cNvPr id="70" name="Forma libre: forma 69">
              <a:extLst>
                <a:ext uri="{FF2B5EF4-FFF2-40B4-BE49-F238E27FC236}">
                  <a16:creationId xmlns:a16="http://schemas.microsoft.com/office/drawing/2014/main" id="{B105D257-C0F8-417E-93F3-3168D517683A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71" name="Forma libre: forma 70">
              <a:extLst>
                <a:ext uri="{FF2B5EF4-FFF2-40B4-BE49-F238E27FC236}">
                  <a16:creationId xmlns:a16="http://schemas.microsoft.com/office/drawing/2014/main" id="{D1D513EF-4593-4A04-BE13-568DCEFEA5BD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AA86158E-FA5D-4C8B-978E-54B1B28E4D09}"/>
              </a:ext>
            </a:extLst>
          </p:cNvPr>
          <p:cNvGrpSpPr/>
          <p:nvPr/>
        </p:nvGrpSpPr>
        <p:grpSpPr>
          <a:xfrm rot="21167719">
            <a:off x="10440404" y="1497529"/>
            <a:ext cx="4095612" cy="4291327"/>
            <a:chOff x="-6445428" y="-1028566"/>
            <a:chExt cx="4764000" cy="4991655"/>
          </a:xfrm>
        </p:grpSpPr>
        <p:sp>
          <p:nvSpPr>
            <p:cNvPr id="92" name="Forma libre: forma 91">
              <a:extLst>
                <a:ext uri="{FF2B5EF4-FFF2-40B4-BE49-F238E27FC236}">
                  <a16:creationId xmlns:a16="http://schemas.microsoft.com/office/drawing/2014/main" id="{890740C2-5600-4AA9-B962-B2873B75F129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93" name="Forma libre: forma 92">
              <a:extLst>
                <a:ext uri="{FF2B5EF4-FFF2-40B4-BE49-F238E27FC236}">
                  <a16:creationId xmlns:a16="http://schemas.microsoft.com/office/drawing/2014/main" id="{FDA29EED-2DF9-4DDF-A665-262D6437835C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88D094ED-A1D0-4BAA-AD9C-E40C537D92BC}"/>
              </a:ext>
            </a:extLst>
          </p:cNvPr>
          <p:cNvSpPr/>
          <p:nvPr/>
        </p:nvSpPr>
        <p:spPr>
          <a:xfrm>
            <a:off x="8244605" y="-114300"/>
            <a:ext cx="3895850" cy="6983893"/>
          </a:xfrm>
          <a:custGeom>
            <a:avLst/>
            <a:gdLst>
              <a:gd name="connsiteX0" fmla="*/ 0 w 3895850"/>
              <a:gd name="connsiteY0" fmla="*/ 0 h 6983893"/>
              <a:gd name="connsiteX1" fmla="*/ 532433 w 3895850"/>
              <a:gd name="connsiteY1" fmla="*/ 0 h 6983893"/>
              <a:gd name="connsiteX2" fmla="*/ 1064866 w 3895850"/>
              <a:gd name="connsiteY2" fmla="*/ 0 h 6983893"/>
              <a:gd name="connsiteX3" fmla="*/ 1636257 w 3895850"/>
              <a:gd name="connsiteY3" fmla="*/ 0 h 6983893"/>
              <a:gd name="connsiteX4" fmla="*/ 2324524 w 3895850"/>
              <a:gd name="connsiteY4" fmla="*/ 0 h 6983893"/>
              <a:gd name="connsiteX5" fmla="*/ 2934874 w 3895850"/>
              <a:gd name="connsiteY5" fmla="*/ 0 h 6983893"/>
              <a:gd name="connsiteX6" fmla="*/ 3895850 w 3895850"/>
              <a:gd name="connsiteY6" fmla="*/ 0 h 6983893"/>
              <a:gd name="connsiteX7" fmla="*/ 3895850 w 3895850"/>
              <a:gd name="connsiteY7" fmla="*/ 698389 h 6983893"/>
              <a:gd name="connsiteX8" fmla="*/ 3895850 w 3895850"/>
              <a:gd name="connsiteY8" fmla="*/ 1257101 h 6983893"/>
              <a:gd name="connsiteX9" fmla="*/ 3895850 w 3895850"/>
              <a:gd name="connsiteY9" fmla="*/ 1885651 h 6983893"/>
              <a:gd name="connsiteX10" fmla="*/ 3895850 w 3895850"/>
              <a:gd name="connsiteY10" fmla="*/ 2444363 h 6983893"/>
              <a:gd name="connsiteX11" fmla="*/ 3895850 w 3895850"/>
              <a:gd name="connsiteY11" fmla="*/ 3282430 h 6983893"/>
              <a:gd name="connsiteX12" fmla="*/ 3895850 w 3895850"/>
              <a:gd name="connsiteY12" fmla="*/ 4050658 h 6983893"/>
              <a:gd name="connsiteX13" fmla="*/ 3895850 w 3895850"/>
              <a:gd name="connsiteY13" fmla="*/ 4539530 h 6983893"/>
              <a:gd name="connsiteX14" fmla="*/ 3895850 w 3895850"/>
              <a:gd name="connsiteY14" fmla="*/ 5377598 h 6983893"/>
              <a:gd name="connsiteX15" fmla="*/ 3895850 w 3895850"/>
              <a:gd name="connsiteY15" fmla="*/ 6145826 h 6983893"/>
              <a:gd name="connsiteX16" fmla="*/ 3895850 w 3895850"/>
              <a:gd name="connsiteY16" fmla="*/ 6983893 h 6983893"/>
              <a:gd name="connsiteX17" fmla="*/ 3207583 w 3895850"/>
              <a:gd name="connsiteY17" fmla="*/ 6983893 h 6983893"/>
              <a:gd name="connsiteX18" fmla="*/ 2519316 w 3895850"/>
              <a:gd name="connsiteY18" fmla="*/ 6983893 h 6983893"/>
              <a:gd name="connsiteX19" fmla="*/ 1986884 w 3895850"/>
              <a:gd name="connsiteY19" fmla="*/ 6983893 h 6983893"/>
              <a:gd name="connsiteX20" fmla="*/ 1454451 w 3895850"/>
              <a:gd name="connsiteY20" fmla="*/ 6983893 h 6983893"/>
              <a:gd name="connsiteX21" fmla="*/ 844101 w 3895850"/>
              <a:gd name="connsiteY21" fmla="*/ 6983893 h 6983893"/>
              <a:gd name="connsiteX22" fmla="*/ 0 w 3895850"/>
              <a:gd name="connsiteY22" fmla="*/ 6983893 h 6983893"/>
              <a:gd name="connsiteX23" fmla="*/ 0 w 3895850"/>
              <a:gd name="connsiteY23" fmla="*/ 6355343 h 6983893"/>
              <a:gd name="connsiteX24" fmla="*/ 0 w 3895850"/>
              <a:gd name="connsiteY24" fmla="*/ 5866470 h 6983893"/>
              <a:gd name="connsiteX25" fmla="*/ 0 w 3895850"/>
              <a:gd name="connsiteY25" fmla="*/ 5098242 h 6983893"/>
              <a:gd name="connsiteX26" fmla="*/ 0 w 3895850"/>
              <a:gd name="connsiteY26" fmla="*/ 4539530 h 6983893"/>
              <a:gd name="connsiteX27" fmla="*/ 0 w 3895850"/>
              <a:gd name="connsiteY27" fmla="*/ 3771302 h 6983893"/>
              <a:gd name="connsiteX28" fmla="*/ 0 w 3895850"/>
              <a:gd name="connsiteY28" fmla="*/ 3142752 h 6983893"/>
              <a:gd name="connsiteX29" fmla="*/ 0 w 3895850"/>
              <a:gd name="connsiteY29" fmla="*/ 2374524 h 6983893"/>
              <a:gd name="connsiteX30" fmla="*/ 0 w 3895850"/>
              <a:gd name="connsiteY30" fmla="*/ 1536456 h 6983893"/>
              <a:gd name="connsiteX31" fmla="*/ 0 w 3895850"/>
              <a:gd name="connsiteY31" fmla="*/ 768228 h 6983893"/>
              <a:gd name="connsiteX32" fmla="*/ 0 w 3895850"/>
              <a:gd name="connsiteY32" fmla="*/ 0 h 698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95850" h="6983893" fill="none" extrusionOk="0">
                <a:moveTo>
                  <a:pt x="0" y="0"/>
                </a:moveTo>
                <a:cubicBezTo>
                  <a:pt x="161894" y="-5811"/>
                  <a:pt x="407125" y="-10890"/>
                  <a:pt x="532433" y="0"/>
                </a:cubicBezTo>
                <a:cubicBezTo>
                  <a:pt x="657741" y="10890"/>
                  <a:pt x="929238" y="-5575"/>
                  <a:pt x="1064866" y="0"/>
                </a:cubicBezTo>
                <a:cubicBezTo>
                  <a:pt x="1200494" y="5575"/>
                  <a:pt x="1399997" y="-11916"/>
                  <a:pt x="1636257" y="0"/>
                </a:cubicBezTo>
                <a:cubicBezTo>
                  <a:pt x="1872517" y="11916"/>
                  <a:pt x="2090851" y="2398"/>
                  <a:pt x="2324524" y="0"/>
                </a:cubicBezTo>
                <a:cubicBezTo>
                  <a:pt x="2558197" y="-2398"/>
                  <a:pt x="2725801" y="623"/>
                  <a:pt x="2934874" y="0"/>
                </a:cubicBezTo>
                <a:cubicBezTo>
                  <a:pt x="3143947" y="-623"/>
                  <a:pt x="3598960" y="11419"/>
                  <a:pt x="3895850" y="0"/>
                </a:cubicBezTo>
                <a:cubicBezTo>
                  <a:pt x="3915518" y="207334"/>
                  <a:pt x="3906026" y="490458"/>
                  <a:pt x="3895850" y="698389"/>
                </a:cubicBezTo>
                <a:cubicBezTo>
                  <a:pt x="3885674" y="906320"/>
                  <a:pt x="3883803" y="997641"/>
                  <a:pt x="3895850" y="1257101"/>
                </a:cubicBezTo>
                <a:cubicBezTo>
                  <a:pt x="3907897" y="1516561"/>
                  <a:pt x="3906229" y="1663065"/>
                  <a:pt x="3895850" y="1885651"/>
                </a:cubicBezTo>
                <a:cubicBezTo>
                  <a:pt x="3885472" y="2108237"/>
                  <a:pt x="3881547" y="2219672"/>
                  <a:pt x="3895850" y="2444363"/>
                </a:cubicBezTo>
                <a:cubicBezTo>
                  <a:pt x="3910153" y="2669054"/>
                  <a:pt x="3917046" y="3038224"/>
                  <a:pt x="3895850" y="3282430"/>
                </a:cubicBezTo>
                <a:cubicBezTo>
                  <a:pt x="3874654" y="3526636"/>
                  <a:pt x="3892923" y="3838989"/>
                  <a:pt x="3895850" y="4050658"/>
                </a:cubicBezTo>
                <a:cubicBezTo>
                  <a:pt x="3898777" y="4262327"/>
                  <a:pt x="3887738" y="4440941"/>
                  <a:pt x="3895850" y="4539530"/>
                </a:cubicBezTo>
                <a:cubicBezTo>
                  <a:pt x="3903962" y="4638119"/>
                  <a:pt x="3912673" y="5087116"/>
                  <a:pt x="3895850" y="5377598"/>
                </a:cubicBezTo>
                <a:cubicBezTo>
                  <a:pt x="3879027" y="5668080"/>
                  <a:pt x="3861936" y="5843575"/>
                  <a:pt x="3895850" y="6145826"/>
                </a:cubicBezTo>
                <a:cubicBezTo>
                  <a:pt x="3929764" y="6448077"/>
                  <a:pt x="3894975" y="6661895"/>
                  <a:pt x="3895850" y="6983893"/>
                </a:cubicBezTo>
                <a:cubicBezTo>
                  <a:pt x="3574568" y="6966628"/>
                  <a:pt x="3483113" y="6961577"/>
                  <a:pt x="3207583" y="6983893"/>
                </a:cubicBezTo>
                <a:cubicBezTo>
                  <a:pt x="2932053" y="7006209"/>
                  <a:pt x="2740621" y="6974199"/>
                  <a:pt x="2519316" y="6983893"/>
                </a:cubicBezTo>
                <a:cubicBezTo>
                  <a:pt x="2298011" y="6993587"/>
                  <a:pt x="2117772" y="6966926"/>
                  <a:pt x="1986884" y="6983893"/>
                </a:cubicBezTo>
                <a:cubicBezTo>
                  <a:pt x="1855996" y="7000860"/>
                  <a:pt x="1711029" y="6989091"/>
                  <a:pt x="1454451" y="6983893"/>
                </a:cubicBezTo>
                <a:cubicBezTo>
                  <a:pt x="1197873" y="6978695"/>
                  <a:pt x="994288" y="6956450"/>
                  <a:pt x="844101" y="6983893"/>
                </a:cubicBezTo>
                <a:cubicBezTo>
                  <a:pt x="693914" y="7011337"/>
                  <a:pt x="370614" y="7021238"/>
                  <a:pt x="0" y="6983893"/>
                </a:cubicBezTo>
                <a:cubicBezTo>
                  <a:pt x="26151" y="6679137"/>
                  <a:pt x="26116" y="6482915"/>
                  <a:pt x="0" y="6355343"/>
                </a:cubicBezTo>
                <a:cubicBezTo>
                  <a:pt x="-26116" y="6227771"/>
                  <a:pt x="-13004" y="6061343"/>
                  <a:pt x="0" y="5866470"/>
                </a:cubicBezTo>
                <a:cubicBezTo>
                  <a:pt x="13004" y="5671597"/>
                  <a:pt x="-7383" y="5449439"/>
                  <a:pt x="0" y="5098242"/>
                </a:cubicBezTo>
                <a:cubicBezTo>
                  <a:pt x="7383" y="4747045"/>
                  <a:pt x="-5405" y="4755528"/>
                  <a:pt x="0" y="4539530"/>
                </a:cubicBezTo>
                <a:cubicBezTo>
                  <a:pt x="5405" y="4323532"/>
                  <a:pt x="-11414" y="4018714"/>
                  <a:pt x="0" y="3771302"/>
                </a:cubicBezTo>
                <a:cubicBezTo>
                  <a:pt x="11414" y="3523890"/>
                  <a:pt x="8737" y="3311924"/>
                  <a:pt x="0" y="3142752"/>
                </a:cubicBezTo>
                <a:cubicBezTo>
                  <a:pt x="-8737" y="2973580"/>
                  <a:pt x="18375" y="2726953"/>
                  <a:pt x="0" y="2374524"/>
                </a:cubicBezTo>
                <a:cubicBezTo>
                  <a:pt x="-18375" y="2022095"/>
                  <a:pt x="-4531" y="1843562"/>
                  <a:pt x="0" y="1536456"/>
                </a:cubicBezTo>
                <a:cubicBezTo>
                  <a:pt x="4531" y="1229350"/>
                  <a:pt x="19333" y="1076468"/>
                  <a:pt x="0" y="768228"/>
                </a:cubicBezTo>
                <a:cubicBezTo>
                  <a:pt x="-19333" y="459988"/>
                  <a:pt x="-6" y="204179"/>
                  <a:pt x="0" y="0"/>
                </a:cubicBezTo>
                <a:close/>
              </a:path>
              <a:path w="3895850" h="6983893" stroke="0" extrusionOk="0">
                <a:moveTo>
                  <a:pt x="0" y="0"/>
                </a:moveTo>
                <a:cubicBezTo>
                  <a:pt x="299744" y="20618"/>
                  <a:pt x="508487" y="32105"/>
                  <a:pt x="649308" y="0"/>
                </a:cubicBezTo>
                <a:cubicBezTo>
                  <a:pt x="790129" y="-32105"/>
                  <a:pt x="1029676" y="18097"/>
                  <a:pt x="1220700" y="0"/>
                </a:cubicBezTo>
                <a:cubicBezTo>
                  <a:pt x="1411724" y="-18097"/>
                  <a:pt x="1535865" y="22201"/>
                  <a:pt x="1753133" y="0"/>
                </a:cubicBezTo>
                <a:cubicBezTo>
                  <a:pt x="1970401" y="-22201"/>
                  <a:pt x="2157302" y="-14992"/>
                  <a:pt x="2402441" y="0"/>
                </a:cubicBezTo>
                <a:cubicBezTo>
                  <a:pt x="2647580" y="14992"/>
                  <a:pt x="2850988" y="7029"/>
                  <a:pt x="3090708" y="0"/>
                </a:cubicBezTo>
                <a:cubicBezTo>
                  <a:pt x="3330428" y="-7029"/>
                  <a:pt x="3594014" y="5024"/>
                  <a:pt x="3895850" y="0"/>
                </a:cubicBezTo>
                <a:cubicBezTo>
                  <a:pt x="3880503" y="146946"/>
                  <a:pt x="3872679" y="371395"/>
                  <a:pt x="3895850" y="488873"/>
                </a:cubicBezTo>
                <a:cubicBezTo>
                  <a:pt x="3919021" y="606351"/>
                  <a:pt x="3930745" y="1088562"/>
                  <a:pt x="3895850" y="1257101"/>
                </a:cubicBezTo>
                <a:cubicBezTo>
                  <a:pt x="3860955" y="1425640"/>
                  <a:pt x="3884595" y="1791488"/>
                  <a:pt x="3895850" y="2025329"/>
                </a:cubicBezTo>
                <a:cubicBezTo>
                  <a:pt x="3907105" y="2259170"/>
                  <a:pt x="3933671" y="2658206"/>
                  <a:pt x="3895850" y="2863396"/>
                </a:cubicBezTo>
                <a:cubicBezTo>
                  <a:pt x="3858029" y="3068586"/>
                  <a:pt x="3877280" y="3152537"/>
                  <a:pt x="3895850" y="3352269"/>
                </a:cubicBezTo>
                <a:cubicBezTo>
                  <a:pt x="3914420" y="3552001"/>
                  <a:pt x="3903052" y="3875247"/>
                  <a:pt x="3895850" y="4050658"/>
                </a:cubicBezTo>
                <a:cubicBezTo>
                  <a:pt x="3888648" y="4226069"/>
                  <a:pt x="3864319" y="4509764"/>
                  <a:pt x="3895850" y="4888725"/>
                </a:cubicBezTo>
                <a:cubicBezTo>
                  <a:pt x="3927381" y="5267686"/>
                  <a:pt x="3873465" y="5313943"/>
                  <a:pt x="3895850" y="5726792"/>
                </a:cubicBezTo>
                <a:cubicBezTo>
                  <a:pt x="3918235" y="6139641"/>
                  <a:pt x="3924281" y="6094048"/>
                  <a:pt x="3895850" y="6355343"/>
                </a:cubicBezTo>
                <a:cubicBezTo>
                  <a:pt x="3867419" y="6616638"/>
                  <a:pt x="3904533" y="6674393"/>
                  <a:pt x="3895850" y="6983893"/>
                </a:cubicBezTo>
                <a:cubicBezTo>
                  <a:pt x="3704365" y="6959443"/>
                  <a:pt x="3567988" y="6964593"/>
                  <a:pt x="3285500" y="6983893"/>
                </a:cubicBezTo>
                <a:cubicBezTo>
                  <a:pt x="3003012" y="7003194"/>
                  <a:pt x="2782557" y="7010393"/>
                  <a:pt x="2597233" y="6983893"/>
                </a:cubicBezTo>
                <a:cubicBezTo>
                  <a:pt x="2411909" y="6957393"/>
                  <a:pt x="2116261" y="6974897"/>
                  <a:pt x="1986884" y="6983893"/>
                </a:cubicBezTo>
                <a:cubicBezTo>
                  <a:pt x="1857507" y="6992889"/>
                  <a:pt x="1607236" y="7014237"/>
                  <a:pt x="1376534" y="6983893"/>
                </a:cubicBezTo>
                <a:cubicBezTo>
                  <a:pt x="1145832" y="6953550"/>
                  <a:pt x="869543" y="6954480"/>
                  <a:pt x="688267" y="6983893"/>
                </a:cubicBezTo>
                <a:cubicBezTo>
                  <a:pt x="506991" y="7013306"/>
                  <a:pt x="315035" y="6966620"/>
                  <a:pt x="0" y="6983893"/>
                </a:cubicBezTo>
                <a:cubicBezTo>
                  <a:pt x="6413" y="6787431"/>
                  <a:pt x="2396" y="6513315"/>
                  <a:pt x="0" y="6145826"/>
                </a:cubicBezTo>
                <a:cubicBezTo>
                  <a:pt x="-2396" y="5778337"/>
                  <a:pt x="17861" y="5760385"/>
                  <a:pt x="0" y="5447437"/>
                </a:cubicBezTo>
                <a:cubicBezTo>
                  <a:pt x="-17861" y="5134489"/>
                  <a:pt x="-3441" y="5046935"/>
                  <a:pt x="0" y="4888725"/>
                </a:cubicBezTo>
                <a:cubicBezTo>
                  <a:pt x="3441" y="4730515"/>
                  <a:pt x="-34124" y="4432794"/>
                  <a:pt x="0" y="4190336"/>
                </a:cubicBezTo>
                <a:cubicBezTo>
                  <a:pt x="34124" y="3947878"/>
                  <a:pt x="22851" y="3660417"/>
                  <a:pt x="0" y="3352269"/>
                </a:cubicBezTo>
                <a:cubicBezTo>
                  <a:pt x="-22851" y="3044121"/>
                  <a:pt x="-10162" y="2871071"/>
                  <a:pt x="0" y="2584040"/>
                </a:cubicBezTo>
                <a:cubicBezTo>
                  <a:pt x="10162" y="2297009"/>
                  <a:pt x="29560" y="2147254"/>
                  <a:pt x="0" y="1885651"/>
                </a:cubicBezTo>
                <a:cubicBezTo>
                  <a:pt x="-29560" y="1624048"/>
                  <a:pt x="-15403" y="1505278"/>
                  <a:pt x="0" y="1326940"/>
                </a:cubicBezTo>
                <a:cubicBezTo>
                  <a:pt x="15403" y="1148602"/>
                  <a:pt x="-22202" y="987199"/>
                  <a:pt x="0" y="698389"/>
                </a:cubicBezTo>
                <a:cubicBezTo>
                  <a:pt x="22202" y="409579"/>
                  <a:pt x="-12179" y="294265"/>
                  <a:pt x="0" y="0"/>
                </a:cubicBezTo>
                <a:close/>
              </a:path>
            </a:pathLst>
          </a:custGeom>
          <a:solidFill>
            <a:schemeClr val="bg2">
              <a:lumMod val="50000"/>
              <a:alpha val="59000"/>
            </a:schemeClr>
          </a:solidFill>
          <a:ln w="76200">
            <a:solidFill>
              <a:schemeClr val="bg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4505867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ED0FB566-5F3C-4DEB-97FF-7E8DC28B9A42}"/>
              </a:ext>
            </a:extLst>
          </p:cNvPr>
          <p:cNvGrpSpPr/>
          <p:nvPr/>
        </p:nvGrpSpPr>
        <p:grpSpPr>
          <a:xfrm>
            <a:off x="508717" y="568861"/>
            <a:ext cx="945228" cy="2914053"/>
            <a:chOff x="-5134249" y="471638"/>
            <a:chExt cx="945228" cy="2914053"/>
          </a:xfrm>
        </p:grpSpPr>
        <p:cxnSp>
          <p:nvCxnSpPr>
            <p:cNvPr id="52" name="Conector recto 51">
              <a:hlinkHover r:id="rId2" action="ppaction://hlinksldjump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D9340812-3E20-42FF-9049-568FAAE4D257}"/>
                </a:ext>
              </a:extLst>
            </p:cNvPr>
            <p:cNvCxnSpPr>
              <a:cxnSpLocks/>
            </p:cNvCxnSpPr>
            <p:nvPr/>
          </p:nvCxnSpPr>
          <p:spPr>
            <a:xfrm>
              <a:off x="-4666451" y="471638"/>
              <a:ext cx="9632" cy="2376575"/>
            </a:xfrm>
            <a:prstGeom prst="line">
              <a:avLst/>
            </a:prstGeom>
            <a:ln w="762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ED625F5D-42EF-4C45-A7DC-0F8764C981C8}"/>
                </a:ext>
              </a:extLst>
            </p:cNvPr>
            <p:cNvGrpSpPr/>
            <p:nvPr/>
          </p:nvGrpSpPr>
          <p:grpSpPr>
            <a:xfrm>
              <a:off x="-5134249" y="2335305"/>
              <a:ext cx="945228" cy="1050386"/>
              <a:chOff x="-5116749" y="-778213"/>
              <a:chExt cx="2726098" cy="3113518"/>
            </a:xfrm>
          </p:grpSpPr>
          <p:sp>
            <p:nvSpPr>
              <p:cNvPr id="54" name="Cerrar llave 53">
                <a:hlinkHover r:id="rId2" action="ppaction://hlinksldjump" highlightClick="1">
                  <a:snd r:embed="rId3" name="explode.wav"/>
                </a:hlinkHover>
                <a:extLst>
                  <a:ext uri="{FF2B5EF4-FFF2-40B4-BE49-F238E27FC236}">
                    <a16:creationId xmlns:a16="http://schemas.microsoft.com/office/drawing/2014/main" id="{18B4BA9E-3BA4-4E9B-ADB4-4C43C73C6F4D}"/>
                  </a:ext>
                </a:extLst>
              </p:cNvPr>
              <p:cNvSpPr/>
              <p:nvPr/>
            </p:nvSpPr>
            <p:spPr>
              <a:xfrm>
                <a:off x="-5116749" y="-778213"/>
                <a:ext cx="1376940" cy="3113518"/>
              </a:xfrm>
              <a:custGeom>
                <a:avLst/>
                <a:gdLst>
                  <a:gd name="connsiteX0" fmla="*/ 0 w 1376940"/>
                  <a:gd name="connsiteY0" fmla="*/ 0 h 3113518"/>
                  <a:gd name="connsiteX1" fmla="*/ 688470 w 1376940"/>
                  <a:gd name="connsiteY1" fmla="*/ 114740 h 3113518"/>
                  <a:gd name="connsiteX2" fmla="*/ 688470 w 1376940"/>
                  <a:gd name="connsiteY2" fmla="*/ 804925 h 3113518"/>
                  <a:gd name="connsiteX3" fmla="*/ 688470 w 1376940"/>
                  <a:gd name="connsiteY3" fmla="*/ 1442019 h 3113518"/>
                  <a:gd name="connsiteX4" fmla="*/ 1376940 w 1376940"/>
                  <a:gd name="connsiteY4" fmla="*/ 1556759 h 3113518"/>
                  <a:gd name="connsiteX5" fmla="*/ 688470 w 1376940"/>
                  <a:gd name="connsiteY5" fmla="*/ 1671499 h 3113518"/>
                  <a:gd name="connsiteX6" fmla="*/ 688470 w 1376940"/>
                  <a:gd name="connsiteY6" fmla="*/ 2308593 h 3113518"/>
                  <a:gd name="connsiteX7" fmla="*/ 688470 w 1376940"/>
                  <a:gd name="connsiteY7" fmla="*/ 2998778 h 3113518"/>
                  <a:gd name="connsiteX8" fmla="*/ 0 w 1376940"/>
                  <a:gd name="connsiteY8" fmla="*/ 3113518 h 3113518"/>
                  <a:gd name="connsiteX9" fmla="*/ 0 w 1376940"/>
                  <a:gd name="connsiteY9" fmla="*/ 2428544 h 3113518"/>
                  <a:gd name="connsiteX10" fmla="*/ 0 w 1376940"/>
                  <a:gd name="connsiteY10" fmla="*/ 1774705 h 3113518"/>
                  <a:gd name="connsiteX11" fmla="*/ 0 w 1376940"/>
                  <a:gd name="connsiteY11" fmla="*/ 1183137 h 3113518"/>
                  <a:gd name="connsiteX12" fmla="*/ 0 w 1376940"/>
                  <a:gd name="connsiteY12" fmla="*/ 560433 h 3113518"/>
                  <a:gd name="connsiteX13" fmla="*/ 0 w 1376940"/>
                  <a:gd name="connsiteY13" fmla="*/ 0 h 3113518"/>
                  <a:gd name="connsiteX0" fmla="*/ 0 w 1376940"/>
                  <a:gd name="connsiteY0" fmla="*/ 0 h 3113518"/>
                  <a:gd name="connsiteX1" fmla="*/ 688470 w 1376940"/>
                  <a:gd name="connsiteY1" fmla="*/ 114740 h 3113518"/>
                  <a:gd name="connsiteX2" fmla="*/ 688470 w 1376940"/>
                  <a:gd name="connsiteY2" fmla="*/ 751834 h 3113518"/>
                  <a:gd name="connsiteX3" fmla="*/ 688470 w 1376940"/>
                  <a:gd name="connsiteY3" fmla="*/ 1442019 h 3113518"/>
                  <a:gd name="connsiteX4" fmla="*/ 1376940 w 1376940"/>
                  <a:gd name="connsiteY4" fmla="*/ 1556759 h 3113518"/>
                  <a:gd name="connsiteX5" fmla="*/ 688470 w 1376940"/>
                  <a:gd name="connsiteY5" fmla="*/ 1671499 h 3113518"/>
                  <a:gd name="connsiteX6" fmla="*/ 688470 w 1376940"/>
                  <a:gd name="connsiteY6" fmla="*/ 2361684 h 3113518"/>
                  <a:gd name="connsiteX7" fmla="*/ 688470 w 1376940"/>
                  <a:gd name="connsiteY7" fmla="*/ 2998778 h 3113518"/>
                  <a:gd name="connsiteX8" fmla="*/ 0 w 1376940"/>
                  <a:gd name="connsiteY8" fmla="*/ 3113518 h 3113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6940" h="3113518" stroke="0" extrusionOk="0">
                    <a:moveTo>
                      <a:pt x="0" y="0"/>
                    </a:moveTo>
                    <a:cubicBezTo>
                      <a:pt x="383862" y="8140"/>
                      <a:pt x="696111" y="40788"/>
                      <a:pt x="688470" y="114740"/>
                    </a:cubicBezTo>
                    <a:cubicBezTo>
                      <a:pt x="716800" y="302300"/>
                      <a:pt x="689965" y="533471"/>
                      <a:pt x="688470" y="804925"/>
                    </a:cubicBezTo>
                    <a:cubicBezTo>
                      <a:pt x="686975" y="1076379"/>
                      <a:pt x="682277" y="1184646"/>
                      <a:pt x="688470" y="1442019"/>
                    </a:cubicBezTo>
                    <a:cubicBezTo>
                      <a:pt x="676510" y="1555418"/>
                      <a:pt x="1006286" y="1540396"/>
                      <a:pt x="1376940" y="1556759"/>
                    </a:cubicBezTo>
                    <a:cubicBezTo>
                      <a:pt x="996871" y="1552663"/>
                      <a:pt x="685627" y="1597404"/>
                      <a:pt x="688470" y="1671499"/>
                    </a:cubicBezTo>
                    <a:cubicBezTo>
                      <a:pt x="705317" y="1886836"/>
                      <a:pt x="702680" y="2133265"/>
                      <a:pt x="688470" y="2308593"/>
                    </a:cubicBezTo>
                    <a:cubicBezTo>
                      <a:pt x="674260" y="2483921"/>
                      <a:pt x="680103" y="2785431"/>
                      <a:pt x="688470" y="2998778"/>
                    </a:cubicBezTo>
                    <a:cubicBezTo>
                      <a:pt x="679560" y="3004404"/>
                      <a:pt x="372500" y="3119846"/>
                      <a:pt x="0" y="3113518"/>
                    </a:cubicBezTo>
                    <a:cubicBezTo>
                      <a:pt x="-7805" y="2881280"/>
                      <a:pt x="-7604" y="2624374"/>
                      <a:pt x="0" y="2428544"/>
                    </a:cubicBezTo>
                    <a:cubicBezTo>
                      <a:pt x="7604" y="2232714"/>
                      <a:pt x="29787" y="1991217"/>
                      <a:pt x="0" y="1774705"/>
                    </a:cubicBezTo>
                    <a:cubicBezTo>
                      <a:pt x="-29787" y="1558193"/>
                      <a:pt x="-19202" y="1388881"/>
                      <a:pt x="0" y="1183137"/>
                    </a:cubicBezTo>
                    <a:cubicBezTo>
                      <a:pt x="19202" y="977393"/>
                      <a:pt x="-4813" y="688933"/>
                      <a:pt x="0" y="560433"/>
                    </a:cubicBezTo>
                    <a:cubicBezTo>
                      <a:pt x="4813" y="431933"/>
                      <a:pt x="25680" y="276944"/>
                      <a:pt x="0" y="0"/>
                    </a:cubicBezTo>
                    <a:close/>
                  </a:path>
                  <a:path w="1376940" h="3113518" fill="none" extrusionOk="0">
                    <a:moveTo>
                      <a:pt x="0" y="0"/>
                    </a:moveTo>
                    <a:cubicBezTo>
                      <a:pt x="381435" y="3402"/>
                      <a:pt x="677089" y="43704"/>
                      <a:pt x="688470" y="114740"/>
                    </a:cubicBezTo>
                    <a:cubicBezTo>
                      <a:pt x="702110" y="324462"/>
                      <a:pt x="659113" y="541373"/>
                      <a:pt x="688470" y="751834"/>
                    </a:cubicBezTo>
                    <a:cubicBezTo>
                      <a:pt x="717827" y="962295"/>
                      <a:pt x="706187" y="1173925"/>
                      <a:pt x="688470" y="1442019"/>
                    </a:cubicBezTo>
                    <a:cubicBezTo>
                      <a:pt x="628273" y="1463759"/>
                      <a:pt x="963968" y="1546604"/>
                      <a:pt x="1376940" y="1556759"/>
                    </a:cubicBezTo>
                    <a:cubicBezTo>
                      <a:pt x="996729" y="1559435"/>
                      <a:pt x="686998" y="1611478"/>
                      <a:pt x="688470" y="1671499"/>
                    </a:cubicBezTo>
                    <a:cubicBezTo>
                      <a:pt x="662855" y="1827099"/>
                      <a:pt x="683187" y="2021752"/>
                      <a:pt x="688470" y="2361684"/>
                    </a:cubicBezTo>
                    <a:cubicBezTo>
                      <a:pt x="693753" y="2701617"/>
                      <a:pt x="717196" y="2723308"/>
                      <a:pt x="688470" y="2998778"/>
                    </a:cubicBezTo>
                    <a:cubicBezTo>
                      <a:pt x="693140" y="3108543"/>
                      <a:pt x="428826" y="3102359"/>
                      <a:pt x="0" y="3113518"/>
                    </a:cubicBezTo>
                  </a:path>
                  <a:path w="1376940" h="3113518" fill="none" stroke="0" extrusionOk="0">
                    <a:moveTo>
                      <a:pt x="0" y="0"/>
                    </a:moveTo>
                    <a:cubicBezTo>
                      <a:pt x="368535" y="1122"/>
                      <a:pt x="690626" y="55998"/>
                      <a:pt x="688470" y="114740"/>
                    </a:cubicBezTo>
                    <a:cubicBezTo>
                      <a:pt x="668880" y="356545"/>
                      <a:pt x="708812" y="580347"/>
                      <a:pt x="688470" y="738561"/>
                    </a:cubicBezTo>
                    <a:cubicBezTo>
                      <a:pt x="668128" y="896775"/>
                      <a:pt x="698973" y="1221453"/>
                      <a:pt x="688470" y="1442019"/>
                    </a:cubicBezTo>
                    <a:cubicBezTo>
                      <a:pt x="710092" y="1480689"/>
                      <a:pt x="1033325" y="1563547"/>
                      <a:pt x="1376940" y="1556759"/>
                    </a:cubicBezTo>
                    <a:cubicBezTo>
                      <a:pt x="1002011" y="1558632"/>
                      <a:pt x="682862" y="1601162"/>
                      <a:pt x="688470" y="1671499"/>
                    </a:cubicBezTo>
                    <a:cubicBezTo>
                      <a:pt x="671646" y="1882176"/>
                      <a:pt x="657227" y="2107023"/>
                      <a:pt x="688470" y="2361684"/>
                    </a:cubicBezTo>
                    <a:cubicBezTo>
                      <a:pt x="719713" y="2616346"/>
                      <a:pt x="661518" y="2827259"/>
                      <a:pt x="688470" y="2998778"/>
                    </a:cubicBezTo>
                    <a:cubicBezTo>
                      <a:pt x="732645" y="3050700"/>
                      <a:pt x="313387" y="3097828"/>
                      <a:pt x="0" y="3113518"/>
                    </a:cubicBezTo>
                  </a:path>
                </a:pathLst>
              </a:custGeom>
              <a:ln w="76200">
                <a:solidFill>
                  <a:srgbClr val="595959"/>
                </a:solidFill>
                <a:extLst>
                  <a:ext uri="{C807C97D-BFC1-408E-A445-0C87EB9F89A2}">
                    <ask:lineSketchStyleProps xmlns:ask="http://schemas.microsoft.com/office/drawing/2018/sketchyshapes" sd="405338740">
                      <a:prstGeom prst="rightBrace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US"/>
              </a:p>
            </p:txBody>
          </p:sp>
          <p:sp>
            <p:nvSpPr>
              <p:cNvPr id="55" name="Cerrar llave 54">
                <a:hlinkClick r:id="" action="ppaction://hlinkshowjump?jump=nextslide"/>
                <a:hlinkHover r:id="rId2" action="ppaction://hlinksldjump">
                  <a:snd r:embed="rId3" name="explode.wav"/>
                </a:hlinkHover>
                <a:extLst>
                  <a:ext uri="{FF2B5EF4-FFF2-40B4-BE49-F238E27FC236}">
                    <a16:creationId xmlns:a16="http://schemas.microsoft.com/office/drawing/2014/main" id="{F3BDC05B-E1E1-49DA-94D8-5D46E28D2F98}"/>
                  </a:ext>
                </a:extLst>
              </p:cNvPr>
              <p:cNvSpPr/>
              <p:nvPr/>
            </p:nvSpPr>
            <p:spPr>
              <a:xfrm flipH="1">
                <a:off x="-3767591" y="-778213"/>
                <a:ext cx="1376940" cy="3113518"/>
              </a:xfrm>
              <a:custGeom>
                <a:avLst/>
                <a:gdLst>
                  <a:gd name="connsiteX0" fmla="*/ 0 w 1376940"/>
                  <a:gd name="connsiteY0" fmla="*/ 0 h 3113518"/>
                  <a:gd name="connsiteX1" fmla="*/ 688470 w 1376940"/>
                  <a:gd name="connsiteY1" fmla="*/ 114740 h 3113518"/>
                  <a:gd name="connsiteX2" fmla="*/ 688470 w 1376940"/>
                  <a:gd name="connsiteY2" fmla="*/ 738561 h 3113518"/>
                  <a:gd name="connsiteX3" fmla="*/ 688470 w 1376940"/>
                  <a:gd name="connsiteY3" fmla="*/ 1442019 h 3113518"/>
                  <a:gd name="connsiteX4" fmla="*/ 1376940 w 1376940"/>
                  <a:gd name="connsiteY4" fmla="*/ 1556759 h 3113518"/>
                  <a:gd name="connsiteX5" fmla="*/ 688470 w 1376940"/>
                  <a:gd name="connsiteY5" fmla="*/ 1671499 h 3113518"/>
                  <a:gd name="connsiteX6" fmla="*/ 688470 w 1376940"/>
                  <a:gd name="connsiteY6" fmla="*/ 2335139 h 3113518"/>
                  <a:gd name="connsiteX7" fmla="*/ 688470 w 1376940"/>
                  <a:gd name="connsiteY7" fmla="*/ 2998778 h 3113518"/>
                  <a:gd name="connsiteX8" fmla="*/ 0 w 1376940"/>
                  <a:gd name="connsiteY8" fmla="*/ 3113518 h 3113518"/>
                  <a:gd name="connsiteX9" fmla="*/ 0 w 1376940"/>
                  <a:gd name="connsiteY9" fmla="*/ 2584220 h 3113518"/>
                  <a:gd name="connsiteX10" fmla="*/ 0 w 1376940"/>
                  <a:gd name="connsiteY10" fmla="*/ 1961516 h 3113518"/>
                  <a:gd name="connsiteX11" fmla="*/ 0 w 1376940"/>
                  <a:gd name="connsiteY11" fmla="*/ 1401083 h 3113518"/>
                  <a:gd name="connsiteX12" fmla="*/ 0 w 1376940"/>
                  <a:gd name="connsiteY12" fmla="*/ 747244 h 3113518"/>
                  <a:gd name="connsiteX13" fmla="*/ 0 w 1376940"/>
                  <a:gd name="connsiteY13" fmla="*/ 0 h 3113518"/>
                  <a:gd name="connsiteX0" fmla="*/ 0 w 1376940"/>
                  <a:gd name="connsiteY0" fmla="*/ 0 h 3113518"/>
                  <a:gd name="connsiteX1" fmla="*/ 688470 w 1376940"/>
                  <a:gd name="connsiteY1" fmla="*/ 114740 h 3113518"/>
                  <a:gd name="connsiteX2" fmla="*/ 688470 w 1376940"/>
                  <a:gd name="connsiteY2" fmla="*/ 804925 h 3113518"/>
                  <a:gd name="connsiteX3" fmla="*/ 688470 w 1376940"/>
                  <a:gd name="connsiteY3" fmla="*/ 1442019 h 3113518"/>
                  <a:gd name="connsiteX4" fmla="*/ 1376940 w 1376940"/>
                  <a:gd name="connsiteY4" fmla="*/ 1556759 h 3113518"/>
                  <a:gd name="connsiteX5" fmla="*/ 688470 w 1376940"/>
                  <a:gd name="connsiteY5" fmla="*/ 1671499 h 3113518"/>
                  <a:gd name="connsiteX6" fmla="*/ 688470 w 1376940"/>
                  <a:gd name="connsiteY6" fmla="*/ 2295320 h 3113518"/>
                  <a:gd name="connsiteX7" fmla="*/ 688470 w 1376940"/>
                  <a:gd name="connsiteY7" fmla="*/ 2998778 h 3113518"/>
                  <a:gd name="connsiteX8" fmla="*/ 0 w 1376940"/>
                  <a:gd name="connsiteY8" fmla="*/ 3113518 h 3113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6940" h="3113518" stroke="0" extrusionOk="0">
                    <a:moveTo>
                      <a:pt x="0" y="0"/>
                    </a:moveTo>
                    <a:cubicBezTo>
                      <a:pt x="380011" y="5606"/>
                      <a:pt x="682882" y="58207"/>
                      <a:pt x="688470" y="114740"/>
                    </a:cubicBezTo>
                    <a:cubicBezTo>
                      <a:pt x="718644" y="377849"/>
                      <a:pt x="682727" y="473417"/>
                      <a:pt x="688470" y="738561"/>
                    </a:cubicBezTo>
                    <a:cubicBezTo>
                      <a:pt x="694213" y="1003705"/>
                      <a:pt x="656963" y="1275219"/>
                      <a:pt x="688470" y="1442019"/>
                    </a:cubicBezTo>
                    <a:cubicBezTo>
                      <a:pt x="725003" y="1557794"/>
                      <a:pt x="995310" y="1570161"/>
                      <a:pt x="1376940" y="1556759"/>
                    </a:cubicBezTo>
                    <a:cubicBezTo>
                      <a:pt x="989161" y="1565482"/>
                      <a:pt x="687391" y="1604825"/>
                      <a:pt x="688470" y="1671499"/>
                    </a:cubicBezTo>
                    <a:cubicBezTo>
                      <a:pt x="678765" y="1965197"/>
                      <a:pt x="661374" y="2141257"/>
                      <a:pt x="688470" y="2335139"/>
                    </a:cubicBezTo>
                    <a:cubicBezTo>
                      <a:pt x="715566" y="2529021"/>
                      <a:pt x="688730" y="2757264"/>
                      <a:pt x="688470" y="2998778"/>
                    </a:cubicBezTo>
                    <a:cubicBezTo>
                      <a:pt x="686541" y="3075536"/>
                      <a:pt x="388277" y="3115327"/>
                      <a:pt x="0" y="3113518"/>
                    </a:cubicBezTo>
                    <a:cubicBezTo>
                      <a:pt x="-5567" y="2888471"/>
                      <a:pt x="6032" y="2772512"/>
                      <a:pt x="0" y="2584220"/>
                    </a:cubicBezTo>
                    <a:cubicBezTo>
                      <a:pt x="-6032" y="2395928"/>
                      <a:pt x="-17931" y="2142216"/>
                      <a:pt x="0" y="1961516"/>
                    </a:cubicBezTo>
                    <a:cubicBezTo>
                      <a:pt x="17931" y="1780816"/>
                      <a:pt x="-670" y="1598263"/>
                      <a:pt x="0" y="1401083"/>
                    </a:cubicBezTo>
                    <a:cubicBezTo>
                      <a:pt x="670" y="1203903"/>
                      <a:pt x="15226" y="888557"/>
                      <a:pt x="0" y="747244"/>
                    </a:cubicBezTo>
                    <a:cubicBezTo>
                      <a:pt x="-15226" y="605931"/>
                      <a:pt x="-15738" y="219213"/>
                      <a:pt x="0" y="0"/>
                    </a:cubicBezTo>
                    <a:close/>
                  </a:path>
                  <a:path w="1376940" h="3113518" fill="none" extrusionOk="0">
                    <a:moveTo>
                      <a:pt x="0" y="0"/>
                    </a:moveTo>
                    <a:cubicBezTo>
                      <a:pt x="392110" y="5118"/>
                      <a:pt x="689750" y="65853"/>
                      <a:pt x="688470" y="114740"/>
                    </a:cubicBezTo>
                    <a:cubicBezTo>
                      <a:pt x="669136" y="287809"/>
                      <a:pt x="695582" y="610886"/>
                      <a:pt x="688470" y="804925"/>
                    </a:cubicBezTo>
                    <a:cubicBezTo>
                      <a:pt x="681358" y="998964"/>
                      <a:pt x="701662" y="1157810"/>
                      <a:pt x="688470" y="1442019"/>
                    </a:cubicBezTo>
                    <a:cubicBezTo>
                      <a:pt x="746999" y="1526223"/>
                      <a:pt x="977770" y="1533823"/>
                      <a:pt x="1376940" y="1556759"/>
                    </a:cubicBezTo>
                    <a:cubicBezTo>
                      <a:pt x="1000847" y="1545471"/>
                      <a:pt x="677093" y="1613847"/>
                      <a:pt x="688470" y="1671499"/>
                    </a:cubicBezTo>
                    <a:cubicBezTo>
                      <a:pt x="677180" y="1832703"/>
                      <a:pt x="716185" y="2006722"/>
                      <a:pt x="688470" y="2295320"/>
                    </a:cubicBezTo>
                    <a:cubicBezTo>
                      <a:pt x="660755" y="2583918"/>
                      <a:pt x="704099" y="2696803"/>
                      <a:pt x="688470" y="2998778"/>
                    </a:cubicBezTo>
                    <a:cubicBezTo>
                      <a:pt x="628343" y="3029564"/>
                      <a:pt x="369162" y="3145096"/>
                      <a:pt x="0" y="3113518"/>
                    </a:cubicBezTo>
                  </a:path>
                  <a:path w="1376940" h="3113518" fill="none" stroke="0" extrusionOk="0">
                    <a:moveTo>
                      <a:pt x="0" y="0"/>
                    </a:moveTo>
                    <a:cubicBezTo>
                      <a:pt x="384008" y="-13478"/>
                      <a:pt x="688814" y="47090"/>
                      <a:pt x="688470" y="114740"/>
                    </a:cubicBezTo>
                    <a:cubicBezTo>
                      <a:pt x="690842" y="294513"/>
                      <a:pt x="694270" y="585072"/>
                      <a:pt x="688470" y="778380"/>
                    </a:cubicBezTo>
                    <a:cubicBezTo>
                      <a:pt x="682670" y="971688"/>
                      <a:pt x="715531" y="1160695"/>
                      <a:pt x="688470" y="1442019"/>
                    </a:cubicBezTo>
                    <a:cubicBezTo>
                      <a:pt x="623899" y="1467915"/>
                      <a:pt x="1008776" y="1566960"/>
                      <a:pt x="1376940" y="1556759"/>
                    </a:cubicBezTo>
                    <a:cubicBezTo>
                      <a:pt x="988247" y="1560839"/>
                      <a:pt x="702943" y="1612182"/>
                      <a:pt x="688470" y="1671499"/>
                    </a:cubicBezTo>
                    <a:cubicBezTo>
                      <a:pt x="687758" y="1931910"/>
                      <a:pt x="717038" y="2075764"/>
                      <a:pt x="688470" y="2308593"/>
                    </a:cubicBezTo>
                    <a:cubicBezTo>
                      <a:pt x="659902" y="2541422"/>
                      <a:pt x="710844" y="2654771"/>
                      <a:pt x="688470" y="2998778"/>
                    </a:cubicBezTo>
                    <a:cubicBezTo>
                      <a:pt x="704681" y="3122897"/>
                      <a:pt x="394912" y="3169273"/>
                      <a:pt x="0" y="3113518"/>
                    </a:cubicBezTo>
                  </a:path>
                </a:pathLst>
              </a:custGeom>
              <a:ln w="76200">
                <a:solidFill>
                  <a:srgbClr val="595959"/>
                </a:solidFill>
                <a:extLst>
                  <a:ext uri="{C807C97D-BFC1-408E-A445-0C87EB9F89A2}">
                    <ask:lineSketchStyleProps xmlns:ask="http://schemas.microsoft.com/office/drawing/2018/sketchyshapes" sd="1078896297">
                      <a:prstGeom prst="rightBrace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US"/>
              </a:p>
            </p:txBody>
          </p:sp>
          <p:sp>
            <p:nvSpPr>
              <p:cNvPr id="56" name="Elipse 55">
                <a:hlinkHover r:id="rId2" action="ppaction://hlinksldjump">
                  <a:snd r:embed="rId3" name="explode.wav"/>
                </a:hlinkHover>
                <a:extLst>
                  <a:ext uri="{FF2B5EF4-FFF2-40B4-BE49-F238E27FC236}">
                    <a16:creationId xmlns:a16="http://schemas.microsoft.com/office/drawing/2014/main" id="{ACF93F02-566B-457E-8529-0D6332D9E786}"/>
                  </a:ext>
                </a:extLst>
              </p:cNvPr>
              <p:cNvSpPr/>
              <p:nvPr/>
            </p:nvSpPr>
            <p:spPr>
              <a:xfrm>
                <a:off x="-4446658" y="145898"/>
                <a:ext cx="1376940" cy="1376940"/>
              </a:xfrm>
              <a:custGeom>
                <a:avLst/>
                <a:gdLst>
                  <a:gd name="connsiteX0" fmla="*/ 0 w 1376940"/>
                  <a:gd name="connsiteY0" fmla="*/ 688470 h 1376940"/>
                  <a:gd name="connsiteX1" fmla="*/ 688470 w 1376940"/>
                  <a:gd name="connsiteY1" fmla="*/ 0 h 1376940"/>
                  <a:gd name="connsiteX2" fmla="*/ 1376940 w 1376940"/>
                  <a:gd name="connsiteY2" fmla="*/ 688470 h 1376940"/>
                  <a:gd name="connsiteX3" fmla="*/ 688470 w 1376940"/>
                  <a:gd name="connsiteY3" fmla="*/ 1376940 h 1376940"/>
                  <a:gd name="connsiteX4" fmla="*/ 0 w 1376940"/>
                  <a:gd name="connsiteY4" fmla="*/ 688470 h 1376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6940" h="1376940" fill="none" extrusionOk="0">
                    <a:moveTo>
                      <a:pt x="0" y="688470"/>
                    </a:moveTo>
                    <a:cubicBezTo>
                      <a:pt x="40250" y="339505"/>
                      <a:pt x="348224" y="-891"/>
                      <a:pt x="688470" y="0"/>
                    </a:cubicBezTo>
                    <a:cubicBezTo>
                      <a:pt x="1078527" y="-22211"/>
                      <a:pt x="1365741" y="303206"/>
                      <a:pt x="1376940" y="688470"/>
                    </a:cubicBezTo>
                    <a:cubicBezTo>
                      <a:pt x="1395296" y="1088125"/>
                      <a:pt x="1059754" y="1393887"/>
                      <a:pt x="688470" y="1376940"/>
                    </a:cubicBezTo>
                    <a:cubicBezTo>
                      <a:pt x="350500" y="1412477"/>
                      <a:pt x="-9396" y="1074795"/>
                      <a:pt x="0" y="688470"/>
                    </a:cubicBezTo>
                    <a:close/>
                  </a:path>
                  <a:path w="1376940" h="1376940" stroke="0" extrusionOk="0">
                    <a:moveTo>
                      <a:pt x="0" y="688470"/>
                    </a:moveTo>
                    <a:cubicBezTo>
                      <a:pt x="-58636" y="335177"/>
                      <a:pt x="293289" y="792"/>
                      <a:pt x="688470" y="0"/>
                    </a:cubicBezTo>
                    <a:cubicBezTo>
                      <a:pt x="1109017" y="37601"/>
                      <a:pt x="1317263" y="268196"/>
                      <a:pt x="1376940" y="688470"/>
                    </a:cubicBezTo>
                    <a:cubicBezTo>
                      <a:pt x="1331824" y="1071973"/>
                      <a:pt x="1007462" y="1355703"/>
                      <a:pt x="688470" y="1376940"/>
                    </a:cubicBezTo>
                    <a:cubicBezTo>
                      <a:pt x="294512" y="1324591"/>
                      <a:pt x="50133" y="1095871"/>
                      <a:pt x="0" y="688470"/>
                    </a:cubicBezTo>
                    <a:close/>
                  </a:path>
                </a:pathLst>
              </a:custGeom>
              <a:ln w="76200">
                <a:solidFill>
                  <a:srgbClr val="595959"/>
                </a:solidFill>
                <a:extLst>
                  <a:ext uri="{C807C97D-BFC1-408E-A445-0C87EB9F89A2}">
                    <ask:lineSketchStyleProps xmlns:ask="http://schemas.microsoft.com/office/drawing/2018/sketchyshapes" sd="2116594929">
                      <a:prstGeom prst="ellipse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US"/>
              </a:p>
            </p:txBody>
          </p:sp>
        </p:grpSp>
      </p:grpSp>
      <p:sp>
        <p:nvSpPr>
          <p:cNvPr id="113" name="Rectángulo 112">
            <a:hlinkClick r:id="rId4" action="ppaction://hlinksldjump">
              <a:snd r:embed="rId5" name="coin.wav"/>
            </a:hlinkClick>
            <a:hlinkHover r:id="rId6" action="ppaction://hlinksldjump">
              <a:snd r:embed="rId5" name="coin.wav"/>
            </a:hlinkHover>
            <a:extLst>
              <a:ext uri="{FF2B5EF4-FFF2-40B4-BE49-F238E27FC236}">
                <a16:creationId xmlns:a16="http://schemas.microsoft.com/office/drawing/2014/main" id="{E5B01E99-7952-4D4B-8669-0A223B46EC1A}"/>
              </a:ext>
            </a:extLst>
          </p:cNvPr>
          <p:cNvSpPr/>
          <p:nvPr/>
        </p:nvSpPr>
        <p:spPr>
          <a:xfrm rot="10800000">
            <a:off x="-1038703" y="5473987"/>
            <a:ext cx="1418169" cy="1238984"/>
          </a:xfrm>
          <a:custGeom>
            <a:avLst/>
            <a:gdLst>
              <a:gd name="connsiteX0" fmla="*/ 0 w 1418169"/>
              <a:gd name="connsiteY0" fmla="*/ 0 h 1238984"/>
              <a:gd name="connsiteX1" fmla="*/ 458541 w 1418169"/>
              <a:gd name="connsiteY1" fmla="*/ 0 h 1238984"/>
              <a:gd name="connsiteX2" fmla="*/ 931264 w 1418169"/>
              <a:gd name="connsiteY2" fmla="*/ 0 h 1238984"/>
              <a:gd name="connsiteX3" fmla="*/ 1418169 w 1418169"/>
              <a:gd name="connsiteY3" fmla="*/ 0 h 1238984"/>
              <a:gd name="connsiteX4" fmla="*/ 1418169 w 1418169"/>
              <a:gd name="connsiteY4" fmla="*/ 594712 h 1238984"/>
              <a:gd name="connsiteX5" fmla="*/ 1418169 w 1418169"/>
              <a:gd name="connsiteY5" fmla="*/ 1238984 h 1238984"/>
              <a:gd name="connsiteX6" fmla="*/ 931264 w 1418169"/>
              <a:gd name="connsiteY6" fmla="*/ 1238984 h 1238984"/>
              <a:gd name="connsiteX7" fmla="*/ 501086 w 1418169"/>
              <a:gd name="connsiteY7" fmla="*/ 1238984 h 1238984"/>
              <a:gd name="connsiteX8" fmla="*/ 0 w 1418169"/>
              <a:gd name="connsiteY8" fmla="*/ 1238984 h 1238984"/>
              <a:gd name="connsiteX9" fmla="*/ 0 w 1418169"/>
              <a:gd name="connsiteY9" fmla="*/ 619492 h 1238984"/>
              <a:gd name="connsiteX10" fmla="*/ 0 w 1418169"/>
              <a:gd name="connsiteY10" fmla="*/ 0 h 1238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18169" h="1238984" fill="none" extrusionOk="0">
                <a:moveTo>
                  <a:pt x="0" y="0"/>
                </a:moveTo>
                <a:cubicBezTo>
                  <a:pt x="199631" y="-9387"/>
                  <a:pt x="331832" y="7226"/>
                  <a:pt x="458541" y="0"/>
                </a:cubicBezTo>
                <a:cubicBezTo>
                  <a:pt x="585250" y="-7226"/>
                  <a:pt x="694959" y="15040"/>
                  <a:pt x="931264" y="0"/>
                </a:cubicBezTo>
                <a:cubicBezTo>
                  <a:pt x="1167569" y="-15040"/>
                  <a:pt x="1253121" y="6834"/>
                  <a:pt x="1418169" y="0"/>
                </a:cubicBezTo>
                <a:cubicBezTo>
                  <a:pt x="1419288" y="212766"/>
                  <a:pt x="1392617" y="404714"/>
                  <a:pt x="1418169" y="594712"/>
                </a:cubicBezTo>
                <a:cubicBezTo>
                  <a:pt x="1443721" y="784710"/>
                  <a:pt x="1440573" y="1002051"/>
                  <a:pt x="1418169" y="1238984"/>
                </a:cubicBezTo>
                <a:cubicBezTo>
                  <a:pt x="1319330" y="1219550"/>
                  <a:pt x="1077130" y="1254865"/>
                  <a:pt x="931264" y="1238984"/>
                </a:cubicBezTo>
                <a:cubicBezTo>
                  <a:pt x="785398" y="1223103"/>
                  <a:pt x="656193" y="1258540"/>
                  <a:pt x="501086" y="1238984"/>
                </a:cubicBezTo>
                <a:cubicBezTo>
                  <a:pt x="345979" y="1219428"/>
                  <a:pt x="139682" y="1257349"/>
                  <a:pt x="0" y="1238984"/>
                </a:cubicBezTo>
                <a:cubicBezTo>
                  <a:pt x="-2619" y="972158"/>
                  <a:pt x="-7123" y="846860"/>
                  <a:pt x="0" y="619492"/>
                </a:cubicBezTo>
                <a:cubicBezTo>
                  <a:pt x="7123" y="392124"/>
                  <a:pt x="219" y="199409"/>
                  <a:pt x="0" y="0"/>
                </a:cubicBezTo>
                <a:close/>
              </a:path>
              <a:path w="1418169" h="1238984" stroke="0" extrusionOk="0">
                <a:moveTo>
                  <a:pt x="0" y="0"/>
                </a:moveTo>
                <a:cubicBezTo>
                  <a:pt x="144146" y="-5799"/>
                  <a:pt x="377319" y="14729"/>
                  <a:pt x="486905" y="0"/>
                </a:cubicBezTo>
                <a:cubicBezTo>
                  <a:pt x="596492" y="-14729"/>
                  <a:pt x="824473" y="11267"/>
                  <a:pt x="945446" y="0"/>
                </a:cubicBezTo>
                <a:cubicBezTo>
                  <a:pt x="1066419" y="-11267"/>
                  <a:pt x="1234919" y="-21484"/>
                  <a:pt x="1418169" y="0"/>
                </a:cubicBezTo>
                <a:cubicBezTo>
                  <a:pt x="1391955" y="283963"/>
                  <a:pt x="1403545" y="434019"/>
                  <a:pt x="1418169" y="631882"/>
                </a:cubicBezTo>
                <a:cubicBezTo>
                  <a:pt x="1432793" y="829745"/>
                  <a:pt x="1421476" y="995019"/>
                  <a:pt x="1418169" y="1238984"/>
                </a:cubicBezTo>
                <a:cubicBezTo>
                  <a:pt x="1225459" y="1235004"/>
                  <a:pt x="1058459" y="1254729"/>
                  <a:pt x="931264" y="1238984"/>
                </a:cubicBezTo>
                <a:cubicBezTo>
                  <a:pt x="804069" y="1223239"/>
                  <a:pt x="558355" y="1228958"/>
                  <a:pt x="430178" y="1238984"/>
                </a:cubicBezTo>
                <a:cubicBezTo>
                  <a:pt x="302001" y="1249010"/>
                  <a:pt x="208528" y="1240562"/>
                  <a:pt x="0" y="1238984"/>
                </a:cubicBezTo>
                <a:cubicBezTo>
                  <a:pt x="-6257" y="1055271"/>
                  <a:pt x="2853" y="849158"/>
                  <a:pt x="0" y="619492"/>
                </a:cubicBezTo>
                <a:cubicBezTo>
                  <a:pt x="-2853" y="389826"/>
                  <a:pt x="-20328" y="151733"/>
                  <a:pt x="0" y="0"/>
                </a:cubicBezTo>
                <a:close/>
              </a:path>
            </a:pathLst>
          </a:custGeom>
          <a:solidFill>
            <a:srgbClr val="FF0000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55068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grpSp>
        <p:nvGrpSpPr>
          <p:cNvPr id="79" name="Grupo 78">
            <a:extLst>
              <a:ext uri="{FF2B5EF4-FFF2-40B4-BE49-F238E27FC236}">
                <a16:creationId xmlns:a16="http://schemas.microsoft.com/office/drawing/2014/main" id="{7A3CFAD5-5F9F-49CD-8FCC-E7A0DCEF4499}"/>
              </a:ext>
            </a:extLst>
          </p:cNvPr>
          <p:cNvGrpSpPr/>
          <p:nvPr/>
        </p:nvGrpSpPr>
        <p:grpSpPr>
          <a:xfrm>
            <a:off x="3302717" y="378361"/>
            <a:ext cx="945228" cy="2914053"/>
            <a:chOff x="-5134249" y="471638"/>
            <a:chExt cx="945228" cy="2914053"/>
          </a:xfrm>
        </p:grpSpPr>
        <p:cxnSp>
          <p:nvCxnSpPr>
            <p:cNvPr id="114" name="Conector recto 113">
              <a:hlinkHover r:id="rId2" action="ppaction://hlinksldjump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9B5607A7-F5D3-4C09-B240-C14B51DDDEF4}"/>
                </a:ext>
              </a:extLst>
            </p:cNvPr>
            <p:cNvCxnSpPr>
              <a:cxnSpLocks/>
            </p:cNvCxnSpPr>
            <p:nvPr/>
          </p:nvCxnSpPr>
          <p:spPr>
            <a:xfrm>
              <a:off x="-4666451" y="471638"/>
              <a:ext cx="9632" cy="2376575"/>
            </a:xfrm>
            <a:prstGeom prst="line">
              <a:avLst/>
            </a:prstGeom>
            <a:ln w="762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Grupo 114">
              <a:extLst>
                <a:ext uri="{FF2B5EF4-FFF2-40B4-BE49-F238E27FC236}">
                  <a16:creationId xmlns:a16="http://schemas.microsoft.com/office/drawing/2014/main" id="{9ED2F9D6-375D-45E4-A5B7-CBC7786A2F68}"/>
                </a:ext>
              </a:extLst>
            </p:cNvPr>
            <p:cNvGrpSpPr/>
            <p:nvPr/>
          </p:nvGrpSpPr>
          <p:grpSpPr>
            <a:xfrm>
              <a:off x="-5134249" y="2335305"/>
              <a:ext cx="945228" cy="1050386"/>
              <a:chOff x="-5116749" y="-778213"/>
              <a:chExt cx="2726098" cy="3113518"/>
            </a:xfrm>
          </p:grpSpPr>
          <p:sp>
            <p:nvSpPr>
              <p:cNvPr id="116" name="Cerrar llave 115">
                <a:hlinkHover r:id="rId2" action="ppaction://hlinksldjump" highlightClick="1">
                  <a:snd r:embed="rId3" name="explode.wav"/>
                </a:hlinkHover>
                <a:extLst>
                  <a:ext uri="{FF2B5EF4-FFF2-40B4-BE49-F238E27FC236}">
                    <a16:creationId xmlns:a16="http://schemas.microsoft.com/office/drawing/2014/main" id="{D12F2067-D765-4D32-B399-8BECA704039B}"/>
                  </a:ext>
                </a:extLst>
              </p:cNvPr>
              <p:cNvSpPr/>
              <p:nvPr/>
            </p:nvSpPr>
            <p:spPr>
              <a:xfrm>
                <a:off x="-5116749" y="-778213"/>
                <a:ext cx="1376940" cy="3113518"/>
              </a:xfrm>
              <a:custGeom>
                <a:avLst/>
                <a:gdLst>
                  <a:gd name="connsiteX0" fmla="*/ 0 w 1376940"/>
                  <a:gd name="connsiteY0" fmla="*/ 0 h 3113518"/>
                  <a:gd name="connsiteX1" fmla="*/ 688470 w 1376940"/>
                  <a:gd name="connsiteY1" fmla="*/ 114740 h 3113518"/>
                  <a:gd name="connsiteX2" fmla="*/ 688470 w 1376940"/>
                  <a:gd name="connsiteY2" fmla="*/ 804925 h 3113518"/>
                  <a:gd name="connsiteX3" fmla="*/ 688470 w 1376940"/>
                  <a:gd name="connsiteY3" fmla="*/ 1442019 h 3113518"/>
                  <a:gd name="connsiteX4" fmla="*/ 1376940 w 1376940"/>
                  <a:gd name="connsiteY4" fmla="*/ 1556759 h 3113518"/>
                  <a:gd name="connsiteX5" fmla="*/ 688470 w 1376940"/>
                  <a:gd name="connsiteY5" fmla="*/ 1671499 h 3113518"/>
                  <a:gd name="connsiteX6" fmla="*/ 688470 w 1376940"/>
                  <a:gd name="connsiteY6" fmla="*/ 2308593 h 3113518"/>
                  <a:gd name="connsiteX7" fmla="*/ 688470 w 1376940"/>
                  <a:gd name="connsiteY7" fmla="*/ 2998778 h 3113518"/>
                  <a:gd name="connsiteX8" fmla="*/ 0 w 1376940"/>
                  <a:gd name="connsiteY8" fmla="*/ 3113518 h 3113518"/>
                  <a:gd name="connsiteX9" fmla="*/ 0 w 1376940"/>
                  <a:gd name="connsiteY9" fmla="*/ 2428544 h 3113518"/>
                  <a:gd name="connsiteX10" fmla="*/ 0 w 1376940"/>
                  <a:gd name="connsiteY10" fmla="*/ 1774705 h 3113518"/>
                  <a:gd name="connsiteX11" fmla="*/ 0 w 1376940"/>
                  <a:gd name="connsiteY11" fmla="*/ 1183137 h 3113518"/>
                  <a:gd name="connsiteX12" fmla="*/ 0 w 1376940"/>
                  <a:gd name="connsiteY12" fmla="*/ 560433 h 3113518"/>
                  <a:gd name="connsiteX13" fmla="*/ 0 w 1376940"/>
                  <a:gd name="connsiteY13" fmla="*/ 0 h 3113518"/>
                  <a:gd name="connsiteX0" fmla="*/ 0 w 1376940"/>
                  <a:gd name="connsiteY0" fmla="*/ 0 h 3113518"/>
                  <a:gd name="connsiteX1" fmla="*/ 688470 w 1376940"/>
                  <a:gd name="connsiteY1" fmla="*/ 114740 h 3113518"/>
                  <a:gd name="connsiteX2" fmla="*/ 688470 w 1376940"/>
                  <a:gd name="connsiteY2" fmla="*/ 751834 h 3113518"/>
                  <a:gd name="connsiteX3" fmla="*/ 688470 w 1376940"/>
                  <a:gd name="connsiteY3" fmla="*/ 1442019 h 3113518"/>
                  <a:gd name="connsiteX4" fmla="*/ 1376940 w 1376940"/>
                  <a:gd name="connsiteY4" fmla="*/ 1556759 h 3113518"/>
                  <a:gd name="connsiteX5" fmla="*/ 688470 w 1376940"/>
                  <a:gd name="connsiteY5" fmla="*/ 1671499 h 3113518"/>
                  <a:gd name="connsiteX6" fmla="*/ 688470 w 1376940"/>
                  <a:gd name="connsiteY6" fmla="*/ 2361684 h 3113518"/>
                  <a:gd name="connsiteX7" fmla="*/ 688470 w 1376940"/>
                  <a:gd name="connsiteY7" fmla="*/ 2998778 h 3113518"/>
                  <a:gd name="connsiteX8" fmla="*/ 0 w 1376940"/>
                  <a:gd name="connsiteY8" fmla="*/ 3113518 h 3113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6940" h="3113518" stroke="0" extrusionOk="0">
                    <a:moveTo>
                      <a:pt x="0" y="0"/>
                    </a:moveTo>
                    <a:cubicBezTo>
                      <a:pt x="383862" y="8140"/>
                      <a:pt x="696111" y="40788"/>
                      <a:pt x="688470" y="114740"/>
                    </a:cubicBezTo>
                    <a:cubicBezTo>
                      <a:pt x="716800" y="302300"/>
                      <a:pt x="689965" y="533471"/>
                      <a:pt x="688470" y="804925"/>
                    </a:cubicBezTo>
                    <a:cubicBezTo>
                      <a:pt x="686975" y="1076379"/>
                      <a:pt x="682277" y="1184646"/>
                      <a:pt x="688470" y="1442019"/>
                    </a:cubicBezTo>
                    <a:cubicBezTo>
                      <a:pt x="676510" y="1555418"/>
                      <a:pt x="1006286" y="1540396"/>
                      <a:pt x="1376940" y="1556759"/>
                    </a:cubicBezTo>
                    <a:cubicBezTo>
                      <a:pt x="996871" y="1552663"/>
                      <a:pt x="685627" y="1597404"/>
                      <a:pt x="688470" y="1671499"/>
                    </a:cubicBezTo>
                    <a:cubicBezTo>
                      <a:pt x="705317" y="1886836"/>
                      <a:pt x="702680" y="2133265"/>
                      <a:pt x="688470" y="2308593"/>
                    </a:cubicBezTo>
                    <a:cubicBezTo>
                      <a:pt x="674260" y="2483921"/>
                      <a:pt x="680103" y="2785431"/>
                      <a:pt x="688470" y="2998778"/>
                    </a:cubicBezTo>
                    <a:cubicBezTo>
                      <a:pt x="679560" y="3004404"/>
                      <a:pt x="372500" y="3119846"/>
                      <a:pt x="0" y="3113518"/>
                    </a:cubicBezTo>
                    <a:cubicBezTo>
                      <a:pt x="-7805" y="2881280"/>
                      <a:pt x="-7604" y="2624374"/>
                      <a:pt x="0" y="2428544"/>
                    </a:cubicBezTo>
                    <a:cubicBezTo>
                      <a:pt x="7604" y="2232714"/>
                      <a:pt x="29787" y="1991217"/>
                      <a:pt x="0" y="1774705"/>
                    </a:cubicBezTo>
                    <a:cubicBezTo>
                      <a:pt x="-29787" y="1558193"/>
                      <a:pt x="-19202" y="1388881"/>
                      <a:pt x="0" y="1183137"/>
                    </a:cubicBezTo>
                    <a:cubicBezTo>
                      <a:pt x="19202" y="977393"/>
                      <a:pt x="-4813" y="688933"/>
                      <a:pt x="0" y="560433"/>
                    </a:cubicBezTo>
                    <a:cubicBezTo>
                      <a:pt x="4813" y="431933"/>
                      <a:pt x="25680" y="276944"/>
                      <a:pt x="0" y="0"/>
                    </a:cubicBezTo>
                    <a:close/>
                  </a:path>
                  <a:path w="1376940" h="3113518" fill="none" extrusionOk="0">
                    <a:moveTo>
                      <a:pt x="0" y="0"/>
                    </a:moveTo>
                    <a:cubicBezTo>
                      <a:pt x="381435" y="3402"/>
                      <a:pt x="677089" y="43704"/>
                      <a:pt x="688470" y="114740"/>
                    </a:cubicBezTo>
                    <a:cubicBezTo>
                      <a:pt x="702110" y="324462"/>
                      <a:pt x="659113" y="541373"/>
                      <a:pt x="688470" y="751834"/>
                    </a:cubicBezTo>
                    <a:cubicBezTo>
                      <a:pt x="717827" y="962295"/>
                      <a:pt x="706187" y="1173925"/>
                      <a:pt x="688470" y="1442019"/>
                    </a:cubicBezTo>
                    <a:cubicBezTo>
                      <a:pt x="628273" y="1463759"/>
                      <a:pt x="963968" y="1546604"/>
                      <a:pt x="1376940" y="1556759"/>
                    </a:cubicBezTo>
                    <a:cubicBezTo>
                      <a:pt x="996729" y="1559435"/>
                      <a:pt x="686998" y="1611478"/>
                      <a:pt x="688470" y="1671499"/>
                    </a:cubicBezTo>
                    <a:cubicBezTo>
                      <a:pt x="662855" y="1827099"/>
                      <a:pt x="683187" y="2021752"/>
                      <a:pt x="688470" y="2361684"/>
                    </a:cubicBezTo>
                    <a:cubicBezTo>
                      <a:pt x="693753" y="2701617"/>
                      <a:pt x="717196" y="2723308"/>
                      <a:pt x="688470" y="2998778"/>
                    </a:cubicBezTo>
                    <a:cubicBezTo>
                      <a:pt x="693140" y="3108543"/>
                      <a:pt x="428826" y="3102359"/>
                      <a:pt x="0" y="3113518"/>
                    </a:cubicBezTo>
                  </a:path>
                  <a:path w="1376940" h="3113518" fill="none" stroke="0" extrusionOk="0">
                    <a:moveTo>
                      <a:pt x="0" y="0"/>
                    </a:moveTo>
                    <a:cubicBezTo>
                      <a:pt x="368535" y="1122"/>
                      <a:pt x="690626" y="55998"/>
                      <a:pt x="688470" y="114740"/>
                    </a:cubicBezTo>
                    <a:cubicBezTo>
                      <a:pt x="668880" y="356545"/>
                      <a:pt x="708812" y="580347"/>
                      <a:pt x="688470" y="738561"/>
                    </a:cubicBezTo>
                    <a:cubicBezTo>
                      <a:pt x="668128" y="896775"/>
                      <a:pt x="698973" y="1221453"/>
                      <a:pt x="688470" y="1442019"/>
                    </a:cubicBezTo>
                    <a:cubicBezTo>
                      <a:pt x="710092" y="1480689"/>
                      <a:pt x="1033325" y="1563547"/>
                      <a:pt x="1376940" y="1556759"/>
                    </a:cubicBezTo>
                    <a:cubicBezTo>
                      <a:pt x="1002011" y="1558632"/>
                      <a:pt x="682862" y="1601162"/>
                      <a:pt x="688470" y="1671499"/>
                    </a:cubicBezTo>
                    <a:cubicBezTo>
                      <a:pt x="671646" y="1882176"/>
                      <a:pt x="657227" y="2107023"/>
                      <a:pt x="688470" y="2361684"/>
                    </a:cubicBezTo>
                    <a:cubicBezTo>
                      <a:pt x="719713" y="2616346"/>
                      <a:pt x="661518" y="2827259"/>
                      <a:pt x="688470" y="2998778"/>
                    </a:cubicBezTo>
                    <a:cubicBezTo>
                      <a:pt x="732645" y="3050700"/>
                      <a:pt x="313387" y="3097828"/>
                      <a:pt x="0" y="3113518"/>
                    </a:cubicBezTo>
                  </a:path>
                </a:pathLst>
              </a:custGeom>
              <a:ln w="76200">
                <a:solidFill>
                  <a:srgbClr val="595959"/>
                </a:solidFill>
                <a:extLst>
                  <a:ext uri="{C807C97D-BFC1-408E-A445-0C87EB9F89A2}">
                    <ask:lineSketchStyleProps xmlns:ask="http://schemas.microsoft.com/office/drawing/2018/sketchyshapes" sd="405338740">
                      <a:prstGeom prst="rightBrace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US"/>
              </a:p>
            </p:txBody>
          </p:sp>
          <p:sp>
            <p:nvSpPr>
              <p:cNvPr id="117" name="Cerrar llave 116">
                <a:hlinkClick r:id="" action="ppaction://hlinkshowjump?jump=nextslide"/>
                <a:hlinkHover r:id="rId2" action="ppaction://hlinksldjump">
                  <a:snd r:embed="rId3" name="explode.wav"/>
                </a:hlinkHover>
                <a:extLst>
                  <a:ext uri="{FF2B5EF4-FFF2-40B4-BE49-F238E27FC236}">
                    <a16:creationId xmlns:a16="http://schemas.microsoft.com/office/drawing/2014/main" id="{EDECCC41-4C2F-4840-A941-D1126AD90418}"/>
                  </a:ext>
                </a:extLst>
              </p:cNvPr>
              <p:cNvSpPr/>
              <p:nvPr/>
            </p:nvSpPr>
            <p:spPr>
              <a:xfrm flipH="1">
                <a:off x="-3767591" y="-778213"/>
                <a:ext cx="1376940" cy="3113518"/>
              </a:xfrm>
              <a:custGeom>
                <a:avLst/>
                <a:gdLst>
                  <a:gd name="connsiteX0" fmla="*/ 0 w 1376940"/>
                  <a:gd name="connsiteY0" fmla="*/ 0 h 3113518"/>
                  <a:gd name="connsiteX1" fmla="*/ 688470 w 1376940"/>
                  <a:gd name="connsiteY1" fmla="*/ 114740 h 3113518"/>
                  <a:gd name="connsiteX2" fmla="*/ 688470 w 1376940"/>
                  <a:gd name="connsiteY2" fmla="*/ 738561 h 3113518"/>
                  <a:gd name="connsiteX3" fmla="*/ 688470 w 1376940"/>
                  <a:gd name="connsiteY3" fmla="*/ 1442019 h 3113518"/>
                  <a:gd name="connsiteX4" fmla="*/ 1376940 w 1376940"/>
                  <a:gd name="connsiteY4" fmla="*/ 1556759 h 3113518"/>
                  <a:gd name="connsiteX5" fmla="*/ 688470 w 1376940"/>
                  <a:gd name="connsiteY5" fmla="*/ 1671499 h 3113518"/>
                  <a:gd name="connsiteX6" fmla="*/ 688470 w 1376940"/>
                  <a:gd name="connsiteY6" fmla="*/ 2335139 h 3113518"/>
                  <a:gd name="connsiteX7" fmla="*/ 688470 w 1376940"/>
                  <a:gd name="connsiteY7" fmla="*/ 2998778 h 3113518"/>
                  <a:gd name="connsiteX8" fmla="*/ 0 w 1376940"/>
                  <a:gd name="connsiteY8" fmla="*/ 3113518 h 3113518"/>
                  <a:gd name="connsiteX9" fmla="*/ 0 w 1376940"/>
                  <a:gd name="connsiteY9" fmla="*/ 2584220 h 3113518"/>
                  <a:gd name="connsiteX10" fmla="*/ 0 w 1376940"/>
                  <a:gd name="connsiteY10" fmla="*/ 1961516 h 3113518"/>
                  <a:gd name="connsiteX11" fmla="*/ 0 w 1376940"/>
                  <a:gd name="connsiteY11" fmla="*/ 1401083 h 3113518"/>
                  <a:gd name="connsiteX12" fmla="*/ 0 w 1376940"/>
                  <a:gd name="connsiteY12" fmla="*/ 747244 h 3113518"/>
                  <a:gd name="connsiteX13" fmla="*/ 0 w 1376940"/>
                  <a:gd name="connsiteY13" fmla="*/ 0 h 3113518"/>
                  <a:gd name="connsiteX0" fmla="*/ 0 w 1376940"/>
                  <a:gd name="connsiteY0" fmla="*/ 0 h 3113518"/>
                  <a:gd name="connsiteX1" fmla="*/ 688470 w 1376940"/>
                  <a:gd name="connsiteY1" fmla="*/ 114740 h 3113518"/>
                  <a:gd name="connsiteX2" fmla="*/ 688470 w 1376940"/>
                  <a:gd name="connsiteY2" fmla="*/ 804925 h 3113518"/>
                  <a:gd name="connsiteX3" fmla="*/ 688470 w 1376940"/>
                  <a:gd name="connsiteY3" fmla="*/ 1442019 h 3113518"/>
                  <a:gd name="connsiteX4" fmla="*/ 1376940 w 1376940"/>
                  <a:gd name="connsiteY4" fmla="*/ 1556759 h 3113518"/>
                  <a:gd name="connsiteX5" fmla="*/ 688470 w 1376940"/>
                  <a:gd name="connsiteY5" fmla="*/ 1671499 h 3113518"/>
                  <a:gd name="connsiteX6" fmla="*/ 688470 w 1376940"/>
                  <a:gd name="connsiteY6" fmla="*/ 2295320 h 3113518"/>
                  <a:gd name="connsiteX7" fmla="*/ 688470 w 1376940"/>
                  <a:gd name="connsiteY7" fmla="*/ 2998778 h 3113518"/>
                  <a:gd name="connsiteX8" fmla="*/ 0 w 1376940"/>
                  <a:gd name="connsiteY8" fmla="*/ 3113518 h 3113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6940" h="3113518" stroke="0" extrusionOk="0">
                    <a:moveTo>
                      <a:pt x="0" y="0"/>
                    </a:moveTo>
                    <a:cubicBezTo>
                      <a:pt x="380011" y="5606"/>
                      <a:pt x="682882" y="58207"/>
                      <a:pt x="688470" y="114740"/>
                    </a:cubicBezTo>
                    <a:cubicBezTo>
                      <a:pt x="718644" y="377849"/>
                      <a:pt x="682727" y="473417"/>
                      <a:pt x="688470" y="738561"/>
                    </a:cubicBezTo>
                    <a:cubicBezTo>
                      <a:pt x="694213" y="1003705"/>
                      <a:pt x="656963" y="1275219"/>
                      <a:pt x="688470" y="1442019"/>
                    </a:cubicBezTo>
                    <a:cubicBezTo>
                      <a:pt x="725003" y="1557794"/>
                      <a:pt x="995310" y="1570161"/>
                      <a:pt x="1376940" y="1556759"/>
                    </a:cubicBezTo>
                    <a:cubicBezTo>
                      <a:pt x="989161" y="1565482"/>
                      <a:pt x="687391" y="1604825"/>
                      <a:pt x="688470" y="1671499"/>
                    </a:cubicBezTo>
                    <a:cubicBezTo>
                      <a:pt x="678765" y="1965197"/>
                      <a:pt x="661374" y="2141257"/>
                      <a:pt x="688470" y="2335139"/>
                    </a:cubicBezTo>
                    <a:cubicBezTo>
                      <a:pt x="715566" y="2529021"/>
                      <a:pt x="688730" y="2757264"/>
                      <a:pt x="688470" y="2998778"/>
                    </a:cubicBezTo>
                    <a:cubicBezTo>
                      <a:pt x="686541" y="3075536"/>
                      <a:pt x="388277" y="3115327"/>
                      <a:pt x="0" y="3113518"/>
                    </a:cubicBezTo>
                    <a:cubicBezTo>
                      <a:pt x="-5567" y="2888471"/>
                      <a:pt x="6032" y="2772512"/>
                      <a:pt x="0" y="2584220"/>
                    </a:cubicBezTo>
                    <a:cubicBezTo>
                      <a:pt x="-6032" y="2395928"/>
                      <a:pt x="-17931" y="2142216"/>
                      <a:pt x="0" y="1961516"/>
                    </a:cubicBezTo>
                    <a:cubicBezTo>
                      <a:pt x="17931" y="1780816"/>
                      <a:pt x="-670" y="1598263"/>
                      <a:pt x="0" y="1401083"/>
                    </a:cubicBezTo>
                    <a:cubicBezTo>
                      <a:pt x="670" y="1203903"/>
                      <a:pt x="15226" y="888557"/>
                      <a:pt x="0" y="747244"/>
                    </a:cubicBezTo>
                    <a:cubicBezTo>
                      <a:pt x="-15226" y="605931"/>
                      <a:pt x="-15738" y="219213"/>
                      <a:pt x="0" y="0"/>
                    </a:cubicBezTo>
                    <a:close/>
                  </a:path>
                  <a:path w="1376940" h="3113518" fill="none" extrusionOk="0">
                    <a:moveTo>
                      <a:pt x="0" y="0"/>
                    </a:moveTo>
                    <a:cubicBezTo>
                      <a:pt x="392110" y="5118"/>
                      <a:pt x="689750" y="65853"/>
                      <a:pt x="688470" y="114740"/>
                    </a:cubicBezTo>
                    <a:cubicBezTo>
                      <a:pt x="669136" y="287809"/>
                      <a:pt x="695582" y="610886"/>
                      <a:pt x="688470" y="804925"/>
                    </a:cubicBezTo>
                    <a:cubicBezTo>
                      <a:pt x="681358" y="998964"/>
                      <a:pt x="701662" y="1157810"/>
                      <a:pt x="688470" y="1442019"/>
                    </a:cubicBezTo>
                    <a:cubicBezTo>
                      <a:pt x="746999" y="1526223"/>
                      <a:pt x="977770" y="1533823"/>
                      <a:pt x="1376940" y="1556759"/>
                    </a:cubicBezTo>
                    <a:cubicBezTo>
                      <a:pt x="1000847" y="1545471"/>
                      <a:pt x="677093" y="1613847"/>
                      <a:pt x="688470" y="1671499"/>
                    </a:cubicBezTo>
                    <a:cubicBezTo>
                      <a:pt x="677180" y="1832703"/>
                      <a:pt x="716185" y="2006722"/>
                      <a:pt x="688470" y="2295320"/>
                    </a:cubicBezTo>
                    <a:cubicBezTo>
                      <a:pt x="660755" y="2583918"/>
                      <a:pt x="704099" y="2696803"/>
                      <a:pt x="688470" y="2998778"/>
                    </a:cubicBezTo>
                    <a:cubicBezTo>
                      <a:pt x="628343" y="3029564"/>
                      <a:pt x="369162" y="3145096"/>
                      <a:pt x="0" y="3113518"/>
                    </a:cubicBezTo>
                  </a:path>
                  <a:path w="1376940" h="3113518" fill="none" stroke="0" extrusionOk="0">
                    <a:moveTo>
                      <a:pt x="0" y="0"/>
                    </a:moveTo>
                    <a:cubicBezTo>
                      <a:pt x="384008" y="-13478"/>
                      <a:pt x="688814" y="47090"/>
                      <a:pt x="688470" y="114740"/>
                    </a:cubicBezTo>
                    <a:cubicBezTo>
                      <a:pt x="690842" y="294513"/>
                      <a:pt x="694270" y="585072"/>
                      <a:pt x="688470" y="778380"/>
                    </a:cubicBezTo>
                    <a:cubicBezTo>
                      <a:pt x="682670" y="971688"/>
                      <a:pt x="715531" y="1160695"/>
                      <a:pt x="688470" y="1442019"/>
                    </a:cubicBezTo>
                    <a:cubicBezTo>
                      <a:pt x="623899" y="1467915"/>
                      <a:pt x="1008776" y="1566960"/>
                      <a:pt x="1376940" y="1556759"/>
                    </a:cubicBezTo>
                    <a:cubicBezTo>
                      <a:pt x="988247" y="1560839"/>
                      <a:pt x="702943" y="1612182"/>
                      <a:pt x="688470" y="1671499"/>
                    </a:cubicBezTo>
                    <a:cubicBezTo>
                      <a:pt x="687758" y="1931910"/>
                      <a:pt x="717038" y="2075764"/>
                      <a:pt x="688470" y="2308593"/>
                    </a:cubicBezTo>
                    <a:cubicBezTo>
                      <a:pt x="659902" y="2541422"/>
                      <a:pt x="710844" y="2654771"/>
                      <a:pt x="688470" y="2998778"/>
                    </a:cubicBezTo>
                    <a:cubicBezTo>
                      <a:pt x="704681" y="3122897"/>
                      <a:pt x="394912" y="3169273"/>
                      <a:pt x="0" y="3113518"/>
                    </a:cubicBezTo>
                  </a:path>
                </a:pathLst>
              </a:custGeom>
              <a:ln w="76200">
                <a:solidFill>
                  <a:srgbClr val="595959"/>
                </a:solidFill>
                <a:extLst>
                  <a:ext uri="{C807C97D-BFC1-408E-A445-0C87EB9F89A2}">
                    <ask:lineSketchStyleProps xmlns:ask="http://schemas.microsoft.com/office/drawing/2018/sketchyshapes" sd="1078896297">
                      <a:prstGeom prst="rightBrace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US"/>
              </a:p>
            </p:txBody>
          </p:sp>
          <p:sp>
            <p:nvSpPr>
              <p:cNvPr id="118" name="Elipse 117">
                <a:hlinkHover r:id="rId2" action="ppaction://hlinksldjump">
                  <a:snd r:embed="rId3" name="explode.wav"/>
                </a:hlinkHover>
                <a:extLst>
                  <a:ext uri="{FF2B5EF4-FFF2-40B4-BE49-F238E27FC236}">
                    <a16:creationId xmlns:a16="http://schemas.microsoft.com/office/drawing/2014/main" id="{0AA806A1-CE35-4386-B810-ABA0D0608ECF}"/>
                  </a:ext>
                </a:extLst>
              </p:cNvPr>
              <p:cNvSpPr/>
              <p:nvPr/>
            </p:nvSpPr>
            <p:spPr>
              <a:xfrm>
                <a:off x="-4446658" y="145898"/>
                <a:ext cx="1376940" cy="1376940"/>
              </a:xfrm>
              <a:custGeom>
                <a:avLst/>
                <a:gdLst>
                  <a:gd name="connsiteX0" fmla="*/ 0 w 1376940"/>
                  <a:gd name="connsiteY0" fmla="*/ 688470 h 1376940"/>
                  <a:gd name="connsiteX1" fmla="*/ 688470 w 1376940"/>
                  <a:gd name="connsiteY1" fmla="*/ 0 h 1376940"/>
                  <a:gd name="connsiteX2" fmla="*/ 1376940 w 1376940"/>
                  <a:gd name="connsiteY2" fmla="*/ 688470 h 1376940"/>
                  <a:gd name="connsiteX3" fmla="*/ 688470 w 1376940"/>
                  <a:gd name="connsiteY3" fmla="*/ 1376940 h 1376940"/>
                  <a:gd name="connsiteX4" fmla="*/ 0 w 1376940"/>
                  <a:gd name="connsiteY4" fmla="*/ 688470 h 1376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6940" h="1376940" fill="none" extrusionOk="0">
                    <a:moveTo>
                      <a:pt x="0" y="688470"/>
                    </a:moveTo>
                    <a:cubicBezTo>
                      <a:pt x="40250" y="339505"/>
                      <a:pt x="348224" y="-891"/>
                      <a:pt x="688470" y="0"/>
                    </a:cubicBezTo>
                    <a:cubicBezTo>
                      <a:pt x="1078527" y="-22211"/>
                      <a:pt x="1365741" y="303206"/>
                      <a:pt x="1376940" y="688470"/>
                    </a:cubicBezTo>
                    <a:cubicBezTo>
                      <a:pt x="1395296" y="1088125"/>
                      <a:pt x="1059754" y="1393887"/>
                      <a:pt x="688470" y="1376940"/>
                    </a:cubicBezTo>
                    <a:cubicBezTo>
                      <a:pt x="350500" y="1412477"/>
                      <a:pt x="-9396" y="1074795"/>
                      <a:pt x="0" y="688470"/>
                    </a:cubicBezTo>
                    <a:close/>
                  </a:path>
                  <a:path w="1376940" h="1376940" stroke="0" extrusionOk="0">
                    <a:moveTo>
                      <a:pt x="0" y="688470"/>
                    </a:moveTo>
                    <a:cubicBezTo>
                      <a:pt x="-58636" y="335177"/>
                      <a:pt x="293289" y="792"/>
                      <a:pt x="688470" y="0"/>
                    </a:cubicBezTo>
                    <a:cubicBezTo>
                      <a:pt x="1109017" y="37601"/>
                      <a:pt x="1317263" y="268196"/>
                      <a:pt x="1376940" y="688470"/>
                    </a:cubicBezTo>
                    <a:cubicBezTo>
                      <a:pt x="1331824" y="1071973"/>
                      <a:pt x="1007462" y="1355703"/>
                      <a:pt x="688470" y="1376940"/>
                    </a:cubicBezTo>
                    <a:cubicBezTo>
                      <a:pt x="294512" y="1324591"/>
                      <a:pt x="50133" y="1095871"/>
                      <a:pt x="0" y="688470"/>
                    </a:cubicBezTo>
                    <a:close/>
                  </a:path>
                </a:pathLst>
              </a:custGeom>
              <a:ln w="76200">
                <a:solidFill>
                  <a:srgbClr val="595959"/>
                </a:solidFill>
                <a:extLst>
                  <a:ext uri="{C807C97D-BFC1-408E-A445-0C87EB9F89A2}">
                    <ask:lineSketchStyleProps xmlns:ask="http://schemas.microsoft.com/office/drawing/2018/sketchyshapes" sd="2116594929">
                      <a:prstGeom prst="ellipse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US"/>
              </a:p>
            </p:txBody>
          </p:sp>
        </p:grpSp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371FD3E8-E252-45F2-B118-AB16C84A0935}"/>
              </a:ext>
            </a:extLst>
          </p:cNvPr>
          <p:cNvGrpSpPr/>
          <p:nvPr/>
        </p:nvGrpSpPr>
        <p:grpSpPr>
          <a:xfrm>
            <a:off x="5601417" y="111661"/>
            <a:ext cx="945228" cy="2914053"/>
            <a:chOff x="-5134249" y="471638"/>
            <a:chExt cx="945228" cy="2914053"/>
          </a:xfrm>
        </p:grpSpPr>
        <p:cxnSp>
          <p:nvCxnSpPr>
            <p:cNvPr id="120" name="Conector recto 119">
              <a:hlinkHover r:id="rId2" action="ppaction://hlinksldjump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3F1F692D-366C-4F6E-9BF7-B168C2B4B134}"/>
                </a:ext>
              </a:extLst>
            </p:cNvPr>
            <p:cNvCxnSpPr>
              <a:cxnSpLocks/>
            </p:cNvCxnSpPr>
            <p:nvPr/>
          </p:nvCxnSpPr>
          <p:spPr>
            <a:xfrm>
              <a:off x="-4666451" y="471638"/>
              <a:ext cx="9632" cy="2376575"/>
            </a:xfrm>
            <a:prstGeom prst="line">
              <a:avLst/>
            </a:prstGeom>
            <a:ln w="762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C98AB0D9-D01D-43F4-ACDB-4214946C499D}"/>
                </a:ext>
              </a:extLst>
            </p:cNvPr>
            <p:cNvGrpSpPr/>
            <p:nvPr/>
          </p:nvGrpSpPr>
          <p:grpSpPr>
            <a:xfrm>
              <a:off x="-5134249" y="2335305"/>
              <a:ext cx="945228" cy="1050386"/>
              <a:chOff x="-5116749" y="-778213"/>
              <a:chExt cx="2726098" cy="3113518"/>
            </a:xfrm>
          </p:grpSpPr>
          <p:sp>
            <p:nvSpPr>
              <p:cNvPr id="122" name="Cerrar llave 121">
                <a:hlinkHover r:id="rId2" action="ppaction://hlinksldjump" highlightClick="1">
                  <a:snd r:embed="rId3" name="explode.wav"/>
                </a:hlinkHover>
                <a:extLst>
                  <a:ext uri="{FF2B5EF4-FFF2-40B4-BE49-F238E27FC236}">
                    <a16:creationId xmlns:a16="http://schemas.microsoft.com/office/drawing/2014/main" id="{CF806EDD-66DA-434E-AFA1-D53645812873}"/>
                  </a:ext>
                </a:extLst>
              </p:cNvPr>
              <p:cNvSpPr/>
              <p:nvPr/>
            </p:nvSpPr>
            <p:spPr>
              <a:xfrm>
                <a:off x="-5116749" y="-778213"/>
                <a:ext cx="1376940" cy="3113518"/>
              </a:xfrm>
              <a:custGeom>
                <a:avLst/>
                <a:gdLst>
                  <a:gd name="connsiteX0" fmla="*/ 0 w 1376940"/>
                  <a:gd name="connsiteY0" fmla="*/ 0 h 3113518"/>
                  <a:gd name="connsiteX1" fmla="*/ 688470 w 1376940"/>
                  <a:gd name="connsiteY1" fmla="*/ 114740 h 3113518"/>
                  <a:gd name="connsiteX2" fmla="*/ 688470 w 1376940"/>
                  <a:gd name="connsiteY2" fmla="*/ 804925 h 3113518"/>
                  <a:gd name="connsiteX3" fmla="*/ 688470 w 1376940"/>
                  <a:gd name="connsiteY3" fmla="*/ 1442019 h 3113518"/>
                  <a:gd name="connsiteX4" fmla="*/ 1376940 w 1376940"/>
                  <a:gd name="connsiteY4" fmla="*/ 1556759 h 3113518"/>
                  <a:gd name="connsiteX5" fmla="*/ 688470 w 1376940"/>
                  <a:gd name="connsiteY5" fmla="*/ 1671499 h 3113518"/>
                  <a:gd name="connsiteX6" fmla="*/ 688470 w 1376940"/>
                  <a:gd name="connsiteY6" fmla="*/ 2308593 h 3113518"/>
                  <a:gd name="connsiteX7" fmla="*/ 688470 w 1376940"/>
                  <a:gd name="connsiteY7" fmla="*/ 2998778 h 3113518"/>
                  <a:gd name="connsiteX8" fmla="*/ 0 w 1376940"/>
                  <a:gd name="connsiteY8" fmla="*/ 3113518 h 3113518"/>
                  <a:gd name="connsiteX9" fmla="*/ 0 w 1376940"/>
                  <a:gd name="connsiteY9" fmla="*/ 2428544 h 3113518"/>
                  <a:gd name="connsiteX10" fmla="*/ 0 w 1376940"/>
                  <a:gd name="connsiteY10" fmla="*/ 1774705 h 3113518"/>
                  <a:gd name="connsiteX11" fmla="*/ 0 w 1376940"/>
                  <a:gd name="connsiteY11" fmla="*/ 1183137 h 3113518"/>
                  <a:gd name="connsiteX12" fmla="*/ 0 w 1376940"/>
                  <a:gd name="connsiteY12" fmla="*/ 560433 h 3113518"/>
                  <a:gd name="connsiteX13" fmla="*/ 0 w 1376940"/>
                  <a:gd name="connsiteY13" fmla="*/ 0 h 3113518"/>
                  <a:gd name="connsiteX0" fmla="*/ 0 w 1376940"/>
                  <a:gd name="connsiteY0" fmla="*/ 0 h 3113518"/>
                  <a:gd name="connsiteX1" fmla="*/ 688470 w 1376940"/>
                  <a:gd name="connsiteY1" fmla="*/ 114740 h 3113518"/>
                  <a:gd name="connsiteX2" fmla="*/ 688470 w 1376940"/>
                  <a:gd name="connsiteY2" fmla="*/ 751834 h 3113518"/>
                  <a:gd name="connsiteX3" fmla="*/ 688470 w 1376940"/>
                  <a:gd name="connsiteY3" fmla="*/ 1442019 h 3113518"/>
                  <a:gd name="connsiteX4" fmla="*/ 1376940 w 1376940"/>
                  <a:gd name="connsiteY4" fmla="*/ 1556759 h 3113518"/>
                  <a:gd name="connsiteX5" fmla="*/ 688470 w 1376940"/>
                  <a:gd name="connsiteY5" fmla="*/ 1671499 h 3113518"/>
                  <a:gd name="connsiteX6" fmla="*/ 688470 w 1376940"/>
                  <a:gd name="connsiteY6" fmla="*/ 2361684 h 3113518"/>
                  <a:gd name="connsiteX7" fmla="*/ 688470 w 1376940"/>
                  <a:gd name="connsiteY7" fmla="*/ 2998778 h 3113518"/>
                  <a:gd name="connsiteX8" fmla="*/ 0 w 1376940"/>
                  <a:gd name="connsiteY8" fmla="*/ 3113518 h 3113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6940" h="3113518" stroke="0" extrusionOk="0">
                    <a:moveTo>
                      <a:pt x="0" y="0"/>
                    </a:moveTo>
                    <a:cubicBezTo>
                      <a:pt x="383862" y="8140"/>
                      <a:pt x="696111" y="40788"/>
                      <a:pt x="688470" y="114740"/>
                    </a:cubicBezTo>
                    <a:cubicBezTo>
                      <a:pt x="716800" y="302300"/>
                      <a:pt x="689965" y="533471"/>
                      <a:pt x="688470" y="804925"/>
                    </a:cubicBezTo>
                    <a:cubicBezTo>
                      <a:pt x="686975" y="1076379"/>
                      <a:pt x="682277" y="1184646"/>
                      <a:pt x="688470" y="1442019"/>
                    </a:cubicBezTo>
                    <a:cubicBezTo>
                      <a:pt x="676510" y="1555418"/>
                      <a:pt x="1006286" y="1540396"/>
                      <a:pt x="1376940" y="1556759"/>
                    </a:cubicBezTo>
                    <a:cubicBezTo>
                      <a:pt x="996871" y="1552663"/>
                      <a:pt x="685627" y="1597404"/>
                      <a:pt x="688470" y="1671499"/>
                    </a:cubicBezTo>
                    <a:cubicBezTo>
                      <a:pt x="705317" y="1886836"/>
                      <a:pt x="702680" y="2133265"/>
                      <a:pt x="688470" y="2308593"/>
                    </a:cubicBezTo>
                    <a:cubicBezTo>
                      <a:pt x="674260" y="2483921"/>
                      <a:pt x="680103" y="2785431"/>
                      <a:pt x="688470" y="2998778"/>
                    </a:cubicBezTo>
                    <a:cubicBezTo>
                      <a:pt x="679560" y="3004404"/>
                      <a:pt x="372500" y="3119846"/>
                      <a:pt x="0" y="3113518"/>
                    </a:cubicBezTo>
                    <a:cubicBezTo>
                      <a:pt x="-7805" y="2881280"/>
                      <a:pt x="-7604" y="2624374"/>
                      <a:pt x="0" y="2428544"/>
                    </a:cubicBezTo>
                    <a:cubicBezTo>
                      <a:pt x="7604" y="2232714"/>
                      <a:pt x="29787" y="1991217"/>
                      <a:pt x="0" y="1774705"/>
                    </a:cubicBezTo>
                    <a:cubicBezTo>
                      <a:pt x="-29787" y="1558193"/>
                      <a:pt x="-19202" y="1388881"/>
                      <a:pt x="0" y="1183137"/>
                    </a:cubicBezTo>
                    <a:cubicBezTo>
                      <a:pt x="19202" y="977393"/>
                      <a:pt x="-4813" y="688933"/>
                      <a:pt x="0" y="560433"/>
                    </a:cubicBezTo>
                    <a:cubicBezTo>
                      <a:pt x="4813" y="431933"/>
                      <a:pt x="25680" y="276944"/>
                      <a:pt x="0" y="0"/>
                    </a:cubicBezTo>
                    <a:close/>
                  </a:path>
                  <a:path w="1376940" h="3113518" fill="none" extrusionOk="0">
                    <a:moveTo>
                      <a:pt x="0" y="0"/>
                    </a:moveTo>
                    <a:cubicBezTo>
                      <a:pt x="381435" y="3402"/>
                      <a:pt x="677089" y="43704"/>
                      <a:pt x="688470" y="114740"/>
                    </a:cubicBezTo>
                    <a:cubicBezTo>
                      <a:pt x="702110" y="324462"/>
                      <a:pt x="659113" y="541373"/>
                      <a:pt x="688470" y="751834"/>
                    </a:cubicBezTo>
                    <a:cubicBezTo>
                      <a:pt x="717827" y="962295"/>
                      <a:pt x="706187" y="1173925"/>
                      <a:pt x="688470" y="1442019"/>
                    </a:cubicBezTo>
                    <a:cubicBezTo>
                      <a:pt x="628273" y="1463759"/>
                      <a:pt x="963968" y="1546604"/>
                      <a:pt x="1376940" y="1556759"/>
                    </a:cubicBezTo>
                    <a:cubicBezTo>
                      <a:pt x="996729" y="1559435"/>
                      <a:pt x="686998" y="1611478"/>
                      <a:pt x="688470" y="1671499"/>
                    </a:cubicBezTo>
                    <a:cubicBezTo>
                      <a:pt x="662855" y="1827099"/>
                      <a:pt x="683187" y="2021752"/>
                      <a:pt x="688470" y="2361684"/>
                    </a:cubicBezTo>
                    <a:cubicBezTo>
                      <a:pt x="693753" y="2701617"/>
                      <a:pt x="717196" y="2723308"/>
                      <a:pt x="688470" y="2998778"/>
                    </a:cubicBezTo>
                    <a:cubicBezTo>
                      <a:pt x="693140" y="3108543"/>
                      <a:pt x="428826" y="3102359"/>
                      <a:pt x="0" y="3113518"/>
                    </a:cubicBezTo>
                  </a:path>
                  <a:path w="1376940" h="3113518" fill="none" stroke="0" extrusionOk="0">
                    <a:moveTo>
                      <a:pt x="0" y="0"/>
                    </a:moveTo>
                    <a:cubicBezTo>
                      <a:pt x="368535" y="1122"/>
                      <a:pt x="690626" y="55998"/>
                      <a:pt x="688470" y="114740"/>
                    </a:cubicBezTo>
                    <a:cubicBezTo>
                      <a:pt x="668880" y="356545"/>
                      <a:pt x="708812" y="580347"/>
                      <a:pt x="688470" y="738561"/>
                    </a:cubicBezTo>
                    <a:cubicBezTo>
                      <a:pt x="668128" y="896775"/>
                      <a:pt x="698973" y="1221453"/>
                      <a:pt x="688470" y="1442019"/>
                    </a:cubicBezTo>
                    <a:cubicBezTo>
                      <a:pt x="710092" y="1480689"/>
                      <a:pt x="1033325" y="1563547"/>
                      <a:pt x="1376940" y="1556759"/>
                    </a:cubicBezTo>
                    <a:cubicBezTo>
                      <a:pt x="1002011" y="1558632"/>
                      <a:pt x="682862" y="1601162"/>
                      <a:pt x="688470" y="1671499"/>
                    </a:cubicBezTo>
                    <a:cubicBezTo>
                      <a:pt x="671646" y="1882176"/>
                      <a:pt x="657227" y="2107023"/>
                      <a:pt x="688470" y="2361684"/>
                    </a:cubicBezTo>
                    <a:cubicBezTo>
                      <a:pt x="719713" y="2616346"/>
                      <a:pt x="661518" y="2827259"/>
                      <a:pt x="688470" y="2998778"/>
                    </a:cubicBezTo>
                    <a:cubicBezTo>
                      <a:pt x="732645" y="3050700"/>
                      <a:pt x="313387" y="3097828"/>
                      <a:pt x="0" y="3113518"/>
                    </a:cubicBezTo>
                  </a:path>
                </a:pathLst>
              </a:custGeom>
              <a:ln w="76200">
                <a:solidFill>
                  <a:srgbClr val="595959"/>
                </a:solidFill>
                <a:extLst>
                  <a:ext uri="{C807C97D-BFC1-408E-A445-0C87EB9F89A2}">
                    <ask:lineSketchStyleProps xmlns:ask="http://schemas.microsoft.com/office/drawing/2018/sketchyshapes" sd="405338740">
                      <a:prstGeom prst="rightBrace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US"/>
              </a:p>
            </p:txBody>
          </p:sp>
          <p:sp>
            <p:nvSpPr>
              <p:cNvPr id="123" name="Cerrar llave 122">
                <a:hlinkClick r:id="" action="ppaction://hlinkshowjump?jump=nextslide"/>
                <a:hlinkHover r:id="rId2" action="ppaction://hlinksldjump">
                  <a:snd r:embed="rId3" name="explode.wav"/>
                </a:hlinkHover>
                <a:extLst>
                  <a:ext uri="{FF2B5EF4-FFF2-40B4-BE49-F238E27FC236}">
                    <a16:creationId xmlns:a16="http://schemas.microsoft.com/office/drawing/2014/main" id="{8FEEC339-9681-49FC-A92C-D4689C893CB7}"/>
                  </a:ext>
                </a:extLst>
              </p:cNvPr>
              <p:cNvSpPr/>
              <p:nvPr/>
            </p:nvSpPr>
            <p:spPr>
              <a:xfrm flipH="1">
                <a:off x="-3767591" y="-778213"/>
                <a:ext cx="1376940" cy="3113518"/>
              </a:xfrm>
              <a:custGeom>
                <a:avLst/>
                <a:gdLst>
                  <a:gd name="connsiteX0" fmla="*/ 0 w 1376940"/>
                  <a:gd name="connsiteY0" fmla="*/ 0 h 3113518"/>
                  <a:gd name="connsiteX1" fmla="*/ 688470 w 1376940"/>
                  <a:gd name="connsiteY1" fmla="*/ 114740 h 3113518"/>
                  <a:gd name="connsiteX2" fmla="*/ 688470 w 1376940"/>
                  <a:gd name="connsiteY2" fmla="*/ 738561 h 3113518"/>
                  <a:gd name="connsiteX3" fmla="*/ 688470 w 1376940"/>
                  <a:gd name="connsiteY3" fmla="*/ 1442019 h 3113518"/>
                  <a:gd name="connsiteX4" fmla="*/ 1376940 w 1376940"/>
                  <a:gd name="connsiteY4" fmla="*/ 1556759 h 3113518"/>
                  <a:gd name="connsiteX5" fmla="*/ 688470 w 1376940"/>
                  <a:gd name="connsiteY5" fmla="*/ 1671499 h 3113518"/>
                  <a:gd name="connsiteX6" fmla="*/ 688470 w 1376940"/>
                  <a:gd name="connsiteY6" fmla="*/ 2335139 h 3113518"/>
                  <a:gd name="connsiteX7" fmla="*/ 688470 w 1376940"/>
                  <a:gd name="connsiteY7" fmla="*/ 2998778 h 3113518"/>
                  <a:gd name="connsiteX8" fmla="*/ 0 w 1376940"/>
                  <a:gd name="connsiteY8" fmla="*/ 3113518 h 3113518"/>
                  <a:gd name="connsiteX9" fmla="*/ 0 w 1376940"/>
                  <a:gd name="connsiteY9" fmla="*/ 2584220 h 3113518"/>
                  <a:gd name="connsiteX10" fmla="*/ 0 w 1376940"/>
                  <a:gd name="connsiteY10" fmla="*/ 1961516 h 3113518"/>
                  <a:gd name="connsiteX11" fmla="*/ 0 w 1376940"/>
                  <a:gd name="connsiteY11" fmla="*/ 1401083 h 3113518"/>
                  <a:gd name="connsiteX12" fmla="*/ 0 w 1376940"/>
                  <a:gd name="connsiteY12" fmla="*/ 747244 h 3113518"/>
                  <a:gd name="connsiteX13" fmla="*/ 0 w 1376940"/>
                  <a:gd name="connsiteY13" fmla="*/ 0 h 3113518"/>
                  <a:gd name="connsiteX0" fmla="*/ 0 w 1376940"/>
                  <a:gd name="connsiteY0" fmla="*/ 0 h 3113518"/>
                  <a:gd name="connsiteX1" fmla="*/ 688470 w 1376940"/>
                  <a:gd name="connsiteY1" fmla="*/ 114740 h 3113518"/>
                  <a:gd name="connsiteX2" fmla="*/ 688470 w 1376940"/>
                  <a:gd name="connsiteY2" fmla="*/ 804925 h 3113518"/>
                  <a:gd name="connsiteX3" fmla="*/ 688470 w 1376940"/>
                  <a:gd name="connsiteY3" fmla="*/ 1442019 h 3113518"/>
                  <a:gd name="connsiteX4" fmla="*/ 1376940 w 1376940"/>
                  <a:gd name="connsiteY4" fmla="*/ 1556759 h 3113518"/>
                  <a:gd name="connsiteX5" fmla="*/ 688470 w 1376940"/>
                  <a:gd name="connsiteY5" fmla="*/ 1671499 h 3113518"/>
                  <a:gd name="connsiteX6" fmla="*/ 688470 w 1376940"/>
                  <a:gd name="connsiteY6" fmla="*/ 2295320 h 3113518"/>
                  <a:gd name="connsiteX7" fmla="*/ 688470 w 1376940"/>
                  <a:gd name="connsiteY7" fmla="*/ 2998778 h 3113518"/>
                  <a:gd name="connsiteX8" fmla="*/ 0 w 1376940"/>
                  <a:gd name="connsiteY8" fmla="*/ 3113518 h 3113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6940" h="3113518" stroke="0" extrusionOk="0">
                    <a:moveTo>
                      <a:pt x="0" y="0"/>
                    </a:moveTo>
                    <a:cubicBezTo>
                      <a:pt x="380011" y="5606"/>
                      <a:pt x="682882" y="58207"/>
                      <a:pt x="688470" y="114740"/>
                    </a:cubicBezTo>
                    <a:cubicBezTo>
                      <a:pt x="718644" y="377849"/>
                      <a:pt x="682727" y="473417"/>
                      <a:pt x="688470" y="738561"/>
                    </a:cubicBezTo>
                    <a:cubicBezTo>
                      <a:pt x="694213" y="1003705"/>
                      <a:pt x="656963" y="1275219"/>
                      <a:pt x="688470" y="1442019"/>
                    </a:cubicBezTo>
                    <a:cubicBezTo>
                      <a:pt x="725003" y="1557794"/>
                      <a:pt x="995310" y="1570161"/>
                      <a:pt x="1376940" y="1556759"/>
                    </a:cubicBezTo>
                    <a:cubicBezTo>
                      <a:pt x="989161" y="1565482"/>
                      <a:pt x="687391" y="1604825"/>
                      <a:pt x="688470" y="1671499"/>
                    </a:cubicBezTo>
                    <a:cubicBezTo>
                      <a:pt x="678765" y="1965197"/>
                      <a:pt x="661374" y="2141257"/>
                      <a:pt x="688470" y="2335139"/>
                    </a:cubicBezTo>
                    <a:cubicBezTo>
                      <a:pt x="715566" y="2529021"/>
                      <a:pt x="688730" y="2757264"/>
                      <a:pt x="688470" y="2998778"/>
                    </a:cubicBezTo>
                    <a:cubicBezTo>
                      <a:pt x="686541" y="3075536"/>
                      <a:pt x="388277" y="3115327"/>
                      <a:pt x="0" y="3113518"/>
                    </a:cubicBezTo>
                    <a:cubicBezTo>
                      <a:pt x="-5567" y="2888471"/>
                      <a:pt x="6032" y="2772512"/>
                      <a:pt x="0" y="2584220"/>
                    </a:cubicBezTo>
                    <a:cubicBezTo>
                      <a:pt x="-6032" y="2395928"/>
                      <a:pt x="-17931" y="2142216"/>
                      <a:pt x="0" y="1961516"/>
                    </a:cubicBezTo>
                    <a:cubicBezTo>
                      <a:pt x="17931" y="1780816"/>
                      <a:pt x="-670" y="1598263"/>
                      <a:pt x="0" y="1401083"/>
                    </a:cubicBezTo>
                    <a:cubicBezTo>
                      <a:pt x="670" y="1203903"/>
                      <a:pt x="15226" y="888557"/>
                      <a:pt x="0" y="747244"/>
                    </a:cubicBezTo>
                    <a:cubicBezTo>
                      <a:pt x="-15226" y="605931"/>
                      <a:pt x="-15738" y="219213"/>
                      <a:pt x="0" y="0"/>
                    </a:cubicBezTo>
                    <a:close/>
                  </a:path>
                  <a:path w="1376940" h="3113518" fill="none" extrusionOk="0">
                    <a:moveTo>
                      <a:pt x="0" y="0"/>
                    </a:moveTo>
                    <a:cubicBezTo>
                      <a:pt x="392110" y="5118"/>
                      <a:pt x="689750" y="65853"/>
                      <a:pt x="688470" y="114740"/>
                    </a:cubicBezTo>
                    <a:cubicBezTo>
                      <a:pt x="669136" y="287809"/>
                      <a:pt x="695582" y="610886"/>
                      <a:pt x="688470" y="804925"/>
                    </a:cubicBezTo>
                    <a:cubicBezTo>
                      <a:pt x="681358" y="998964"/>
                      <a:pt x="701662" y="1157810"/>
                      <a:pt x="688470" y="1442019"/>
                    </a:cubicBezTo>
                    <a:cubicBezTo>
                      <a:pt x="746999" y="1526223"/>
                      <a:pt x="977770" y="1533823"/>
                      <a:pt x="1376940" y="1556759"/>
                    </a:cubicBezTo>
                    <a:cubicBezTo>
                      <a:pt x="1000847" y="1545471"/>
                      <a:pt x="677093" y="1613847"/>
                      <a:pt x="688470" y="1671499"/>
                    </a:cubicBezTo>
                    <a:cubicBezTo>
                      <a:pt x="677180" y="1832703"/>
                      <a:pt x="716185" y="2006722"/>
                      <a:pt x="688470" y="2295320"/>
                    </a:cubicBezTo>
                    <a:cubicBezTo>
                      <a:pt x="660755" y="2583918"/>
                      <a:pt x="704099" y="2696803"/>
                      <a:pt x="688470" y="2998778"/>
                    </a:cubicBezTo>
                    <a:cubicBezTo>
                      <a:pt x="628343" y="3029564"/>
                      <a:pt x="369162" y="3145096"/>
                      <a:pt x="0" y="3113518"/>
                    </a:cubicBezTo>
                  </a:path>
                  <a:path w="1376940" h="3113518" fill="none" stroke="0" extrusionOk="0">
                    <a:moveTo>
                      <a:pt x="0" y="0"/>
                    </a:moveTo>
                    <a:cubicBezTo>
                      <a:pt x="384008" y="-13478"/>
                      <a:pt x="688814" y="47090"/>
                      <a:pt x="688470" y="114740"/>
                    </a:cubicBezTo>
                    <a:cubicBezTo>
                      <a:pt x="690842" y="294513"/>
                      <a:pt x="694270" y="585072"/>
                      <a:pt x="688470" y="778380"/>
                    </a:cubicBezTo>
                    <a:cubicBezTo>
                      <a:pt x="682670" y="971688"/>
                      <a:pt x="715531" y="1160695"/>
                      <a:pt x="688470" y="1442019"/>
                    </a:cubicBezTo>
                    <a:cubicBezTo>
                      <a:pt x="623899" y="1467915"/>
                      <a:pt x="1008776" y="1566960"/>
                      <a:pt x="1376940" y="1556759"/>
                    </a:cubicBezTo>
                    <a:cubicBezTo>
                      <a:pt x="988247" y="1560839"/>
                      <a:pt x="702943" y="1612182"/>
                      <a:pt x="688470" y="1671499"/>
                    </a:cubicBezTo>
                    <a:cubicBezTo>
                      <a:pt x="687758" y="1931910"/>
                      <a:pt x="717038" y="2075764"/>
                      <a:pt x="688470" y="2308593"/>
                    </a:cubicBezTo>
                    <a:cubicBezTo>
                      <a:pt x="659902" y="2541422"/>
                      <a:pt x="710844" y="2654771"/>
                      <a:pt x="688470" y="2998778"/>
                    </a:cubicBezTo>
                    <a:cubicBezTo>
                      <a:pt x="704681" y="3122897"/>
                      <a:pt x="394912" y="3169273"/>
                      <a:pt x="0" y="3113518"/>
                    </a:cubicBezTo>
                  </a:path>
                </a:pathLst>
              </a:custGeom>
              <a:ln w="76200">
                <a:solidFill>
                  <a:srgbClr val="595959"/>
                </a:solidFill>
                <a:extLst>
                  <a:ext uri="{C807C97D-BFC1-408E-A445-0C87EB9F89A2}">
                    <ask:lineSketchStyleProps xmlns:ask="http://schemas.microsoft.com/office/drawing/2018/sketchyshapes" sd="1078896297">
                      <a:prstGeom prst="rightBrace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US"/>
              </a:p>
            </p:txBody>
          </p:sp>
          <p:sp>
            <p:nvSpPr>
              <p:cNvPr id="124" name="Elipse 123">
                <a:hlinkHover r:id="rId2" action="ppaction://hlinksldjump">
                  <a:snd r:embed="rId3" name="explode.wav"/>
                </a:hlinkHover>
                <a:extLst>
                  <a:ext uri="{FF2B5EF4-FFF2-40B4-BE49-F238E27FC236}">
                    <a16:creationId xmlns:a16="http://schemas.microsoft.com/office/drawing/2014/main" id="{4BF716B3-C199-400E-8964-260D59BBEDF3}"/>
                  </a:ext>
                </a:extLst>
              </p:cNvPr>
              <p:cNvSpPr/>
              <p:nvPr/>
            </p:nvSpPr>
            <p:spPr>
              <a:xfrm>
                <a:off x="-4446658" y="145898"/>
                <a:ext cx="1376940" cy="1376940"/>
              </a:xfrm>
              <a:custGeom>
                <a:avLst/>
                <a:gdLst>
                  <a:gd name="connsiteX0" fmla="*/ 0 w 1376940"/>
                  <a:gd name="connsiteY0" fmla="*/ 688470 h 1376940"/>
                  <a:gd name="connsiteX1" fmla="*/ 688470 w 1376940"/>
                  <a:gd name="connsiteY1" fmla="*/ 0 h 1376940"/>
                  <a:gd name="connsiteX2" fmla="*/ 1376940 w 1376940"/>
                  <a:gd name="connsiteY2" fmla="*/ 688470 h 1376940"/>
                  <a:gd name="connsiteX3" fmla="*/ 688470 w 1376940"/>
                  <a:gd name="connsiteY3" fmla="*/ 1376940 h 1376940"/>
                  <a:gd name="connsiteX4" fmla="*/ 0 w 1376940"/>
                  <a:gd name="connsiteY4" fmla="*/ 688470 h 1376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6940" h="1376940" fill="none" extrusionOk="0">
                    <a:moveTo>
                      <a:pt x="0" y="688470"/>
                    </a:moveTo>
                    <a:cubicBezTo>
                      <a:pt x="40250" y="339505"/>
                      <a:pt x="348224" y="-891"/>
                      <a:pt x="688470" y="0"/>
                    </a:cubicBezTo>
                    <a:cubicBezTo>
                      <a:pt x="1078527" y="-22211"/>
                      <a:pt x="1365741" y="303206"/>
                      <a:pt x="1376940" y="688470"/>
                    </a:cubicBezTo>
                    <a:cubicBezTo>
                      <a:pt x="1395296" y="1088125"/>
                      <a:pt x="1059754" y="1393887"/>
                      <a:pt x="688470" y="1376940"/>
                    </a:cubicBezTo>
                    <a:cubicBezTo>
                      <a:pt x="350500" y="1412477"/>
                      <a:pt x="-9396" y="1074795"/>
                      <a:pt x="0" y="688470"/>
                    </a:cubicBezTo>
                    <a:close/>
                  </a:path>
                  <a:path w="1376940" h="1376940" stroke="0" extrusionOk="0">
                    <a:moveTo>
                      <a:pt x="0" y="688470"/>
                    </a:moveTo>
                    <a:cubicBezTo>
                      <a:pt x="-58636" y="335177"/>
                      <a:pt x="293289" y="792"/>
                      <a:pt x="688470" y="0"/>
                    </a:cubicBezTo>
                    <a:cubicBezTo>
                      <a:pt x="1109017" y="37601"/>
                      <a:pt x="1317263" y="268196"/>
                      <a:pt x="1376940" y="688470"/>
                    </a:cubicBezTo>
                    <a:cubicBezTo>
                      <a:pt x="1331824" y="1071973"/>
                      <a:pt x="1007462" y="1355703"/>
                      <a:pt x="688470" y="1376940"/>
                    </a:cubicBezTo>
                    <a:cubicBezTo>
                      <a:pt x="294512" y="1324591"/>
                      <a:pt x="50133" y="1095871"/>
                      <a:pt x="0" y="688470"/>
                    </a:cubicBezTo>
                    <a:close/>
                  </a:path>
                </a:pathLst>
              </a:custGeom>
              <a:ln w="76200">
                <a:solidFill>
                  <a:srgbClr val="595959"/>
                </a:solidFill>
                <a:extLst>
                  <a:ext uri="{C807C97D-BFC1-408E-A445-0C87EB9F89A2}">
                    <ask:lineSketchStyleProps xmlns:ask="http://schemas.microsoft.com/office/drawing/2018/sketchyshapes" sd="2116594929">
                      <a:prstGeom prst="ellipse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US"/>
              </a:p>
            </p:txBody>
          </p:sp>
        </p:grpSp>
      </p:grpSp>
      <p:sp>
        <p:nvSpPr>
          <p:cNvPr id="98" name="Forma libre: forma 97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A07E62A4-1E8A-4AB8-BB85-042E1E132DDF}"/>
              </a:ext>
            </a:extLst>
          </p:cNvPr>
          <p:cNvSpPr/>
          <p:nvPr/>
        </p:nvSpPr>
        <p:spPr>
          <a:xfrm rot="10800000">
            <a:off x="-1424643" y="-2631925"/>
            <a:ext cx="16638830" cy="12945916"/>
          </a:xfrm>
          <a:custGeom>
            <a:avLst/>
            <a:gdLst>
              <a:gd name="connsiteX0" fmla="*/ 3305260 w 16638830"/>
              <a:gd name="connsiteY0" fmla="*/ 10301076 h 12945916"/>
              <a:gd name="connsiteX1" fmla="*/ 3343499 w 16638830"/>
              <a:gd name="connsiteY1" fmla="*/ 10299494 h 12945916"/>
              <a:gd name="connsiteX2" fmla="*/ 3543078 w 16638830"/>
              <a:gd name="connsiteY2" fmla="*/ 10297353 h 12945916"/>
              <a:gd name="connsiteX3" fmla="*/ 3565541 w 16638830"/>
              <a:gd name="connsiteY3" fmla="*/ 10300289 h 12945916"/>
              <a:gd name="connsiteX4" fmla="*/ 3610649 w 16638830"/>
              <a:gd name="connsiteY4" fmla="*/ 10299494 h 12945916"/>
              <a:gd name="connsiteX5" fmla="*/ 3704128 w 16638830"/>
              <a:gd name="connsiteY5" fmla="*/ 10295991 h 12945916"/>
              <a:gd name="connsiteX6" fmla="*/ 3766922 w 16638830"/>
              <a:gd name="connsiteY6" fmla="*/ 10296735 h 12945916"/>
              <a:gd name="connsiteX7" fmla="*/ 3777610 w 16638830"/>
              <a:gd name="connsiteY7" fmla="*/ 10296546 h 12945916"/>
              <a:gd name="connsiteX8" fmla="*/ 3797605 w 16638830"/>
              <a:gd name="connsiteY8" fmla="*/ 10297098 h 12945916"/>
              <a:gd name="connsiteX9" fmla="*/ 3855254 w 16638830"/>
              <a:gd name="connsiteY9" fmla="*/ 10297781 h 12945916"/>
              <a:gd name="connsiteX10" fmla="*/ 3996816 w 16638830"/>
              <a:gd name="connsiteY10" fmla="*/ 10300088 h 12945916"/>
              <a:gd name="connsiteX11" fmla="*/ 4011374 w 16638830"/>
              <a:gd name="connsiteY11" fmla="*/ 10299494 h 12945916"/>
              <a:gd name="connsiteX12" fmla="*/ 4406456 w 16638830"/>
              <a:gd name="connsiteY12" fmla="*/ 10295354 h 12945916"/>
              <a:gd name="connsiteX13" fmla="*/ 4494177 w 16638830"/>
              <a:gd name="connsiteY13" fmla="*/ 10296047 h 12945916"/>
              <a:gd name="connsiteX14" fmla="*/ 4583353 w 16638830"/>
              <a:gd name="connsiteY14" fmla="*/ 10292300 h 12945916"/>
              <a:gd name="connsiteX15" fmla="*/ 4771440 w 16638830"/>
              <a:gd name="connsiteY15" fmla="*/ 10298197 h 12945916"/>
              <a:gd name="connsiteX16" fmla="*/ 4946397 w 16638830"/>
              <a:gd name="connsiteY16" fmla="*/ 10299494 h 12945916"/>
              <a:gd name="connsiteX17" fmla="*/ 5582068 w 16638830"/>
              <a:gd name="connsiteY17" fmla="*/ 10290879 h 12945916"/>
              <a:gd name="connsiteX18" fmla="*/ 5813080 w 16638830"/>
              <a:gd name="connsiteY18" fmla="*/ 10297528 h 12945916"/>
              <a:gd name="connsiteX19" fmla="*/ 5906440 w 16638830"/>
              <a:gd name="connsiteY19" fmla="*/ 10294713 h 12945916"/>
              <a:gd name="connsiteX20" fmla="*/ 6014997 w 16638830"/>
              <a:gd name="connsiteY20" fmla="*/ 10299494 h 12945916"/>
              <a:gd name="connsiteX21" fmla="*/ 6511673 w 16638830"/>
              <a:gd name="connsiteY21" fmla="*/ 10291588 h 12945916"/>
              <a:gd name="connsiteX22" fmla="*/ 6529599 w 16638830"/>
              <a:gd name="connsiteY22" fmla="*/ 10292415 h 12945916"/>
              <a:gd name="connsiteX23" fmla="*/ 6613825 w 16638830"/>
              <a:gd name="connsiteY23" fmla="*/ 10287180 h 12945916"/>
              <a:gd name="connsiteX24" fmla="*/ 6826125 w 16638830"/>
              <a:gd name="connsiteY24" fmla="*/ 10283669 h 12945916"/>
              <a:gd name="connsiteX25" fmla="*/ 6895493 w 16638830"/>
              <a:gd name="connsiteY25" fmla="*/ 10285141 h 12945916"/>
              <a:gd name="connsiteX26" fmla="*/ 6906588 w 16638830"/>
              <a:gd name="connsiteY26" fmla="*/ 10129592 h 12945916"/>
              <a:gd name="connsiteX27" fmla="*/ 6906979 w 16638830"/>
              <a:gd name="connsiteY27" fmla="*/ 10108575 h 12945916"/>
              <a:gd name="connsiteX28" fmla="*/ 6895285 w 16638830"/>
              <a:gd name="connsiteY28" fmla="*/ 9971068 h 12945916"/>
              <a:gd name="connsiteX29" fmla="*/ 6895285 w 16638830"/>
              <a:gd name="connsiteY29" fmla="*/ 8903649 h 12945916"/>
              <a:gd name="connsiteX30" fmla="*/ 7095885 w 16638830"/>
              <a:gd name="connsiteY30" fmla="*/ 8904986 h 12945916"/>
              <a:gd name="connsiteX31" fmla="*/ 7105562 w 16638830"/>
              <a:gd name="connsiteY31" fmla="*/ 8904829 h 12945916"/>
              <a:gd name="connsiteX32" fmla="*/ 7113725 w 16638830"/>
              <a:gd name="connsiteY32" fmla="*/ 8904169 h 12945916"/>
              <a:gd name="connsiteX33" fmla="*/ 7251182 w 16638830"/>
              <a:gd name="connsiteY33" fmla="*/ 8898987 h 12945916"/>
              <a:gd name="connsiteX34" fmla="*/ 7311151 w 16638830"/>
              <a:gd name="connsiteY34" fmla="*/ 8903488 h 12945916"/>
              <a:gd name="connsiteX35" fmla="*/ 7370671 w 16638830"/>
              <a:gd name="connsiteY35" fmla="*/ 8902798 h 12945916"/>
              <a:gd name="connsiteX36" fmla="*/ 7699164 w 16638830"/>
              <a:gd name="connsiteY36" fmla="*/ 8903649 h 12945916"/>
              <a:gd name="connsiteX37" fmla="*/ 7701819 w 16638830"/>
              <a:gd name="connsiteY37" fmla="*/ 9311289 h 12945916"/>
              <a:gd name="connsiteX38" fmla="*/ 7699643 w 16638830"/>
              <a:gd name="connsiteY38" fmla="*/ 9470257 h 12945916"/>
              <a:gd name="connsiteX39" fmla="*/ 7704971 w 16638830"/>
              <a:gd name="connsiteY39" fmla="*/ 9584208 h 12945916"/>
              <a:gd name="connsiteX40" fmla="*/ 7705719 w 16638830"/>
              <a:gd name="connsiteY40" fmla="*/ 10008121 h 12945916"/>
              <a:gd name="connsiteX41" fmla="*/ 7702175 w 16638830"/>
              <a:gd name="connsiteY41" fmla="*/ 10110502 h 12945916"/>
              <a:gd name="connsiteX42" fmla="*/ 7990357 w 16638830"/>
              <a:gd name="connsiteY42" fmla="*/ 10085689 h 12945916"/>
              <a:gd name="connsiteX43" fmla="*/ 8424165 w 16638830"/>
              <a:gd name="connsiteY43" fmla="*/ 10033795 h 12945916"/>
              <a:gd name="connsiteX44" fmla="*/ 8446405 w 16638830"/>
              <a:gd name="connsiteY44" fmla="*/ 10030559 h 12945916"/>
              <a:gd name="connsiteX45" fmla="*/ 9130977 w 16638830"/>
              <a:gd name="connsiteY45" fmla="*/ 8309394 h 12945916"/>
              <a:gd name="connsiteX46" fmla="*/ 9731043 w 16638830"/>
              <a:gd name="connsiteY46" fmla="*/ 9818094 h 12945916"/>
              <a:gd name="connsiteX47" fmla="*/ 10518592 w 16638830"/>
              <a:gd name="connsiteY47" fmla="*/ 9667143 h 12945916"/>
              <a:gd name="connsiteX48" fmla="*/ 11091106 w 16638830"/>
              <a:gd name="connsiteY48" fmla="*/ 9561278 h 12945916"/>
              <a:gd name="connsiteX49" fmla="*/ 11434198 w 16638830"/>
              <a:gd name="connsiteY49" fmla="*/ 8148707 h 12945916"/>
              <a:gd name="connsiteX50" fmla="*/ 12142990 w 16638830"/>
              <a:gd name="connsiteY50" fmla="*/ 9389981 h 12945916"/>
              <a:gd name="connsiteX51" fmla="*/ 12218100 w 16638830"/>
              <a:gd name="connsiteY51" fmla="*/ 9379154 h 12945916"/>
              <a:gd name="connsiteX52" fmla="*/ 13586164 w 16638830"/>
              <a:gd name="connsiteY52" fmla="*/ 9260038 h 12945916"/>
              <a:gd name="connsiteX53" fmla="*/ 13728599 w 16638830"/>
              <a:gd name="connsiteY53" fmla="*/ 9257287 h 12945916"/>
              <a:gd name="connsiteX54" fmla="*/ 14224411 w 16638830"/>
              <a:gd name="connsiteY54" fmla="*/ 7757833 h 12945916"/>
              <a:gd name="connsiteX55" fmla="*/ 14937746 w 16638830"/>
              <a:gd name="connsiteY55" fmla="*/ 9281884 h 12945916"/>
              <a:gd name="connsiteX56" fmla="*/ 15091064 w 16638830"/>
              <a:gd name="connsiteY56" fmla="*/ 9290932 h 12945916"/>
              <a:gd name="connsiteX57" fmla="*/ 15155560 w 16638830"/>
              <a:gd name="connsiteY57" fmla="*/ 9296830 h 12945916"/>
              <a:gd name="connsiteX58" fmla="*/ 15150103 w 16638830"/>
              <a:gd name="connsiteY58" fmla="*/ 9150003 h 12945916"/>
              <a:gd name="connsiteX59" fmla="*/ 15154211 w 16638830"/>
              <a:gd name="connsiteY59" fmla="*/ 8829791 h 12945916"/>
              <a:gd name="connsiteX60" fmla="*/ 15158102 w 16638830"/>
              <a:gd name="connsiteY60" fmla="*/ 8753763 h 12945916"/>
              <a:gd name="connsiteX61" fmla="*/ 15157593 w 16638830"/>
              <a:gd name="connsiteY61" fmla="*/ 8653549 h 12945916"/>
              <a:gd name="connsiteX62" fmla="*/ 15167897 w 16638830"/>
              <a:gd name="connsiteY62" fmla="*/ 8295217 h 12945916"/>
              <a:gd name="connsiteX63" fmla="*/ 15167897 w 16638830"/>
              <a:gd name="connsiteY63" fmla="*/ 7493767 h 12945916"/>
              <a:gd name="connsiteX64" fmla="*/ 15173332 w 16638830"/>
              <a:gd name="connsiteY64" fmla="*/ 7451771 h 12945916"/>
              <a:gd name="connsiteX65" fmla="*/ 15172426 w 16638830"/>
              <a:gd name="connsiteY65" fmla="*/ 7329497 h 12945916"/>
              <a:gd name="connsiteX66" fmla="*/ 15155909 w 16638830"/>
              <a:gd name="connsiteY66" fmla="*/ 6788405 h 12945916"/>
              <a:gd name="connsiteX67" fmla="*/ 15158384 w 16638830"/>
              <a:gd name="connsiteY67" fmla="*/ 6768569 h 12945916"/>
              <a:gd name="connsiteX68" fmla="*/ 15156551 w 16638830"/>
              <a:gd name="connsiteY68" fmla="*/ 6650507 h 12945916"/>
              <a:gd name="connsiteX69" fmla="*/ 15167897 w 16638830"/>
              <a:gd name="connsiteY69" fmla="*/ 6291593 h 12945916"/>
              <a:gd name="connsiteX70" fmla="*/ 15167897 w 16638830"/>
              <a:gd name="connsiteY70" fmla="*/ 6024445 h 12945916"/>
              <a:gd name="connsiteX71" fmla="*/ 15160581 w 16638830"/>
              <a:gd name="connsiteY71" fmla="*/ 5712841 h 12945916"/>
              <a:gd name="connsiteX72" fmla="*/ 15161113 w 16638830"/>
              <a:gd name="connsiteY72" fmla="*/ 5706361 h 12945916"/>
              <a:gd name="connsiteX73" fmla="*/ 15156846 w 16638830"/>
              <a:gd name="connsiteY73" fmla="*/ 5674323 h 12945916"/>
              <a:gd name="connsiteX74" fmla="*/ 15167897 w 16638830"/>
              <a:gd name="connsiteY74" fmla="*/ 5089421 h 12945916"/>
              <a:gd name="connsiteX75" fmla="*/ 15162453 w 16638830"/>
              <a:gd name="connsiteY75" fmla="*/ 5007687 h 12945916"/>
              <a:gd name="connsiteX76" fmla="*/ 15164181 w 16638830"/>
              <a:gd name="connsiteY76" fmla="*/ 4981077 h 12945916"/>
              <a:gd name="connsiteX77" fmla="*/ 15164702 w 16638830"/>
              <a:gd name="connsiteY77" fmla="*/ 4809325 h 12945916"/>
              <a:gd name="connsiteX78" fmla="*/ 15165175 w 16638830"/>
              <a:gd name="connsiteY78" fmla="*/ 4732129 h 12945916"/>
              <a:gd name="connsiteX79" fmla="*/ 15164187 w 16638830"/>
              <a:gd name="connsiteY79" fmla="*/ 4699441 h 12945916"/>
              <a:gd name="connsiteX80" fmla="*/ 15166133 w 16638830"/>
              <a:gd name="connsiteY80" fmla="*/ 4575729 h 12945916"/>
              <a:gd name="connsiteX81" fmla="*/ 15167897 w 16638830"/>
              <a:gd name="connsiteY81" fmla="*/ 4287973 h 12945916"/>
              <a:gd name="connsiteX82" fmla="*/ 15167799 w 16638830"/>
              <a:gd name="connsiteY82" fmla="*/ 4133873 h 12945916"/>
              <a:gd name="connsiteX83" fmla="*/ 15166906 w 16638830"/>
              <a:gd name="connsiteY83" fmla="*/ 3948505 h 12945916"/>
              <a:gd name="connsiteX84" fmla="*/ 15167941 w 16638830"/>
              <a:gd name="connsiteY84" fmla="*/ 3899971 h 12945916"/>
              <a:gd name="connsiteX85" fmla="*/ 15167897 w 16638830"/>
              <a:gd name="connsiteY85" fmla="*/ 3887245 h 12945916"/>
              <a:gd name="connsiteX86" fmla="*/ 15167897 w 16638830"/>
              <a:gd name="connsiteY86" fmla="*/ 3620097 h 12945916"/>
              <a:gd name="connsiteX87" fmla="*/ 15168120 w 16638830"/>
              <a:gd name="connsiteY87" fmla="*/ 3592631 h 12945916"/>
              <a:gd name="connsiteX88" fmla="*/ 15114741 w 16638830"/>
              <a:gd name="connsiteY88" fmla="*/ 3589545 h 12945916"/>
              <a:gd name="connsiteX89" fmla="*/ 15099115 w 16638830"/>
              <a:gd name="connsiteY89" fmla="*/ 3589523 h 12945916"/>
              <a:gd name="connsiteX90" fmla="*/ 15029719 w 16638830"/>
              <a:gd name="connsiteY90" fmla="*/ 3591945 h 12945916"/>
              <a:gd name="connsiteX91" fmla="*/ 14951087 w 16638830"/>
              <a:gd name="connsiteY91" fmla="*/ 3596469 h 12945916"/>
              <a:gd name="connsiteX92" fmla="*/ 14913598 w 16638830"/>
              <a:gd name="connsiteY92" fmla="*/ 3596129 h 12945916"/>
              <a:gd name="connsiteX93" fmla="*/ 14863547 w 16638830"/>
              <a:gd name="connsiteY93" fmla="*/ 3598285 h 12945916"/>
              <a:gd name="connsiteX94" fmla="*/ 14419972 w 16638830"/>
              <a:gd name="connsiteY94" fmla="*/ 3595489 h 12945916"/>
              <a:gd name="connsiteX95" fmla="*/ 14204979 w 16638830"/>
              <a:gd name="connsiteY95" fmla="*/ 3595489 h 12945916"/>
              <a:gd name="connsiteX96" fmla="*/ 14103603 w 16638830"/>
              <a:gd name="connsiteY96" fmla="*/ 3587809 h 12945916"/>
              <a:gd name="connsiteX97" fmla="*/ 13997990 w 16638830"/>
              <a:gd name="connsiteY97" fmla="*/ 3584539 h 12945916"/>
              <a:gd name="connsiteX98" fmla="*/ 13830472 w 16638830"/>
              <a:gd name="connsiteY98" fmla="*/ 3595489 h 12945916"/>
              <a:gd name="connsiteX99" fmla="*/ 13615478 w 16638830"/>
              <a:gd name="connsiteY99" fmla="*/ 3595489 h 12945916"/>
              <a:gd name="connsiteX100" fmla="*/ 13420773 w 16638830"/>
              <a:gd name="connsiteY100" fmla="*/ 3604125 h 12945916"/>
              <a:gd name="connsiteX101" fmla="*/ 13355166 w 16638830"/>
              <a:gd name="connsiteY101" fmla="*/ 3603721 h 12945916"/>
              <a:gd name="connsiteX102" fmla="*/ 13284787 w 16638830"/>
              <a:gd name="connsiteY102" fmla="*/ 3607429 h 12945916"/>
              <a:gd name="connsiteX103" fmla="*/ 12831473 w 16638830"/>
              <a:gd name="connsiteY103" fmla="*/ 3604061 h 12945916"/>
              <a:gd name="connsiteX104" fmla="*/ 12677293 w 16638830"/>
              <a:gd name="connsiteY104" fmla="*/ 3596425 h 12945916"/>
              <a:gd name="connsiteX105" fmla="*/ 12526409 w 16638830"/>
              <a:gd name="connsiteY105" fmla="*/ 3601183 h 12945916"/>
              <a:gd name="connsiteX106" fmla="*/ 12263408 w 16638830"/>
              <a:gd name="connsiteY106" fmla="*/ 3599673 h 12945916"/>
              <a:gd name="connsiteX107" fmla="*/ 12192151 w 16638830"/>
              <a:gd name="connsiteY107" fmla="*/ 3598801 h 12945916"/>
              <a:gd name="connsiteX108" fmla="*/ 12072697 w 16638830"/>
              <a:gd name="connsiteY108" fmla="*/ 3602157 h 12945916"/>
              <a:gd name="connsiteX109" fmla="*/ 11812011 w 16638830"/>
              <a:gd name="connsiteY109" fmla="*/ 3605361 h 12945916"/>
              <a:gd name="connsiteX110" fmla="*/ 11598015 w 16638830"/>
              <a:gd name="connsiteY110" fmla="*/ 3595829 h 12945916"/>
              <a:gd name="connsiteX111" fmla="*/ 11247474 w 16638830"/>
              <a:gd name="connsiteY111" fmla="*/ 3597067 h 12945916"/>
              <a:gd name="connsiteX112" fmla="*/ 10841355 w 16638830"/>
              <a:gd name="connsiteY112" fmla="*/ 3595489 h 12945916"/>
              <a:gd name="connsiteX113" fmla="*/ 10626361 w 16638830"/>
              <a:gd name="connsiteY113" fmla="*/ 3595489 h 12945916"/>
              <a:gd name="connsiteX114" fmla="*/ 10578265 w 16638830"/>
              <a:gd name="connsiteY114" fmla="*/ 3595465 h 12945916"/>
              <a:gd name="connsiteX115" fmla="*/ 10577814 w 16638830"/>
              <a:gd name="connsiteY115" fmla="*/ 3595489 h 12945916"/>
              <a:gd name="connsiteX116" fmla="*/ 10043794 w 16638830"/>
              <a:gd name="connsiteY116" fmla="*/ 3595489 h 12945916"/>
              <a:gd name="connsiteX117" fmla="*/ 10023936 w 16638830"/>
              <a:gd name="connsiteY117" fmla="*/ 3593697 h 12945916"/>
              <a:gd name="connsiteX118" fmla="*/ 9932831 w 16638830"/>
              <a:gd name="connsiteY118" fmla="*/ 3595489 h 12945916"/>
              <a:gd name="connsiteX119" fmla="*/ 9436842 w 16638830"/>
              <a:gd name="connsiteY119" fmla="*/ 3595633 h 12945916"/>
              <a:gd name="connsiteX120" fmla="*/ 9358538 w 16638830"/>
              <a:gd name="connsiteY120" fmla="*/ 3594973 h 12945916"/>
              <a:gd name="connsiteX121" fmla="*/ 9350265 w 16638830"/>
              <a:gd name="connsiteY121" fmla="*/ 3595489 h 12945916"/>
              <a:gd name="connsiteX122" fmla="*/ 8948078 w 16638830"/>
              <a:gd name="connsiteY122" fmla="*/ 3602293 h 12945916"/>
              <a:gd name="connsiteX123" fmla="*/ 8635546 w 16638830"/>
              <a:gd name="connsiteY123" fmla="*/ 3597577 h 12945916"/>
              <a:gd name="connsiteX124" fmla="*/ 8624873 w 16638830"/>
              <a:gd name="connsiteY124" fmla="*/ 3597493 h 12945916"/>
              <a:gd name="connsiteX125" fmla="*/ 8461517 w 16638830"/>
              <a:gd name="connsiteY125" fmla="*/ 3595465 h 12945916"/>
              <a:gd name="connsiteX126" fmla="*/ 8357321 w 16638830"/>
              <a:gd name="connsiteY126" fmla="*/ 3595403 h 12945916"/>
              <a:gd name="connsiteX127" fmla="*/ 8342349 w 16638830"/>
              <a:gd name="connsiteY127" fmla="*/ 3595413 h 12945916"/>
              <a:gd name="connsiteX128" fmla="*/ 8258802 w 16638830"/>
              <a:gd name="connsiteY128" fmla="*/ 3596101 h 12945916"/>
              <a:gd name="connsiteX129" fmla="*/ 8122718 w 16638830"/>
              <a:gd name="connsiteY129" fmla="*/ 3595489 h 12945916"/>
              <a:gd name="connsiteX130" fmla="*/ 7658432 w 16638830"/>
              <a:gd name="connsiteY130" fmla="*/ 3595515 h 12945916"/>
              <a:gd name="connsiteX131" fmla="*/ 7649864 w 16638830"/>
              <a:gd name="connsiteY131" fmla="*/ 3595525 h 12945916"/>
              <a:gd name="connsiteX132" fmla="*/ 7654187 w 16638830"/>
              <a:gd name="connsiteY132" fmla="*/ 3653189 h 12945916"/>
              <a:gd name="connsiteX133" fmla="*/ 7655899 w 16638830"/>
              <a:gd name="connsiteY133" fmla="*/ 3745133 h 12945916"/>
              <a:gd name="connsiteX134" fmla="*/ 7650277 w 16638830"/>
              <a:gd name="connsiteY134" fmla="*/ 3861715 h 12945916"/>
              <a:gd name="connsiteX135" fmla="*/ 7646542 w 16638830"/>
              <a:gd name="connsiteY135" fmla="*/ 4001769 h 12945916"/>
              <a:gd name="connsiteX136" fmla="*/ 7646068 w 16638830"/>
              <a:gd name="connsiteY136" fmla="*/ 4121841 h 12945916"/>
              <a:gd name="connsiteX137" fmla="*/ 7647579 w 16638830"/>
              <a:gd name="connsiteY137" fmla="*/ 4250421 h 12945916"/>
              <a:gd name="connsiteX138" fmla="*/ 7647345 w 16638830"/>
              <a:gd name="connsiteY138" fmla="*/ 4303625 h 12945916"/>
              <a:gd name="connsiteX139" fmla="*/ 7652278 w 16638830"/>
              <a:gd name="connsiteY139" fmla="*/ 4398005 h 12945916"/>
              <a:gd name="connsiteX140" fmla="*/ 7652663 w 16638830"/>
              <a:gd name="connsiteY140" fmla="*/ 4502271 h 12945916"/>
              <a:gd name="connsiteX141" fmla="*/ 7646416 w 16638830"/>
              <a:gd name="connsiteY141" fmla="*/ 4631933 h 12945916"/>
              <a:gd name="connsiteX142" fmla="*/ 7646068 w 16638830"/>
              <a:gd name="connsiteY142" fmla="*/ 4816801 h 12945916"/>
              <a:gd name="connsiteX143" fmla="*/ 7645421 w 16638830"/>
              <a:gd name="connsiteY143" fmla="*/ 5006287 h 12945916"/>
              <a:gd name="connsiteX144" fmla="*/ 7646068 w 16638830"/>
              <a:gd name="connsiteY144" fmla="*/ 5013489 h 12945916"/>
              <a:gd name="connsiteX145" fmla="*/ 7650430 w 16638830"/>
              <a:gd name="connsiteY145" fmla="*/ 5511837 h 12945916"/>
              <a:gd name="connsiteX146" fmla="*/ 7648616 w 16638830"/>
              <a:gd name="connsiteY146" fmla="*/ 5593597 h 12945916"/>
              <a:gd name="connsiteX147" fmla="*/ 7655391 w 16638830"/>
              <a:gd name="connsiteY147" fmla="*/ 5811217 h 12945916"/>
              <a:gd name="connsiteX148" fmla="*/ 7654940 w 16638830"/>
              <a:gd name="connsiteY148" fmla="*/ 5944569 h 12945916"/>
              <a:gd name="connsiteX149" fmla="*/ 7649648 w 16638830"/>
              <a:gd name="connsiteY149" fmla="*/ 6007081 h 12945916"/>
              <a:gd name="connsiteX150" fmla="*/ 7650296 w 16638830"/>
              <a:gd name="connsiteY150" fmla="*/ 6044429 h 12945916"/>
              <a:gd name="connsiteX151" fmla="*/ 7646068 w 16638830"/>
              <a:gd name="connsiteY151" fmla="*/ 6403411 h 12945916"/>
              <a:gd name="connsiteX152" fmla="*/ 7641098 w 16638830"/>
              <a:gd name="connsiteY152" fmla="*/ 6536519 h 12945916"/>
              <a:gd name="connsiteX153" fmla="*/ 7646068 w 16638830"/>
              <a:gd name="connsiteY153" fmla="*/ 6586985 h 12945916"/>
              <a:gd name="connsiteX154" fmla="*/ 7646068 w 16638830"/>
              <a:gd name="connsiteY154" fmla="*/ 7478633 h 12945916"/>
              <a:gd name="connsiteX155" fmla="*/ 7326462 w 16638830"/>
              <a:gd name="connsiteY155" fmla="*/ 7495571 h 12945916"/>
              <a:gd name="connsiteX156" fmla="*/ 6963338 w 16638830"/>
              <a:gd name="connsiteY156" fmla="*/ 7478633 h 12945916"/>
              <a:gd name="connsiteX157" fmla="*/ 6949608 w 16638830"/>
              <a:gd name="connsiteY157" fmla="*/ 6885459 h 12945916"/>
              <a:gd name="connsiteX158" fmla="*/ 6961218 w 16638830"/>
              <a:gd name="connsiteY158" fmla="*/ 6766125 h 12945916"/>
              <a:gd name="connsiteX159" fmla="*/ 6955763 w 16638830"/>
              <a:gd name="connsiteY159" fmla="*/ 6619769 h 12945916"/>
              <a:gd name="connsiteX160" fmla="*/ 6957877 w 16638830"/>
              <a:gd name="connsiteY160" fmla="*/ 6448797 h 12945916"/>
              <a:gd name="connsiteX161" fmla="*/ 6960919 w 16638830"/>
              <a:gd name="connsiteY161" fmla="*/ 6349813 h 12945916"/>
              <a:gd name="connsiteX162" fmla="*/ 6956446 w 16638830"/>
              <a:gd name="connsiteY162" fmla="*/ 6272413 h 12945916"/>
              <a:gd name="connsiteX163" fmla="*/ 6963338 w 16638830"/>
              <a:gd name="connsiteY163" fmla="*/ 6128049 h 12945916"/>
              <a:gd name="connsiteX164" fmla="*/ 6963338 w 16638830"/>
              <a:gd name="connsiteY164" fmla="*/ 5393751 h 12945916"/>
              <a:gd name="connsiteX165" fmla="*/ 6960743 w 16638830"/>
              <a:gd name="connsiteY165" fmla="*/ 5235083 h 12945916"/>
              <a:gd name="connsiteX166" fmla="*/ 6959122 w 16638830"/>
              <a:gd name="connsiteY166" fmla="*/ 5157537 h 12945916"/>
              <a:gd name="connsiteX167" fmla="*/ 6956959 w 16638830"/>
              <a:gd name="connsiteY167" fmla="*/ 5084261 h 12945916"/>
              <a:gd name="connsiteX168" fmla="*/ 6963338 w 16638830"/>
              <a:gd name="connsiteY168" fmla="*/ 4659453 h 12945916"/>
              <a:gd name="connsiteX169" fmla="*/ 6975105 w 16638830"/>
              <a:gd name="connsiteY169" fmla="*/ 4416001 h 12945916"/>
              <a:gd name="connsiteX170" fmla="*/ 6977118 w 16638830"/>
              <a:gd name="connsiteY170" fmla="*/ 4303077 h 12945916"/>
              <a:gd name="connsiteX171" fmla="*/ 6963338 w 16638830"/>
              <a:gd name="connsiteY171" fmla="*/ 4121841 h 12945916"/>
              <a:gd name="connsiteX172" fmla="*/ 6960200 w 16638830"/>
              <a:gd name="connsiteY172" fmla="*/ 3770817 h 12945916"/>
              <a:gd name="connsiteX173" fmla="*/ 6967390 w 16638830"/>
              <a:gd name="connsiteY173" fmla="*/ 3655291 h 12945916"/>
              <a:gd name="connsiteX174" fmla="*/ 6965416 w 16638830"/>
              <a:gd name="connsiteY174" fmla="*/ 3601505 h 12945916"/>
              <a:gd name="connsiteX175" fmla="*/ 6930186 w 16638830"/>
              <a:gd name="connsiteY175" fmla="*/ 3598729 h 12945916"/>
              <a:gd name="connsiteX176" fmla="*/ 6839686 w 16638830"/>
              <a:gd name="connsiteY176" fmla="*/ 3595489 h 12945916"/>
              <a:gd name="connsiteX177" fmla="*/ 6661860 w 16638830"/>
              <a:gd name="connsiteY177" fmla="*/ 3594821 h 12945916"/>
              <a:gd name="connsiteX178" fmla="*/ 6571673 w 16638830"/>
              <a:gd name="connsiteY178" fmla="*/ 3595565 h 12945916"/>
              <a:gd name="connsiteX179" fmla="*/ 6361149 w 16638830"/>
              <a:gd name="connsiteY179" fmla="*/ 3595489 h 12945916"/>
              <a:gd name="connsiteX180" fmla="*/ 6300753 w 16638830"/>
              <a:gd name="connsiteY180" fmla="*/ 3594533 h 12945916"/>
              <a:gd name="connsiteX181" fmla="*/ 5986644 w 16638830"/>
              <a:gd name="connsiteY181" fmla="*/ 3595489 h 12945916"/>
              <a:gd name="connsiteX182" fmla="*/ 5316185 w 16638830"/>
              <a:gd name="connsiteY182" fmla="*/ 3605101 h 12945916"/>
              <a:gd name="connsiteX183" fmla="*/ 5196028 w 16638830"/>
              <a:gd name="connsiteY183" fmla="*/ 3598775 h 12945916"/>
              <a:gd name="connsiteX184" fmla="*/ 5121489 w 16638830"/>
              <a:gd name="connsiteY184" fmla="*/ 3600137 h 12945916"/>
              <a:gd name="connsiteX185" fmla="*/ 4974090 w 16638830"/>
              <a:gd name="connsiteY185" fmla="*/ 3595489 h 12945916"/>
              <a:gd name="connsiteX186" fmla="*/ 4307098 w 16638830"/>
              <a:gd name="connsiteY186" fmla="*/ 3606813 h 12945916"/>
              <a:gd name="connsiteX187" fmla="*/ 4233245 w 16638830"/>
              <a:gd name="connsiteY187" fmla="*/ 3602317 h 12945916"/>
              <a:gd name="connsiteX188" fmla="*/ 4165401 w 16638830"/>
              <a:gd name="connsiteY188" fmla="*/ 3612111 h 12945916"/>
              <a:gd name="connsiteX189" fmla="*/ 3906053 w 16638830"/>
              <a:gd name="connsiteY189" fmla="*/ 3595489 h 12945916"/>
              <a:gd name="connsiteX190" fmla="*/ 3764016 w 16638830"/>
              <a:gd name="connsiteY190" fmla="*/ 3592737 h 12945916"/>
              <a:gd name="connsiteX191" fmla="*/ 3602309 w 16638830"/>
              <a:gd name="connsiteY191" fmla="*/ 3590829 h 12945916"/>
              <a:gd name="connsiteX192" fmla="*/ 3482213 w 16638830"/>
              <a:gd name="connsiteY192" fmla="*/ 3594221 h 12945916"/>
              <a:gd name="connsiteX193" fmla="*/ 3369969 w 16638830"/>
              <a:gd name="connsiteY193" fmla="*/ 3596123 h 12945916"/>
              <a:gd name="connsiteX194" fmla="*/ 3297023 w 16638830"/>
              <a:gd name="connsiteY194" fmla="*/ 3595669 h 12945916"/>
              <a:gd name="connsiteX195" fmla="*/ 3298823 w 16638830"/>
              <a:gd name="connsiteY195" fmla="*/ 3638759 h 12945916"/>
              <a:gd name="connsiteX196" fmla="*/ 3292596 w 16638830"/>
              <a:gd name="connsiteY196" fmla="*/ 4130605 h 12945916"/>
              <a:gd name="connsiteX197" fmla="*/ 3291089 w 16638830"/>
              <a:gd name="connsiteY197" fmla="*/ 4344797 h 12945916"/>
              <a:gd name="connsiteX198" fmla="*/ 3306915 w 16638830"/>
              <a:gd name="connsiteY198" fmla="*/ 4558099 h 12945916"/>
              <a:gd name="connsiteX199" fmla="*/ 3291002 w 16638830"/>
              <a:gd name="connsiteY199" fmla="*/ 5249253 h 12945916"/>
              <a:gd name="connsiteX200" fmla="*/ 3279172 w 16638830"/>
              <a:gd name="connsiteY200" fmla="*/ 5348875 h 12945916"/>
              <a:gd name="connsiteX201" fmla="*/ 3277207 w 16638830"/>
              <a:gd name="connsiteY201" fmla="*/ 5373265 h 12945916"/>
              <a:gd name="connsiteX202" fmla="*/ 3289497 w 16638830"/>
              <a:gd name="connsiteY202" fmla="*/ 5569865 h 12945916"/>
              <a:gd name="connsiteX203" fmla="*/ 3291002 w 16638830"/>
              <a:gd name="connsiteY203" fmla="*/ 5580417 h 12945916"/>
              <a:gd name="connsiteX204" fmla="*/ 3291121 w 16638830"/>
              <a:gd name="connsiteY204" fmla="*/ 5595585 h 12945916"/>
              <a:gd name="connsiteX205" fmla="*/ 3306312 w 16638830"/>
              <a:gd name="connsiteY205" fmla="*/ 5806333 h 12945916"/>
              <a:gd name="connsiteX206" fmla="*/ 3295140 w 16638830"/>
              <a:gd name="connsiteY206" fmla="*/ 6155909 h 12945916"/>
              <a:gd name="connsiteX207" fmla="*/ 3291114 w 16638830"/>
              <a:gd name="connsiteY207" fmla="*/ 6378475 h 12945916"/>
              <a:gd name="connsiteX208" fmla="*/ 3293648 w 16638830"/>
              <a:gd name="connsiteY208" fmla="*/ 6544229 h 12945916"/>
              <a:gd name="connsiteX209" fmla="*/ 3291002 w 16638830"/>
              <a:gd name="connsiteY209" fmla="*/ 7046993 h 12945916"/>
              <a:gd name="connsiteX210" fmla="*/ 3290683 w 16638830"/>
              <a:gd name="connsiteY210" fmla="*/ 7052521 h 12945916"/>
              <a:gd name="connsiteX211" fmla="*/ 3295950 w 16638830"/>
              <a:gd name="connsiteY211" fmla="*/ 7214163 h 12945916"/>
              <a:gd name="connsiteX212" fmla="*/ 3291002 w 16638830"/>
              <a:gd name="connsiteY212" fmla="*/ 7736349 h 12945916"/>
              <a:gd name="connsiteX213" fmla="*/ 3289019 w 16638830"/>
              <a:gd name="connsiteY213" fmla="*/ 7777237 h 12945916"/>
              <a:gd name="connsiteX214" fmla="*/ 3291002 w 16638830"/>
              <a:gd name="connsiteY214" fmla="*/ 7824209 h 12945916"/>
              <a:gd name="connsiteX215" fmla="*/ 3291002 w 16638830"/>
              <a:gd name="connsiteY215" fmla="*/ 8614941 h 12945916"/>
              <a:gd name="connsiteX216" fmla="*/ 3290599 w 16638830"/>
              <a:gd name="connsiteY216" fmla="*/ 8623045 h 12945916"/>
              <a:gd name="connsiteX217" fmla="*/ 3291002 w 16638830"/>
              <a:gd name="connsiteY217" fmla="*/ 8628459 h 12945916"/>
              <a:gd name="connsiteX218" fmla="*/ 3291070 w 16638830"/>
              <a:gd name="connsiteY218" fmla="*/ 8789747 h 12945916"/>
              <a:gd name="connsiteX219" fmla="*/ 3283009 w 16638830"/>
              <a:gd name="connsiteY219" fmla="*/ 9026247 h 12945916"/>
              <a:gd name="connsiteX220" fmla="*/ 3289243 w 16638830"/>
              <a:gd name="connsiteY220" fmla="*/ 9208579 h 12945916"/>
              <a:gd name="connsiteX221" fmla="*/ 3291002 w 16638830"/>
              <a:gd name="connsiteY221" fmla="*/ 9405678 h 12945916"/>
              <a:gd name="connsiteX222" fmla="*/ 3289229 w 16638830"/>
              <a:gd name="connsiteY222" fmla="*/ 9502856 h 12945916"/>
              <a:gd name="connsiteX223" fmla="*/ 3291002 w 16638830"/>
              <a:gd name="connsiteY223" fmla="*/ 9534087 h 12945916"/>
              <a:gd name="connsiteX224" fmla="*/ 3297873 w 16638830"/>
              <a:gd name="connsiteY224" fmla="*/ 9745363 h 12945916"/>
              <a:gd name="connsiteX225" fmla="*/ 3289217 w 16638830"/>
              <a:gd name="connsiteY225" fmla="*/ 9797684 h 12945916"/>
              <a:gd name="connsiteX226" fmla="*/ 3291002 w 16638830"/>
              <a:gd name="connsiteY226" fmla="*/ 9851733 h 12945916"/>
              <a:gd name="connsiteX227" fmla="*/ 3296746 w 16638830"/>
              <a:gd name="connsiteY227" fmla="*/ 9986192 h 12945916"/>
              <a:gd name="connsiteX228" fmla="*/ 3301404 w 16638830"/>
              <a:gd name="connsiteY228" fmla="*/ 10084264 h 12945916"/>
              <a:gd name="connsiteX229" fmla="*/ 3301162 w 16638830"/>
              <a:gd name="connsiteY229" fmla="*/ 10089553 h 12945916"/>
              <a:gd name="connsiteX230" fmla="*/ 3305321 w 16638830"/>
              <a:gd name="connsiteY230" fmla="*/ 10186921 h 12945916"/>
              <a:gd name="connsiteX231" fmla="*/ 16611599 w 16638830"/>
              <a:gd name="connsiteY231" fmla="*/ 12945916 h 12945916"/>
              <a:gd name="connsiteX232" fmla="*/ 2828434 w 16638830"/>
              <a:gd name="connsiteY232" fmla="*/ 12945916 h 12945916"/>
              <a:gd name="connsiteX233" fmla="*/ 2821574 w 16638830"/>
              <a:gd name="connsiteY233" fmla="*/ 12912796 h 12945916"/>
              <a:gd name="connsiteX234" fmla="*/ 2740161 w 16638830"/>
              <a:gd name="connsiteY234" fmla="*/ 12910155 h 12945916"/>
              <a:gd name="connsiteX235" fmla="*/ 2397167 w 16638830"/>
              <a:gd name="connsiteY235" fmla="*/ 12913292 h 12945916"/>
              <a:gd name="connsiteX236" fmla="*/ 1841540 w 16638830"/>
              <a:gd name="connsiteY236" fmla="*/ 12913292 h 12945916"/>
              <a:gd name="connsiteX237" fmla="*/ 1828151 w 16638830"/>
              <a:gd name="connsiteY237" fmla="*/ 12526789 h 12945916"/>
              <a:gd name="connsiteX238" fmla="*/ 1833057 w 16638830"/>
              <a:gd name="connsiteY238" fmla="*/ 12462868 h 12945916"/>
              <a:gd name="connsiteX239" fmla="*/ 1832504 w 16638830"/>
              <a:gd name="connsiteY239" fmla="*/ 12421772 h 12945916"/>
              <a:gd name="connsiteX240" fmla="*/ 1841540 w 16638830"/>
              <a:gd name="connsiteY240" fmla="*/ 12250969 h 12945916"/>
              <a:gd name="connsiteX241" fmla="*/ 1836939 w 16638830"/>
              <a:gd name="connsiteY241" fmla="*/ 11882488 h 12945916"/>
              <a:gd name="connsiteX242" fmla="*/ 1837916 w 16638830"/>
              <a:gd name="connsiteY242" fmla="*/ 11841596 h 12945916"/>
              <a:gd name="connsiteX243" fmla="*/ 1832322 w 16638830"/>
              <a:gd name="connsiteY243" fmla="*/ 11645441 h 12945916"/>
              <a:gd name="connsiteX244" fmla="*/ 1841540 w 16638830"/>
              <a:gd name="connsiteY244" fmla="*/ 11446718 h 12945916"/>
              <a:gd name="connsiteX245" fmla="*/ 1850934 w 16638830"/>
              <a:gd name="connsiteY245" fmla="*/ 11355060 h 12945916"/>
              <a:gd name="connsiteX246" fmla="*/ 1854278 w 16638830"/>
              <a:gd name="connsiteY246" fmla="*/ 11235824 h 12945916"/>
              <a:gd name="connsiteX247" fmla="*/ 1841540 w 16638830"/>
              <a:gd name="connsiteY247" fmla="*/ 10784394 h 12945916"/>
              <a:gd name="connsiteX248" fmla="*/ 1840062 w 16638830"/>
              <a:gd name="connsiteY248" fmla="*/ 10754230 h 12945916"/>
              <a:gd name="connsiteX249" fmla="*/ 1828702 w 16638830"/>
              <a:gd name="connsiteY249" fmla="*/ 10626291 h 12945916"/>
              <a:gd name="connsiteX250" fmla="*/ 1834228 w 16638830"/>
              <a:gd name="connsiteY250" fmla="*/ 10513759 h 12945916"/>
              <a:gd name="connsiteX251" fmla="*/ 1840250 w 16638830"/>
              <a:gd name="connsiteY251" fmla="*/ 10452774 h 12945916"/>
              <a:gd name="connsiteX252" fmla="*/ 1840740 w 16638830"/>
              <a:gd name="connsiteY252" fmla="*/ 10444899 h 12945916"/>
              <a:gd name="connsiteX253" fmla="*/ 1841540 w 16638830"/>
              <a:gd name="connsiteY253" fmla="*/ 10338338 h 12945916"/>
              <a:gd name="connsiteX254" fmla="*/ 1841438 w 16638830"/>
              <a:gd name="connsiteY254" fmla="*/ 10273358 h 12945916"/>
              <a:gd name="connsiteX255" fmla="*/ 1838209 w 16638830"/>
              <a:gd name="connsiteY255" fmla="*/ 10155747 h 12945916"/>
              <a:gd name="connsiteX256" fmla="*/ 1835517 w 16638830"/>
              <a:gd name="connsiteY256" fmla="*/ 9970107 h 12945916"/>
              <a:gd name="connsiteX257" fmla="*/ 1841247 w 16638830"/>
              <a:gd name="connsiteY257" fmla="*/ 9773915 h 12945916"/>
              <a:gd name="connsiteX258" fmla="*/ 1841540 w 16638830"/>
              <a:gd name="connsiteY258" fmla="*/ 9547604 h 12945916"/>
              <a:gd name="connsiteX259" fmla="*/ 1841540 w 16638830"/>
              <a:gd name="connsiteY259" fmla="*/ 8871762 h 12945916"/>
              <a:gd name="connsiteX260" fmla="*/ 1833899 w 16638830"/>
              <a:gd name="connsiteY260" fmla="*/ 8485265 h 12945916"/>
              <a:gd name="connsiteX261" fmla="*/ 1840186 w 16638830"/>
              <a:gd name="connsiteY261" fmla="*/ 8341733 h 12945916"/>
              <a:gd name="connsiteX262" fmla="*/ 1837844 w 16638830"/>
              <a:gd name="connsiteY262" fmla="*/ 8219935 h 12945916"/>
              <a:gd name="connsiteX263" fmla="*/ 1841540 w 16638830"/>
              <a:gd name="connsiteY263" fmla="*/ 7621457 h 12945916"/>
              <a:gd name="connsiteX264" fmla="*/ 1829111 w 16638830"/>
              <a:gd name="connsiteY264" fmla="*/ 7489985 h 12945916"/>
              <a:gd name="connsiteX265" fmla="*/ 1830633 w 16638830"/>
              <a:gd name="connsiteY265" fmla="*/ 7419831 h 12945916"/>
              <a:gd name="connsiteX266" fmla="*/ 1828603 w 16638830"/>
              <a:gd name="connsiteY266" fmla="*/ 7401173 h 12945916"/>
              <a:gd name="connsiteX267" fmla="*/ 1836599 w 16638830"/>
              <a:gd name="connsiteY267" fmla="*/ 7201071 h 12945916"/>
              <a:gd name="connsiteX268" fmla="*/ 1841269 w 16638830"/>
              <a:gd name="connsiteY268" fmla="*/ 7080985 h 12945916"/>
              <a:gd name="connsiteX269" fmla="*/ 1841415 w 16638830"/>
              <a:gd name="connsiteY269" fmla="*/ 7069973 h 12945916"/>
              <a:gd name="connsiteX270" fmla="*/ 1836087 w 16638830"/>
              <a:gd name="connsiteY270" fmla="*/ 6897409 h 12945916"/>
              <a:gd name="connsiteX271" fmla="*/ 1841540 w 16638830"/>
              <a:gd name="connsiteY271" fmla="*/ 6168397 h 12945916"/>
              <a:gd name="connsiteX272" fmla="*/ 1842059 w 16638830"/>
              <a:gd name="connsiteY272" fmla="*/ 6163161 h 12945916"/>
              <a:gd name="connsiteX273" fmla="*/ 1841540 w 16638830"/>
              <a:gd name="connsiteY273" fmla="*/ 6154881 h 12945916"/>
              <a:gd name="connsiteX274" fmla="*/ 1835544 w 16638830"/>
              <a:gd name="connsiteY274" fmla="*/ 5681071 h 12945916"/>
              <a:gd name="connsiteX275" fmla="*/ 1841296 w 16638830"/>
              <a:gd name="connsiteY275" fmla="*/ 5487259 h 12945916"/>
              <a:gd name="connsiteX276" fmla="*/ 1832715 w 16638830"/>
              <a:gd name="connsiteY276" fmla="*/ 5300851 h 12945916"/>
              <a:gd name="connsiteX277" fmla="*/ 1841540 w 16638830"/>
              <a:gd name="connsiteY277" fmla="*/ 4931609 h 12945916"/>
              <a:gd name="connsiteX278" fmla="*/ 1845727 w 16638830"/>
              <a:gd name="connsiteY278" fmla="*/ 4862999 h 12945916"/>
              <a:gd name="connsiteX279" fmla="*/ 1841540 w 16638830"/>
              <a:gd name="connsiteY279" fmla="*/ 4688305 h 12945916"/>
              <a:gd name="connsiteX280" fmla="*/ 1841540 w 16638830"/>
              <a:gd name="connsiteY280" fmla="*/ 4357143 h 12945916"/>
              <a:gd name="connsiteX281" fmla="*/ 1841894 w 16638830"/>
              <a:gd name="connsiteY281" fmla="*/ 4347801 h 12945916"/>
              <a:gd name="connsiteX282" fmla="*/ 1844170 w 16638830"/>
              <a:gd name="connsiteY282" fmla="*/ 4200813 h 12945916"/>
              <a:gd name="connsiteX283" fmla="*/ 1841957 w 16638830"/>
              <a:gd name="connsiteY283" fmla="*/ 3622143 h 12945916"/>
              <a:gd name="connsiteX284" fmla="*/ 1841851 w 16638830"/>
              <a:gd name="connsiteY284" fmla="*/ 3595931 h 12945916"/>
              <a:gd name="connsiteX285" fmla="*/ 1825461 w 16638830"/>
              <a:gd name="connsiteY285" fmla="*/ 3595489 h 12945916"/>
              <a:gd name="connsiteX286" fmla="*/ 1131931 w 16638830"/>
              <a:gd name="connsiteY286" fmla="*/ 3595489 h 12945916"/>
              <a:gd name="connsiteX287" fmla="*/ 1024509 w 16638830"/>
              <a:gd name="connsiteY287" fmla="*/ 3586915 h 12945916"/>
              <a:gd name="connsiteX288" fmla="*/ 949194 w 16638830"/>
              <a:gd name="connsiteY288" fmla="*/ 3589967 h 12945916"/>
              <a:gd name="connsiteX289" fmla="*/ 916937 w 16638830"/>
              <a:gd name="connsiteY289" fmla="*/ 3595489 h 12945916"/>
              <a:gd name="connsiteX290" fmla="*/ 789163 w 16638830"/>
              <a:gd name="connsiteY290" fmla="*/ 3598977 h 12945916"/>
              <a:gd name="connsiteX291" fmla="*/ 753471 w 16638830"/>
              <a:gd name="connsiteY291" fmla="*/ 3598673 h 12945916"/>
              <a:gd name="connsiteX292" fmla="*/ 538080 w 16638830"/>
              <a:gd name="connsiteY292" fmla="*/ 3610213 h 12945916"/>
              <a:gd name="connsiteX293" fmla="*/ 367523 w 16638830"/>
              <a:gd name="connsiteY293" fmla="*/ 3613289 h 12945916"/>
              <a:gd name="connsiteX294" fmla="*/ 15347 w 16638830"/>
              <a:gd name="connsiteY294" fmla="*/ 3595489 h 12945916"/>
              <a:gd name="connsiteX295" fmla="*/ 15347 w 16638830"/>
              <a:gd name="connsiteY295" fmla="*/ 3064629 h 12945916"/>
              <a:gd name="connsiteX296" fmla="*/ 17710 w 16638830"/>
              <a:gd name="connsiteY296" fmla="*/ 3032305 h 12945916"/>
              <a:gd name="connsiteX297" fmla="*/ 15347 w 16638830"/>
              <a:gd name="connsiteY297" fmla="*/ 2992237 h 12945916"/>
              <a:gd name="connsiteX298" fmla="*/ 15347 w 16638830"/>
              <a:gd name="connsiteY298" fmla="*/ 2388989 h 12945916"/>
              <a:gd name="connsiteX299" fmla="*/ 16594 w 16638830"/>
              <a:gd name="connsiteY299" fmla="*/ 2376767 h 12945916"/>
              <a:gd name="connsiteX300" fmla="*/ 16817 w 16638830"/>
              <a:gd name="connsiteY300" fmla="*/ 2361679 h 12945916"/>
              <a:gd name="connsiteX301" fmla="*/ 15347 w 16638830"/>
              <a:gd name="connsiteY301" fmla="*/ 1906389 h 12945916"/>
              <a:gd name="connsiteX302" fmla="*/ 415 w 16638830"/>
              <a:gd name="connsiteY302" fmla="*/ 1585549 h 12945916"/>
              <a:gd name="connsiteX303" fmla="*/ 1021 w 16638830"/>
              <a:gd name="connsiteY303" fmla="*/ 1546519 h 12945916"/>
              <a:gd name="connsiteX304" fmla="*/ 6 w 16638830"/>
              <a:gd name="connsiteY304" fmla="*/ 1492537 h 12945916"/>
              <a:gd name="connsiteX305" fmla="*/ 15347 w 16638830"/>
              <a:gd name="connsiteY305" fmla="*/ 1182489 h 12945916"/>
              <a:gd name="connsiteX306" fmla="*/ 549365 w 16638830"/>
              <a:gd name="connsiteY306" fmla="*/ 1182489 h 12945916"/>
              <a:gd name="connsiteX307" fmla="*/ 826718 w 16638830"/>
              <a:gd name="connsiteY307" fmla="*/ 1182541 h 12945916"/>
              <a:gd name="connsiteX308" fmla="*/ 867953 w 16638830"/>
              <a:gd name="connsiteY308" fmla="*/ 1182521 h 12945916"/>
              <a:gd name="connsiteX309" fmla="*/ 868389 w 16638830"/>
              <a:gd name="connsiteY309" fmla="*/ 1182489 h 12945916"/>
              <a:gd name="connsiteX310" fmla="*/ 1880944 w 16638830"/>
              <a:gd name="connsiteY310" fmla="*/ 1182489 h 12945916"/>
              <a:gd name="connsiteX311" fmla="*/ 2490760 w 16638830"/>
              <a:gd name="connsiteY311" fmla="*/ 1173317 h 12945916"/>
              <a:gd name="connsiteX312" fmla="*/ 2558613 w 16638830"/>
              <a:gd name="connsiteY312" fmla="*/ 1175877 h 12945916"/>
              <a:gd name="connsiteX313" fmla="*/ 2707727 w 16638830"/>
              <a:gd name="connsiteY313" fmla="*/ 1164693 h 12945916"/>
              <a:gd name="connsiteX314" fmla="*/ 3323487 w 16638830"/>
              <a:gd name="connsiteY314" fmla="*/ 1182489 h 12945916"/>
              <a:gd name="connsiteX315" fmla="*/ 3381769 w 16638830"/>
              <a:gd name="connsiteY315" fmla="*/ 1186765 h 12945916"/>
              <a:gd name="connsiteX316" fmla="*/ 3427517 w 16638830"/>
              <a:gd name="connsiteY316" fmla="*/ 1182489 h 12945916"/>
              <a:gd name="connsiteX317" fmla="*/ 3802023 w 16638830"/>
              <a:gd name="connsiteY317" fmla="*/ 1182489 h 12945916"/>
              <a:gd name="connsiteX318" fmla="*/ 3981995 w 16638830"/>
              <a:gd name="connsiteY318" fmla="*/ 1189633 h 12945916"/>
              <a:gd name="connsiteX319" fmla="*/ 4207374 w 16638830"/>
              <a:gd name="connsiteY319" fmla="*/ 1192197 h 12945916"/>
              <a:gd name="connsiteX320" fmla="*/ 4336042 w 16638830"/>
              <a:gd name="connsiteY320" fmla="*/ 1182489 h 12945916"/>
              <a:gd name="connsiteX321" fmla="*/ 4551036 w 16638830"/>
              <a:gd name="connsiteY321" fmla="*/ 1182489 h 12945916"/>
              <a:gd name="connsiteX322" fmla="*/ 4712623 w 16638830"/>
              <a:gd name="connsiteY322" fmla="*/ 1178421 h 12945916"/>
              <a:gd name="connsiteX323" fmla="*/ 4716300 w 16638830"/>
              <a:gd name="connsiteY323" fmla="*/ 1178701 h 12945916"/>
              <a:gd name="connsiteX324" fmla="*/ 4761733 w 16638830"/>
              <a:gd name="connsiteY324" fmla="*/ 1175893 h 12945916"/>
              <a:gd name="connsiteX325" fmla="*/ 4870060 w 16638830"/>
              <a:gd name="connsiteY325" fmla="*/ 1182489 h 12945916"/>
              <a:gd name="connsiteX326" fmla="*/ 5018765 w 16638830"/>
              <a:gd name="connsiteY326" fmla="*/ 1184413 h 12945916"/>
              <a:gd name="connsiteX327" fmla="*/ 5161134 w 16638830"/>
              <a:gd name="connsiteY327" fmla="*/ 1184057 h 12945916"/>
              <a:gd name="connsiteX328" fmla="*/ 5300049 w 16638830"/>
              <a:gd name="connsiteY328" fmla="*/ 1182489 h 12945916"/>
              <a:gd name="connsiteX329" fmla="*/ 5413511 w 16638830"/>
              <a:gd name="connsiteY329" fmla="*/ 1182925 h 12945916"/>
              <a:gd name="connsiteX330" fmla="*/ 5435859 w 16638830"/>
              <a:gd name="connsiteY330" fmla="*/ 1182961 h 12945916"/>
              <a:gd name="connsiteX331" fmla="*/ 5467719 w 16638830"/>
              <a:gd name="connsiteY331" fmla="*/ 1182805 h 12945916"/>
              <a:gd name="connsiteX332" fmla="*/ 5468293 w 16638830"/>
              <a:gd name="connsiteY332" fmla="*/ 1182801 h 12945916"/>
              <a:gd name="connsiteX333" fmla="*/ 5515043 w 16638830"/>
              <a:gd name="connsiteY333" fmla="*/ 1182489 h 12945916"/>
              <a:gd name="connsiteX334" fmla="*/ 5516692 w 16638830"/>
              <a:gd name="connsiteY334" fmla="*/ 1182569 h 12945916"/>
              <a:gd name="connsiteX335" fmla="*/ 5524674 w 16638830"/>
              <a:gd name="connsiteY335" fmla="*/ 1182529 h 12945916"/>
              <a:gd name="connsiteX336" fmla="*/ 5723102 w 16638830"/>
              <a:gd name="connsiteY336" fmla="*/ 1182489 h 12945916"/>
              <a:gd name="connsiteX337" fmla="*/ 5938097 w 16638830"/>
              <a:gd name="connsiteY337" fmla="*/ 1182489 h 12945916"/>
              <a:gd name="connsiteX338" fmla="*/ 6153091 w 16638830"/>
              <a:gd name="connsiteY338" fmla="*/ 1182489 h 12945916"/>
              <a:gd name="connsiteX339" fmla="*/ 6275472 w 16638830"/>
              <a:gd name="connsiteY339" fmla="*/ 1183193 h 12945916"/>
              <a:gd name="connsiteX340" fmla="*/ 6358106 w 16638830"/>
              <a:gd name="connsiteY340" fmla="*/ 1183273 h 12945916"/>
              <a:gd name="connsiteX341" fmla="*/ 6368086 w 16638830"/>
              <a:gd name="connsiteY341" fmla="*/ 1182489 h 12945916"/>
              <a:gd name="connsiteX342" fmla="*/ 7380640 w 16638830"/>
              <a:gd name="connsiteY342" fmla="*/ 1182489 h 12945916"/>
              <a:gd name="connsiteX343" fmla="*/ 7381000 w 16638830"/>
              <a:gd name="connsiteY343" fmla="*/ 1182517 h 12945916"/>
              <a:gd name="connsiteX344" fmla="*/ 7743374 w 16638830"/>
              <a:gd name="connsiteY344" fmla="*/ 1182561 h 12945916"/>
              <a:gd name="connsiteX345" fmla="*/ 7754808 w 16638830"/>
              <a:gd name="connsiteY345" fmla="*/ 1182581 h 12945916"/>
              <a:gd name="connsiteX346" fmla="*/ 7755147 w 16638830"/>
              <a:gd name="connsiteY346" fmla="*/ 1182489 h 12945916"/>
              <a:gd name="connsiteX347" fmla="*/ 7781536 w 16638830"/>
              <a:gd name="connsiteY347" fmla="*/ 1182621 h 12945916"/>
              <a:gd name="connsiteX348" fmla="*/ 7987865 w 16638830"/>
              <a:gd name="connsiteY348" fmla="*/ 1182937 h 12945916"/>
              <a:gd name="connsiteX349" fmla="*/ 8178199 w 16638830"/>
              <a:gd name="connsiteY349" fmla="*/ 1182489 h 12945916"/>
              <a:gd name="connsiteX350" fmla="*/ 8306383 w 16638830"/>
              <a:gd name="connsiteY350" fmla="*/ 1181381 h 12945916"/>
              <a:gd name="connsiteX351" fmla="*/ 8430343 w 16638830"/>
              <a:gd name="connsiteY351" fmla="*/ 1173417 h 12945916"/>
              <a:gd name="connsiteX352" fmla="*/ 8759951 w 16638830"/>
              <a:gd name="connsiteY352" fmla="*/ 1177309 h 12945916"/>
              <a:gd name="connsiteX353" fmla="*/ 8942950 w 16638830"/>
              <a:gd name="connsiteY353" fmla="*/ 1181565 h 12945916"/>
              <a:gd name="connsiteX354" fmla="*/ 8976835 w 16638830"/>
              <a:gd name="connsiteY354" fmla="*/ 1179575 h 12945916"/>
              <a:gd name="connsiteX355" fmla="*/ 9685214 w 16638830"/>
              <a:gd name="connsiteY355" fmla="*/ 1163073 h 12945916"/>
              <a:gd name="connsiteX356" fmla="*/ 9727496 w 16638830"/>
              <a:gd name="connsiteY356" fmla="*/ 1164977 h 12945916"/>
              <a:gd name="connsiteX357" fmla="*/ 9752795 w 16638830"/>
              <a:gd name="connsiteY357" fmla="*/ 1164637 h 12945916"/>
              <a:gd name="connsiteX358" fmla="*/ 9995248 w 16638830"/>
              <a:gd name="connsiteY358" fmla="*/ 1182489 h 12945916"/>
              <a:gd name="connsiteX359" fmla="*/ 10164176 w 16638830"/>
              <a:gd name="connsiteY359" fmla="*/ 1202393 h 12945916"/>
              <a:gd name="connsiteX360" fmla="*/ 10364956 w 16638830"/>
              <a:gd name="connsiteY360" fmla="*/ 1202081 h 12945916"/>
              <a:gd name="connsiteX361" fmla="*/ 10416276 w 16638830"/>
              <a:gd name="connsiteY361" fmla="*/ 1199753 h 12945916"/>
              <a:gd name="connsiteX362" fmla="*/ 10529267 w 16638830"/>
              <a:gd name="connsiteY362" fmla="*/ 1182489 h 12945916"/>
              <a:gd name="connsiteX363" fmla="*/ 11222798 w 16638830"/>
              <a:gd name="connsiteY363" fmla="*/ 1182489 h 12945916"/>
              <a:gd name="connsiteX364" fmla="*/ 11407402 w 16638830"/>
              <a:gd name="connsiteY364" fmla="*/ 1186917 h 12945916"/>
              <a:gd name="connsiteX365" fmla="*/ 11499803 w 16638830"/>
              <a:gd name="connsiteY365" fmla="*/ 1188525 h 12945916"/>
              <a:gd name="connsiteX366" fmla="*/ 11645850 w 16638830"/>
              <a:gd name="connsiteY366" fmla="*/ 1182489 h 12945916"/>
              <a:gd name="connsiteX367" fmla="*/ 11980406 w 16638830"/>
              <a:gd name="connsiteY367" fmla="*/ 1164137 h 12945916"/>
              <a:gd name="connsiteX368" fmla="*/ 12033329 w 16638830"/>
              <a:gd name="connsiteY368" fmla="*/ 1168269 h 12945916"/>
              <a:gd name="connsiteX369" fmla="*/ 12070831 w 16638830"/>
              <a:gd name="connsiteY369" fmla="*/ 1166769 h 12945916"/>
              <a:gd name="connsiteX370" fmla="*/ 12256053 w 16638830"/>
              <a:gd name="connsiteY370" fmla="*/ 1167873 h 12945916"/>
              <a:gd name="connsiteX371" fmla="*/ 12446658 w 16638830"/>
              <a:gd name="connsiteY371" fmla="*/ 1182209 h 12945916"/>
              <a:gd name="connsiteX372" fmla="*/ 12590184 w 16638830"/>
              <a:gd name="connsiteY372" fmla="*/ 1175773 h 12945916"/>
              <a:gd name="connsiteX373" fmla="*/ 13032911 w 16638830"/>
              <a:gd name="connsiteY373" fmla="*/ 1182489 h 12945916"/>
              <a:gd name="connsiteX374" fmla="*/ 13075926 w 16638830"/>
              <a:gd name="connsiteY374" fmla="*/ 1186611 h 12945916"/>
              <a:gd name="connsiteX375" fmla="*/ 13167099 w 16638830"/>
              <a:gd name="connsiteY375" fmla="*/ 1190717 h 12945916"/>
              <a:gd name="connsiteX376" fmla="*/ 13344658 w 16638830"/>
              <a:gd name="connsiteY376" fmla="*/ 1188097 h 12945916"/>
              <a:gd name="connsiteX377" fmla="*/ 13351760 w 16638830"/>
              <a:gd name="connsiteY377" fmla="*/ 1187041 h 12945916"/>
              <a:gd name="connsiteX378" fmla="*/ 13407419 w 16638830"/>
              <a:gd name="connsiteY378" fmla="*/ 1182489 h 12945916"/>
              <a:gd name="connsiteX379" fmla="*/ 14100948 w 16638830"/>
              <a:gd name="connsiteY379" fmla="*/ 1182489 h 12945916"/>
              <a:gd name="connsiteX380" fmla="*/ 14149015 w 16638830"/>
              <a:gd name="connsiteY380" fmla="*/ 1185941 h 12945916"/>
              <a:gd name="connsiteX381" fmla="*/ 14200428 w 16638830"/>
              <a:gd name="connsiteY381" fmla="*/ 1186881 h 12945916"/>
              <a:gd name="connsiteX382" fmla="*/ 14211914 w 16638830"/>
              <a:gd name="connsiteY382" fmla="*/ 1182489 h 12945916"/>
              <a:gd name="connsiteX383" fmla="*/ 14296471 w 16638830"/>
              <a:gd name="connsiteY383" fmla="*/ 1183801 h 12945916"/>
              <a:gd name="connsiteX384" fmla="*/ 14365936 w 16638830"/>
              <a:gd name="connsiteY384" fmla="*/ 1184715 h 12945916"/>
              <a:gd name="connsiteX385" fmla="*/ 14499905 w 16638830"/>
              <a:gd name="connsiteY385" fmla="*/ 1178933 h 12945916"/>
              <a:gd name="connsiteX386" fmla="*/ 15113503 w 16638830"/>
              <a:gd name="connsiteY386" fmla="*/ 1182489 h 12945916"/>
              <a:gd name="connsiteX387" fmla="*/ 15116084 w 16638830"/>
              <a:gd name="connsiteY387" fmla="*/ 1182653 h 12945916"/>
              <a:gd name="connsiteX388" fmla="*/ 15120439 w 16638830"/>
              <a:gd name="connsiteY388" fmla="*/ 1182489 h 12945916"/>
              <a:gd name="connsiteX389" fmla="*/ 15148607 w 16638830"/>
              <a:gd name="connsiteY389" fmla="*/ 1181141 h 12945916"/>
              <a:gd name="connsiteX390" fmla="*/ 15165211 w 16638830"/>
              <a:gd name="connsiteY390" fmla="*/ 1181099 h 12945916"/>
              <a:gd name="connsiteX391" fmla="*/ 15167758 w 16638830"/>
              <a:gd name="connsiteY391" fmla="*/ 1087295 h 12945916"/>
              <a:gd name="connsiteX392" fmla="*/ 15165301 w 16638830"/>
              <a:gd name="connsiteY392" fmla="*/ 970433 h 12945916"/>
              <a:gd name="connsiteX393" fmla="*/ 15167406 w 16638830"/>
              <a:gd name="connsiteY393" fmla="*/ 844465 h 12945916"/>
              <a:gd name="connsiteX394" fmla="*/ 15167897 w 16638830"/>
              <a:gd name="connsiteY394" fmla="*/ 681449 h 12945916"/>
              <a:gd name="connsiteX395" fmla="*/ 15167897 w 16638830"/>
              <a:gd name="connsiteY395" fmla="*/ 13575 h 12945916"/>
              <a:gd name="connsiteX396" fmla="*/ 15221075 w 16638830"/>
              <a:gd name="connsiteY396" fmla="*/ 16905 h 12945916"/>
              <a:gd name="connsiteX397" fmla="*/ 15272572 w 16638830"/>
              <a:gd name="connsiteY397" fmla="*/ 17113 h 12945916"/>
              <a:gd name="connsiteX398" fmla="*/ 15665546 w 16638830"/>
              <a:gd name="connsiteY398" fmla="*/ 13575 h 12945916"/>
              <a:gd name="connsiteX399" fmla="*/ 15922618 w 16638830"/>
              <a:gd name="connsiteY399" fmla="*/ 17 h 12945916"/>
              <a:gd name="connsiteX400" fmla="*/ 16021037 w 16638830"/>
              <a:gd name="connsiteY400" fmla="*/ 3771 h 12945916"/>
              <a:gd name="connsiteX401" fmla="*/ 16111696 w 16638830"/>
              <a:gd name="connsiteY401" fmla="*/ 12779 h 12945916"/>
              <a:gd name="connsiteX402" fmla="*/ 16148701 w 16638830"/>
              <a:gd name="connsiteY402" fmla="*/ 13575 h 12945916"/>
              <a:gd name="connsiteX403" fmla="*/ 16208923 w 16638830"/>
              <a:gd name="connsiteY403" fmla="*/ 17873 h 12945916"/>
              <a:gd name="connsiteX404" fmla="*/ 16250027 w 16638830"/>
              <a:gd name="connsiteY404" fmla="*/ 20741 h 12945916"/>
              <a:gd name="connsiteX405" fmla="*/ 16343674 w 16638830"/>
              <a:gd name="connsiteY405" fmla="*/ 20353 h 12945916"/>
              <a:gd name="connsiteX406" fmla="*/ 16617360 w 16638830"/>
              <a:gd name="connsiteY406" fmla="*/ 13575 h 12945916"/>
              <a:gd name="connsiteX407" fmla="*/ 16622286 w 16638830"/>
              <a:gd name="connsiteY407" fmla="*/ 253571 h 12945916"/>
              <a:gd name="connsiteX408" fmla="*/ 16621513 w 16638830"/>
              <a:gd name="connsiteY408" fmla="*/ 269193 h 12945916"/>
              <a:gd name="connsiteX409" fmla="*/ 16621592 w 16638830"/>
              <a:gd name="connsiteY409" fmla="*/ 274001 h 12945916"/>
              <a:gd name="connsiteX410" fmla="*/ 16617360 w 16638830"/>
              <a:gd name="connsiteY410" fmla="*/ 815025 h 12945916"/>
              <a:gd name="connsiteX411" fmla="*/ 16623667 w 16638830"/>
              <a:gd name="connsiteY411" fmla="*/ 1238405 h 12945916"/>
              <a:gd name="connsiteX412" fmla="*/ 16616715 w 16638830"/>
              <a:gd name="connsiteY412" fmla="*/ 1386545 h 12945916"/>
              <a:gd name="connsiteX413" fmla="*/ 16614026 w 16638830"/>
              <a:gd name="connsiteY413" fmla="*/ 1541835 h 12945916"/>
              <a:gd name="connsiteX414" fmla="*/ 16616265 w 16638830"/>
              <a:gd name="connsiteY414" fmla="*/ 1598707 h 12945916"/>
              <a:gd name="connsiteX415" fmla="*/ 16617360 w 16638830"/>
              <a:gd name="connsiteY415" fmla="*/ 1616473 h 12945916"/>
              <a:gd name="connsiteX416" fmla="*/ 16625033 w 16638830"/>
              <a:gd name="connsiteY416" fmla="*/ 1755797 h 12945916"/>
              <a:gd name="connsiteX417" fmla="*/ 16624044 w 16638830"/>
              <a:gd name="connsiteY417" fmla="*/ 1799689 h 12945916"/>
              <a:gd name="connsiteX418" fmla="*/ 16630373 w 16638830"/>
              <a:gd name="connsiteY418" fmla="*/ 2052305 h 12945916"/>
              <a:gd name="connsiteX419" fmla="*/ 16627334 w 16638830"/>
              <a:gd name="connsiteY419" fmla="*/ 2174733 h 12945916"/>
              <a:gd name="connsiteX420" fmla="*/ 16618612 w 16638830"/>
              <a:gd name="connsiteY420" fmla="*/ 2270581 h 12945916"/>
              <a:gd name="connsiteX421" fmla="*/ 16618665 w 16638830"/>
              <a:gd name="connsiteY421" fmla="*/ 2275569 h 12945916"/>
              <a:gd name="connsiteX422" fmla="*/ 16613455 w 16638830"/>
              <a:gd name="connsiteY422" fmla="*/ 2447733 h 12945916"/>
              <a:gd name="connsiteX423" fmla="*/ 16610784 w 16638830"/>
              <a:gd name="connsiteY423" fmla="*/ 2604075 h 12945916"/>
              <a:gd name="connsiteX424" fmla="*/ 16617360 w 16638830"/>
              <a:gd name="connsiteY424" fmla="*/ 2685073 h 12945916"/>
              <a:gd name="connsiteX425" fmla="*/ 16617343 w 16638830"/>
              <a:gd name="connsiteY425" fmla="*/ 2779267 h 12945916"/>
              <a:gd name="connsiteX426" fmla="*/ 16616536 w 16638830"/>
              <a:gd name="connsiteY426" fmla="*/ 2797905 h 12945916"/>
              <a:gd name="connsiteX427" fmla="*/ 16617360 w 16638830"/>
              <a:gd name="connsiteY427" fmla="*/ 2818647 h 12945916"/>
              <a:gd name="connsiteX428" fmla="*/ 16623583 w 16638830"/>
              <a:gd name="connsiteY428" fmla="*/ 2950829 h 12945916"/>
              <a:gd name="connsiteX429" fmla="*/ 16620941 w 16638830"/>
              <a:gd name="connsiteY429" fmla="*/ 2999199 h 12945916"/>
              <a:gd name="connsiteX430" fmla="*/ 16621734 w 16638830"/>
              <a:gd name="connsiteY430" fmla="*/ 3009625 h 12945916"/>
              <a:gd name="connsiteX431" fmla="*/ 16617360 w 16638830"/>
              <a:gd name="connsiteY431" fmla="*/ 3219373 h 12945916"/>
              <a:gd name="connsiteX432" fmla="*/ 16623041 w 16638830"/>
              <a:gd name="connsiteY432" fmla="*/ 3332035 h 12945916"/>
              <a:gd name="connsiteX433" fmla="*/ 16620348 w 16638830"/>
              <a:gd name="connsiteY433" fmla="*/ 3420481 h 12945916"/>
              <a:gd name="connsiteX434" fmla="*/ 16620543 w 16638830"/>
              <a:gd name="connsiteY434" fmla="*/ 3483799 h 12945916"/>
              <a:gd name="connsiteX435" fmla="*/ 16619042 w 16638830"/>
              <a:gd name="connsiteY435" fmla="*/ 3674005 h 12945916"/>
              <a:gd name="connsiteX436" fmla="*/ 16620735 w 16638830"/>
              <a:gd name="connsiteY436" fmla="*/ 3728267 h 12945916"/>
              <a:gd name="connsiteX437" fmla="*/ 16617360 w 16638830"/>
              <a:gd name="connsiteY437" fmla="*/ 4154397 h 12945916"/>
              <a:gd name="connsiteX438" fmla="*/ 16620395 w 16638830"/>
              <a:gd name="connsiteY438" fmla="*/ 4459285 h 12945916"/>
              <a:gd name="connsiteX439" fmla="*/ 16631239 w 16638830"/>
              <a:gd name="connsiteY439" fmla="*/ 4594093 h 12945916"/>
              <a:gd name="connsiteX440" fmla="*/ 16617360 w 16638830"/>
              <a:gd name="connsiteY440" fmla="*/ 5222997 h 12945916"/>
              <a:gd name="connsiteX441" fmla="*/ 16614668 w 16638830"/>
              <a:gd name="connsiteY441" fmla="*/ 5264849 h 12945916"/>
              <a:gd name="connsiteX442" fmla="*/ 16617360 w 16638830"/>
              <a:gd name="connsiteY442" fmla="*/ 5490145 h 12945916"/>
              <a:gd name="connsiteX443" fmla="*/ 16616888 w 16638830"/>
              <a:gd name="connsiteY443" fmla="*/ 5804377 h 12945916"/>
              <a:gd name="connsiteX444" fmla="*/ 16616096 w 16638830"/>
              <a:gd name="connsiteY444" fmla="*/ 5880645 h 12945916"/>
              <a:gd name="connsiteX445" fmla="*/ 16617360 w 16638830"/>
              <a:gd name="connsiteY445" fmla="*/ 5890869 h 12945916"/>
              <a:gd name="connsiteX446" fmla="*/ 16617360 w 16638830"/>
              <a:gd name="connsiteY446" fmla="*/ 6825893 h 12945916"/>
              <a:gd name="connsiteX447" fmla="*/ 16613815 w 16638830"/>
              <a:gd name="connsiteY447" fmla="*/ 6973713 h 12945916"/>
              <a:gd name="connsiteX448" fmla="*/ 16615256 w 16638830"/>
              <a:gd name="connsiteY448" fmla="*/ 7022245 h 12945916"/>
              <a:gd name="connsiteX449" fmla="*/ 16616608 w 16638830"/>
              <a:gd name="connsiteY449" fmla="*/ 7029661 h 12945916"/>
              <a:gd name="connsiteX450" fmla="*/ 16617360 w 16638830"/>
              <a:gd name="connsiteY450" fmla="*/ 7093043 h 12945916"/>
              <a:gd name="connsiteX451" fmla="*/ 16617360 w 16638830"/>
              <a:gd name="connsiteY451" fmla="*/ 7493767 h 12945916"/>
              <a:gd name="connsiteX452" fmla="*/ 16624742 w 16638830"/>
              <a:gd name="connsiteY452" fmla="*/ 7877641 h 12945916"/>
              <a:gd name="connsiteX453" fmla="*/ 16624728 w 16638830"/>
              <a:gd name="connsiteY453" fmla="*/ 7891909 h 12945916"/>
              <a:gd name="connsiteX454" fmla="*/ 16627536 w 16638830"/>
              <a:gd name="connsiteY454" fmla="*/ 7941841 h 12945916"/>
              <a:gd name="connsiteX455" fmla="*/ 16617360 w 16638830"/>
              <a:gd name="connsiteY455" fmla="*/ 8562367 h 12945916"/>
              <a:gd name="connsiteX456" fmla="*/ 16617360 w 16638830"/>
              <a:gd name="connsiteY456" fmla="*/ 9230240 h 12945916"/>
              <a:gd name="connsiteX457" fmla="*/ 16614136 w 16638830"/>
              <a:gd name="connsiteY457" fmla="*/ 9261670 h 12945916"/>
              <a:gd name="connsiteX458" fmla="*/ 16617360 w 16638830"/>
              <a:gd name="connsiteY458" fmla="*/ 9363816 h 12945916"/>
              <a:gd name="connsiteX459" fmla="*/ 16613078 w 16638830"/>
              <a:gd name="connsiteY459" fmla="*/ 9502999 h 12945916"/>
              <a:gd name="connsiteX460" fmla="*/ 16611112 w 16638830"/>
              <a:gd name="connsiteY460" fmla="*/ 9565343 h 12945916"/>
              <a:gd name="connsiteX461" fmla="*/ 16612071 w 16638830"/>
              <a:gd name="connsiteY461" fmla="*/ 9597423 h 12945916"/>
              <a:gd name="connsiteX462" fmla="*/ 16617360 w 16638830"/>
              <a:gd name="connsiteY462" fmla="*/ 10031689 h 12945916"/>
              <a:gd name="connsiteX463" fmla="*/ 16614211 w 16638830"/>
              <a:gd name="connsiteY463" fmla="*/ 10246001 h 12945916"/>
              <a:gd name="connsiteX464" fmla="*/ 16617360 w 16638830"/>
              <a:gd name="connsiteY464" fmla="*/ 10298839 h 12945916"/>
              <a:gd name="connsiteX465" fmla="*/ 16617360 w 16638830"/>
              <a:gd name="connsiteY465" fmla="*/ 11100289 h 12945916"/>
              <a:gd name="connsiteX466" fmla="*/ 16615650 w 16638830"/>
              <a:gd name="connsiteY466" fmla="*/ 11218058 h 12945916"/>
              <a:gd name="connsiteX467" fmla="*/ 16614663 w 16638830"/>
              <a:gd name="connsiteY467" fmla="*/ 11411049 h 12945916"/>
              <a:gd name="connsiteX468" fmla="*/ 16615468 w 16638830"/>
              <a:gd name="connsiteY468" fmla="*/ 11438936 h 12945916"/>
              <a:gd name="connsiteX469" fmla="*/ 16617360 w 16638830"/>
              <a:gd name="connsiteY469" fmla="*/ 11634588 h 12945916"/>
              <a:gd name="connsiteX470" fmla="*/ 16615473 w 16638830"/>
              <a:gd name="connsiteY470" fmla="*/ 11736166 h 12945916"/>
              <a:gd name="connsiteX471" fmla="*/ 16617291 w 16638830"/>
              <a:gd name="connsiteY471" fmla="*/ 11895737 h 12945916"/>
              <a:gd name="connsiteX472" fmla="*/ 16620015 w 16638830"/>
              <a:gd name="connsiteY472" fmla="*/ 12006980 h 12945916"/>
              <a:gd name="connsiteX473" fmla="*/ 16623194 w 16638830"/>
              <a:gd name="connsiteY473" fmla="*/ 12189651 h 12945916"/>
              <a:gd name="connsiteX474" fmla="*/ 16624586 w 16638830"/>
              <a:gd name="connsiteY474" fmla="*/ 12258329 h 12945916"/>
              <a:gd name="connsiteX475" fmla="*/ 16617360 w 16638830"/>
              <a:gd name="connsiteY475" fmla="*/ 12703187 h 12945916"/>
              <a:gd name="connsiteX476" fmla="*/ 16611604 w 16638830"/>
              <a:gd name="connsiteY476" fmla="*/ 12939343 h 12945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</a:cxnLst>
            <a:rect l="l" t="t" r="r" b="b"/>
            <a:pathLst>
              <a:path w="16638830" h="12945916">
                <a:moveTo>
                  <a:pt x="3305260" y="10301076"/>
                </a:moveTo>
                <a:lnTo>
                  <a:pt x="3343499" y="10299494"/>
                </a:lnTo>
                <a:cubicBezTo>
                  <a:pt x="3464303" y="10291555"/>
                  <a:pt x="3514691" y="10294097"/>
                  <a:pt x="3543078" y="10297353"/>
                </a:cubicBezTo>
                <a:lnTo>
                  <a:pt x="3565541" y="10300289"/>
                </a:lnTo>
                <a:lnTo>
                  <a:pt x="3610649" y="10299494"/>
                </a:lnTo>
                <a:cubicBezTo>
                  <a:pt x="3627048" y="10296952"/>
                  <a:pt x="3660784" y="10296031"/>
                  <a:pt x="3704128" y="10295991"/>
                </a:cubicBezTo>
                <a:lnTo>
                  <a:pt x="3766922" y="10296735"/>
                </a:lnTo>
                <a:lnTo>
                  <a:pt x="3777610" y="10296546"/>
                </a:lnTo>
                <a:lnTo>
                  <a:pt x="3797605" y="10297098"/>
                </a:lnTo>
                <a:lnTo>
                  <a:pt x="3855254" y="10297781"/>
                </a:lnTo>
                <a:lnTo>
                  <a:pt x="3996816" y="10300088"/>
                </a:lnTo>
                <a:lnTo>
                  <a:pt x="4011374" y="10299494"/>
                </a:lnTo>
                <a:cubicBezTo>
                  <a:pt x="4062393" y="10294592"/>
                  <a:pt x="4222353" y="10294282"/>
                  <a:pt x="4406456" y="10295354"/>
                </a:cubicBezTo>
                <a:lnTo>
                  <a:pt x="4494177" y="10296047"/>
                </a:lnTo>
                <a:lnTo>
                  <a:pt x="4583353" y="10292300"/>
                </a:lnTo>
                <a:lnTo>
                  <a:pt x="4771440" y="10298197"/>
                </a:lnTo>
                <a:lnTo>
                  <a:pt x="4946397" y="10299494"/>
                </a:lnTo>
                <a:cubicBezTo>
                  <a:pt x="5167785" y="10300422"/>
                  <a:pt x="5323354" y="10288239"/>
                  <a:pt x="5582068" y="10290879"/>
                </a:cubicBezTo>
                <a:lnTo>
                  <a:pt x="5813080" y="10297528"/>
                </a:lnTo>
                <a:lnTo>
                  <a:pt x="5906440" y="10294713"/>
                </a:lnTo>
                <a:cubicBezTo>
                  <a:pt x="5942003" y="10294295"/>
                  <a:pt x="5969226" y="10295471"/>
                  <a:pt x="6014997" y="10299494"/>
                </a:cubicBezTo>
                <a:cubicBezTo>
                  <a:pt x="6083653" y="10305528"/>
                  <a:pt x="6318718" y="10290461"/>
                  <a:pt x="6511673" y="10291588"/>
                </a:cubicBezTo>
                <a:lnTo>
                  <a:pt x="6529599" y="10292415"/>
                </a:lnTo>
                <a:lnTo>
                  <a:pt x="6613825" y="10287180"/>
                </a:lnTo>
                <a:cubicBezTo>
                  <a:pt x="6683285" y="10284592"/>
                  <a:pt x="6755109" y="10283471"/>
                  <a:pt x="6826125" y="10283669"/>
                </a:cubicBezTo>
                <a:lnTo>
                  <a:pt x="6895493" y="10285141"/>
                </a:lnTo>
                <a:lnTo>
                  <a:pt x="6906588" y="10129592"/>
                </a:lnTo>
                <a:lnTo>
                  <a:pt x="6906979" y="10108575"/>
                </a:lnTo>
                <a:lnTo>
                  <a:pt x="6895285" y="9971068"/>
                </a:lnTo>
                <a:cubicBezTo>
                  <a:pt x="6864711" y="9813779"/>
                  <a:pt x="6872679" y="9361102"/>
                  <a:pt x="6895285" y="8903649"/>
                </a:cubicBezTo>
                <a:cubicBezTo>
                  <a:pt x="6936403" y="8907283"/>
                  <a:pt x="7016082" y="8906357"/>
                  <a:pt x="7095885" y="8904986"/>
                </a:cubicBezTo>
                <a:lnTo>
                  <a:pt x="7105562" y="8904829"/>
                </a:lnTo>
                <a:lnTo>
                  <a:pt x="7113725" y="8904169"/>
                </a:lnTo>
                <a:cubicBezTo>
                  <a:pt x="7155315" y="8900444"/>
                  <a:pt x="7195137" y="8896622"/>
                  <a:pt x="7251182" y="8898987"/>
                </a:cubicBezTo>
                <a:lnTo>
                  <a:pt x="7311151" y="8903488"/>
                </a:lnTo>
                <a:lnTo>
                  <a:pt x="7370671" y="8902798"/>
                </a:lnTo>
                <a:cubicBezTo>
                  <a:pt x="7454645" y="8899298"/>
                  <a:pt x="7568685" y="8890783"/>
                  <a:pt x="7699164" y="8903649"/>
                </a:cubicBezTo>
                <a:cubicBezTo>
                  <a:pt x="7683261" y="9035625"/>
                  <a:pt x="7698729" y="9141743"/>
                  <a:pt x="7701819" y="9311289"/>
                </a:cubicBezTo>
                <a:lnTo>
                  <a:pt x="7699643" y="9470257"/>
                </a:lnTo>
                <a:lnTo>
                  <a:pt x="7704971" y="9584208"/>
                </a:lnTo>
                <a:cubicBezTo>
                  <a:pt x="7708628" y="9691500"/>
                  <a:pt x="7710149" y="9831277"/>
                  <a:pt x="7705719" y="10008121"/>
                </a:cubicBezTo>
                <a:lnTo>
                  <a:pt x="7702175" y="10110502"/>
                </a:lnTo>
                <a:lnTo>
                  <a:pt x="7990357" y="10085689"/>
                </a:lnTo>
                <a:cubicBezTo>
                  <a:pt x="8136420" y="10070326"/>
                  <a:pt x="8280917" y="10052904"/>
                  <a:pt x="8424165" y="10033795"/>
                </a:cubicBezTo>
                <a:lnTo>
                  <a:pt x="8446405" y="10030559"/>
                </a:lnTo>
                <a:lnTo>
                  <a:pt x="9130977" y="8309394"/>
                </a:lnTo>
                <a:lnTo>
                  <a:pt x="9731043" y="9818094"/>
                </a:lnTo>
                <a:lnTo>
                  <a:pt x="10518592" y="9667143"/>
                </a:lnTo>
                <a:lnTo>
                  <a:pt x="11091106" y="9561278"/>
                </a:lnTo>
                <a:lnTo>
                  <a:pt x="11434198" y="8148707"/>
                </a:lnTo>
                <a:lnTo>
                  <a:pt x="12142990" y="9389981"/>
                </a:lnTo>
                <a:lnTo>
                  <a:pt x="12218100" y="9379154"/>
                </a:lnTo>
                <a:cubicBezTo>
                  <a:pt x="12656991" y="9321145"/>
                  <a:pt x="13110174" y="9278090"/>
                  <a:pt x="13586164" y="9260038"/>
                </a:cubicBezTo>
                <a:lnTo>
                  <a:pt x="13728599" y="9257287"/>
                </a:lnTo>
                <a:lnTo>
                  <a:pt x="14224411" y="7757833"/>
                </a:lnTo>
                <a:lnTo>
                  <a:pt x="14937746" y="9281884"/>
                </a:lnTo>
                <a:lnTo>
                  <a:pt x="15091064" y="9290932"/>
                </a:lnTo>
                <a:lnTo>
                  <a:pt x="15155560" y="9296830"/>
                </a:lnTo>
                <a:lnTo>
                  <a:pt x="15150103" y="9150003"/>
                </a:lnTo>
                <a:cubicBezTo>
                  <a:pt x="15147959" y="9046504"/>
                  <a:pt x="15149466" y="8947535"/>
                  <a:pt x="15154211" y="8829791"/>
                </a:cubicBezTo>
                <a:lnTo>
                  <a:pt x="15158102" y="8753763"/>
                </a:lnTo>
                <a:lnTo>
                  <a:pt x="15157593" y="8653549"/>
                </a:lnTo>
                <a:cubicBezTo>
                  <a:pt x="15159070" y="8524633"/>
                  <a:pt x="15163979" y="8387581"/>
                  <a:pt x="15167897" y="8295217"/>
                </a:cubicBezTo>
                <a:cubicBezTo>
                  <a:pt x="15175733" y="8110485"/>
                  <a:pt x="15130141" y="7664989"/>
                  <a:pt x="15167897" y="7493767"/>
                </a:cubicBezTo>
                <a:lnTo>
                  <a:pt x="15173332" y="7451771"/>
                </a:lnTo>
                <a:lnTo>
                  <a:pt x="15172426" y="7329497"/>
                </a:lnTo>
                <a:cubicBezTo>
                  <a:pt x="15166582" y="7108577"/>
                  <a:pt x="15143662" y="6947973"/>
                  <a:pt x="15155909" y="6788405"/>
                </a:cubicBezTo>
                <a:lnTo>
                  <a:pt x="15158384" y="6768569"/>
                </a:lnTo>
                <a:lnTo>
                  <a:pt x="15156551" y="6650507"/>
                </a:lnTo>
                <a:cubicBezTo>
                  <a:pt x="15156564" y="6520517"/>
                  <a:pt x="15160360" y="6382199"/>
                  <a:pt x="15167897" y="6291593"/>
                </a:cubicBezTo>
                <a:cubicBezTo>
                  <a:pt x="15182974" y="6110385"/>
                  <a:pt x="15171624" y="6103741"/>
                  <a:pt x="15167897" y="6024445"/>
                </a:cubicBezTo>
                <a:cubicBezTo>
                  <a:pt x="15165103" y="5964973"/>
                  <a:pt x="15157444" y="5819511"/>
                  <a:pt x="15160581" y="5712841"/>
                </a:cubicBezTo>
                <a:lnTo>
                  <a:pt x="15161113" y="5706361"/>
                </a:lnTo>
                <a:lnTo>
                  <a:pt x="15156846" y="5674323"/>
                </a:lnTo>
                <a:cubicBezTo>
                  <a:pt x="15140260" y="5471265"/>
                  <a:pt x="15182575" y="5211301"/>
                  <a:pt x="15167897" y="5089421"/>
                </a:cubicBezTo>
                <a:cubicBezTo>
                  <a:pt x="15163704" y="5054597"/>
                  <a:pt x="15162333" y="5028833"/>
                  <a:pt x="15162453" y="5007687"/>
                </a:cubicBezTo>
                <a:lnTo>
                  <a:pt x="15164181" y="4981077"/>
                </a:lnTo>
                <a:lnTo>
                  <a:pt x="15164702" y="4809325"/>
                </a:lnTo>
                <a:lnTo>
                  <a:pt x="15165175" y="4732129"/>
                </a:lnTo>
                <a:lnTo>
                  <a:pt x="15164187" y="4699441"/>
                </a:lnTo>
                <a:lnTo>
                  <a:pt x="15166133" y="4575729"/>
                </a:lnTo>
                <a:lnTo>
                  <a:pt x="15167897" y="4287973"/>
                </a:lnTo>
                <a:lnTo>
                  <a:pt x="15167799" y="4133873"/>
                </a:lnTo>
                <a:lnTo>
                  <a:pt x="15166906" y="3948505"/>
                </a:lnTo>
                <a:lnTo>
                  <a:pt x="15167941" y="3899971"/>
                </a:lnTo>
                <a:lnTo>
                  <a:pt x="15167897" y="3887245"/>
                </a:lnTo>
                <a:cubicBezTo>
                  <a:pt x="15167124" y="3736389"/>
                  <a:pt x="15161386" y="3748879"/>
                  <a:pt x="15167897" y="3620097"/>
                </a:cubicBezTo>
                <a:lnTo>
                  <a:pt x="15168120" y="3592631"/>
                </a:lnTo>
                <a:lnTo>
                  <a:pt x="15114741" y="3589545"/>
                </a:lnTo>
                <a:lnTo>
                  <a:pt x="15099115" y="3589523"/>
                </a:lnTo>
                <a:lnTo>
                  <a:pt x="15029719" y="3591945"/>
                </a:lnTo>
                <a:cubicBezTo>
                  <a:pt x="15005112" y="3593561"/>
                  <a:pt x="14980552" y="3595473"/>
                  <a:pt x="14951087" y="3596469"/>
                </a:cubicBezTo>
                <a:lnTo>
                  <a:pt x="14913598" y="3596129"/>
                </a:lnTo>
                <a:lnTo>
                  <a:pt x="14863547" y="3598285"/>
                </a:lnTo>
                <a:cubicBezTo>
                  <a:pt x="14725554" y="3605493"/>
                  <a:pt x="14581876" y="3611765"/>
                  <a:pt x="14419972" y="3595489"/>
                </a:cubicBezTo>
                <a:cubicBezTo>
                  <a:pt x="14096166" y="3562935"/>
                  <a:pt x="14283197" y="3605619"/>
                  <a:pt x="14204979" y="3595489"/>
                </a:cubicBezTo>
                <a:cubicBezTo>
                  <a:pt x="14185423" y="3592955"/>
                  <a:pt x="14150073" y="3590175"/>
                  <a:pt x="14103603" y="3587809"/>
                </a:cubicBezTo>
                <a:lnTo>
                  <a:pt x="13997990" y="3584539"/>
                </a:lnTo>
                <a:lnTo>
                  <a:pt x="13830472" y="3595489"/>
                </a:lnTo>
                <a:cubicBezTo>
                  <a:pt x="13552696" y="3631561"/>
                  <a:pt x="13722156" y="3589469"/>
                  <a:pt x="13615478" y="3595489"/>
                </a:cubicBezTo>
                <a:cubicBezTo>
                  <a:pt x="13562137" y="3598497"/>
                  <a:pt x="13490214" y="3602749"/>
                  <a:pt x="13420773" y="3604125"/>
                </a:cubicBezTo>
                <a:lnTo>
                  <a:pt x="13355166" y="3603721"/>
                </a:lnTo>
                <a:lnTo>
                  <a:pt x="13284787" y="3607429"/>
                </a:lnTo>
                <a:cubicBezTo>
                  <a:pt x="13127726" y="3611613"/>
                  <a:pt x="12964714" y="3608993"/>
                  <a:pt x="12831473" y="3604061"/>
                </a:cubicBezTo>
                <a:lnTo>
                  <a:pt x="12677293" y="3596425"/>
                </a:lnTo>
                <a:lnTo>
                  <a:pt x="12526409" y="3601183"/>
                </a:lnTo>
                <a:cubicBezTo>
                  <a:pt x="12449647" y="3601597"/>
                  <a:pt x="12359141" y="3600809"/>
                  <a:pt x="12263408" y="3599673"/>
                </a:cubicBezTo>
                <a:lnTo>
                  <a:pt x="12192151" y="3598801"/>
                </a:lnTo>
                <a:lnTo>
                  <a:pt x="12072697" y="3602157"/>
                </a:lnTo>
                <a:cubicBezTo>
                  <a:pt x="11986733" y="3604321"/>
                  <a:pt x="11896118" y="3605929"/>
                  <a:pt x="11812011" y="3605361"/>
                </a:cubicBezTo>
                <a:lnTo>
                  <a:pt x="11598015" y="3595829"/>
                </a:lnTo>
                <a:lnTo>
                  <a:pt x="11247474" y="3597067"/>
                </a:lnTo>
                <a:cubicBezTo>
                  <a:pt x="11109996" y="3596717"/>
                  <a:pt x="10979318" y="3595841"/>
                  <a:pt x="10841355" y="3595489"/>
                </a:cubicBezTo>
                <a:cubicBezTo>
                  <a:pt x="10565430" y="3594781"/>
                  <a:pt x="10721725" y="3592647"/>
                  <a:pt x="10626361" y="3595489"/>
                </a:cubicBezTo>
                <a:lnTo>
                  <a:pt x="10578265" y="3595465"/>
                </a:lnTo>
                <a:lnTo>
                  <a:pt x="10577814" y="3595489"/>
                </a:lnTo>
                <a:cubicBezTo>
                  <a:pt x="10247957" y="3617189"/>
                  <a:pt x="10196522" y="3620659"/>
                  <a:pt x="10043794" y="3595489"/>
                </a:cubicBezTo>
                <a:lnTo>
                  <a:pt x="10023936" y="3593697"/>
                </a:lnTo>
                <a:lnTo>
                  <a:pt x="9932831" y="3595489"/>
                </a:lnTo>
                <a:cubicBezTo>
                  <a:pt x="9842333" y="3599949"/>
                  <a:pt x="9641302" y="3597815"/>
                  <a:pt x="9436842" y="3595633"/>
                </a:cubicBezTo>
                <a:lnTo>
                  <a:pt x="9358538" y="3594973"/>
                </a:lnTo>
                <a:lnTo>
                  <a:pt x="9350265" y="3595489"/>
                </a:lnTo>
                <a:cubicBezTo>
                  <a:pt x="9249299" y="3603989"/>
                  <a:pt x="9102745" y="3604275"/>
                  <a:pt x="8948078" y="3602293"/>
                </a:cubicBezTo>
                <a:lnTo>
                  <a:pt x="8635546" y="3597577"/>
                </a:lnTo>
                <a:lnTo>
                  <a:pt x="8624873" y="3597493"/>
                </a:lnTo>
                <a:lnTo>
                  <a:pt x="8461517" y="3595465"/>
                </a:lnTo>
                <a:lnTo>
                  <a:pt x="8357321" y="3595403"/>
                </a:lnTo>
                <a:lnTo>
                  <a:pt x="8342349" y="3595413"/>
                </a:lnTo>
                <a:lnTo>
                  <a:pt x="8258802" y="3596101"/>
                </a:lnTo>
                <a:cubicBezTo>
                  <a:pt x="8214826" y="3596591"/>
                  <a:pt x="8187905" y="3596877"/>
                  <a:pt x="8122718" y="3595489"/>
                </a:cubicBezTo>
                <a:cubicBezTo>
                  <a:pt x="8024937" y="3593405"/>
                  <a:pt x="7869335" y="3595001"/>
                  <a:pt x="7658432" y="3595515"/>
                </a:cubicBezTo>
                <a:lnTo>
                  <a:pt x="7649864" y="3595525"/>
                </a:lnTo>
                <a:lnTo>
                  <a:pt x="7654187" y="3653189"/>
                </a:lnTo>
                <a:cubicBezTo>
                  <a:pt x="7655712" y="3686241"/>
                  <a:pt x="7656169" y="3716565"/>
                  <a:pt x="7655899" y="3745133"/>
                </a:cubicBezTo>
                <a:lnTo>
                  <a:pt x="7650277" y="3861715"/>
                </a:lnTo>
                <a:lnTo>
                  <a:pt x="7646542" y="4001769"/>
                </a:lnTo>
                <a:cubicBezTo>
                  <a:pt x="7645454" y="4048745"/>
                  <a:pt x="7644969" y="4090191"/>
                  <a:pt x="7646068" y="4121841"/>
                </a:cubicBezTo>
                <a:cubicBezTo>
                  <a:pt x="7647167" y="4153491"/>
                  <a:pt x="7647564" y="4197899"/>
                  <a:pt x="7647579" y="4250421"/>
                </a:cubicBezTo>
                <a:lnTo>
                  <a:pt x="7647345" y="4303625"/>
                </a:lnTo>
                <a:lnTo>
                  <a:pt x="7652278" y="4398005"/>
                </a:lnTo>
                <a:cubicBezTo>
                  <a:pt x="7653265" y="4434995"/>
                  <a:pt x="7653281" y="4469561"/>
                  <a:pt x="7652663" y="4502271"/>
                </a:cubicBezTo>
                <a:lnTo>
                  <a:pt x="7646416" y="4631933"/>
                </a:lnTo>
                <a:lnTo>
                  <a:pt x="7646068" y="4816801"/>
                </a:lnTo>
                <a:lnTo>
                  <a:pt x="7645421" y="5006287"/>
                </a:lnTo>
                <a:lnTo>
                  <a:pt x="7646068" y="5013489"/>
                </a:lnTo>
                <a:cubicBezTo>
                  <a:pt x="7669677" y="5198993"/>
                  <a:pt x="7657786" y="5333413"/>
                  <a:pt x="7650430" y="5511837"/>
                </a:cubicBezTo>
                <a:lnTo>
                  <a:pt x="7648616" y="5593597"/>
                </a:lnTo>
                <a:lnTo>
                  <a:pt x="7655391" y="5811217"/>
                </a:lnTo>
                <a:cubicBezTo>
                  <a:pt x="7656226" y="5858957"/>
                  <a:pt x="7656285" y="5904141"/>
                  <a:pt x="7654940" y="5944569"/>
                </a:cubicBezTo>
                <a:lnTo>
                  <a:pt x="7649648" y="6007081"/>
                </a:lnTo>
                <a:lnTo>
                  <a:pt x="7650296" y="6044429"/>
                </a:lnTo>
                <a:cubicBezTo>
                  <a:pt x="7651666" y="6141561"/>
                  <a:pt x="7651628" y="6242525"/>
                  <a:pt x="7646068" y="6403411"/>
                </a:cubicBezTo>
                <a:lnTo>
                  <a:pt x="7641098" y="6536519"/>
                </a:lnTo>
                <a:lnTo>
                  <a:pt x="7646068" y="6586985"/>
                </a:lnTo>
                <a:cubicBezTo>
                  <a:pt x="7672361" y="6757841"/>
                  <a:pt x="7680675" y="7139207"/>
                  <a:pt x="7646068" y="7478633"/>
                </a:cubicBezTo>
                <a:cubicBezTo>
                  <a:pt x="7527977" y="7487009"/>
                  <a:pt x="7430846" y="7494113"/>
                  <a:pt x="7326462" y="7495571"/>
                </a:cubicBezTo>
                <a:cubicBezTo>
                  <a:pt x="7222078" y="7497029"/>
                  <a:pt x="7110440" y="7492841"/>
                  <a:pt x="6963338" y="7478633"/>
                </a:cubicBezTo>
                <a:cubicBezTo>
                  <a:pt x="6969394" y="7251893"/>
                  <a:pt x="6946545" y="7044093"/>
                  <a:pt x="6949608" y="6885459"/>
                </a:cubicBezTo>
                <a:lnTo>
                  <a:pt x="6961218" y="6766125"/>
                </a:lnTo>
                <a:lnTo>
                  <a:pt x="6955763" y="6619769"/>
                </a:lnTo>
                <a:cubicBezTo>
                  <a:pt x="6955239" y="6558451"/>
                  <a:pt x="6956330" y="6502511"/>
                  <a:pt x="6957877" y="6448797"/>
                </a:cubicBezTo>
                <a:lnTo>
                  <a:pt x="6960919" y="6349813"/>
                </a:lnTo>
                <a:lnTo>
                  <a:pt x="6956446" y="6272413"/>
                </a:lnTo>
                <a:cubicBezTo>
                  <a:pt x="6955009" y="6219501"/>
                  <a:pt x="6956317" y="6170145"/>
                  <a:pt x="6963338" y="6128049"/>
                </a:cubicBezTo>
                <a:cubicBezTo>
                  <a:pt x="6958250" y="5898431"/>
                  <a:pt x="6965480" y="5641377"/>
                  <a:pt x="6963338" y="5393751"/>
                </a:cubicBezTo>
                <a:cubicBezTo>
                  <a:pt x="6962802" y="5331845"/>
                  <a:pt x="6961783" y="5281081"/>
                  <a:pt x="6960743" y="5235083"/>
                </a:cubicBezTo>
                <a:lnTo>
                  <a:pt x="6959122" y="5157537"/>
                </a:lnTo>
                <a:lnTo>
                  <a:pt x="6956959" y="5084261"/>
                </a:lnTo>
                <a:cubicBezTo>
                  <a:pt x="6954026" y="4964837"/>
                  <a:pt x="6953218" y="4826197"/>
                  <a:pt x="6963338" y="4659453"/>
                </a:cubicBezTo>
                <a:cubicBezTo>
                  <a:pt x="6968398" y="4576079"/>
                  <a:pt x="6972362" y="4496461"/>
                  <a:pt x="6975105" y="4416001"/>
                </a:cubicBezTo>
                <a:lnTo>
                  <a:pt x="6977118" y="4303077"/>
                </a:lnTo>
                <a:lnTo>
                  <a:pt x="6963338" y="4121841"/>
                </a:lnTo>
                <a:cubicBezTo>
                  <a:pt x="6948866" y="3976677"/>
                  <a:pt x="6954010" y="3863321"/>
                  <a:pt x="6960200" y="3770817"/>
                </a:cubicBezTo>
                <a:lnTo>
                  <a:pt x="6967390" y="3655291"/>
                </a:lnTo>
                <a:lnTo>
                  <a:pt x="6965416" y="3601505"/>
                </a:lnTo>
                <a:lnTo>
                  <a:pt x="6930186" y="3598729"/>
                </a:lnTo>
                <a:cubicBezTo>
                  <a:pt x="6906295" y="3597207"/>
                  <a:pt x="6877748" y="3595969"/>
                  <a:pt x="6839686" y="3595489"/>
                </a:cubicBezTo>
                <a:lnTo>
                  <a:pt x="6661860" y="3594821"/>
                </a:lnTo>
                <a:lnTo>
                  <a:pt x="6571673" y="3595565"/>
                </a:lnTo>
                <a:cubicBezTo>
                  <a:pt x="6486393" y="3596117"/>
                  <a:pt x="6411285" y="3596277"/>
                  <a:pt x="6361149" y="3595489"/>
                </a:cubicBezTo>
                <a:lnTo>
                  <a:pt x="6300753" y="3594533"/>
                </a:lnTo>
                <a:lnTo>
                  <a:pt x="5986644" y="3595489"/>
                </a:lnTo>
                <a:cubicBezTo>
                  <a:pt x="5744981" y="3596431"/>
                  <a:pt x="5512119" y="3608541"/>
                  <a:pt x="5316185" y="3605101"/>
                </a:cubicBezTo>
                <a:lnTo>
                  <a:pt x="5196028" y="3598775"/>
                </a:lnTo>
                <a:lnTo>
                  <a:pt x="5121489" y="3600137"/>
                </a:lnTo>
                <a:cubicBezTo>
                  <a:pt x="4994937" y="3601987"/>
                  <a:pt x="5113986" y="3596691"/>
                  <a:pt x="4974090" y="3595489"/>
                </a:cubicBezTo>
                <a:cubicBezTo>
                  <a:pt x="4834194" y="3594285"/>
                  <a:pt x="4529630" y="3610289"/>
                  <a:pt x="4307098" y="3606813"/>
                </a:cubicBezTo>
                <a:lnTo>
                  <a:pt x="4233245" y="3602317"/>
                </a:lnTo>
                <a:lnTo>
                  <a:pt x="4165401" y="3612111"/>
                </a:lnTo>
                <a:cubicBezTo>
                  <a:pt x="4064720" y="3618167"/>
                  <a:pt x="4000170" y="3597549"/>
                  <a:pt x="3906053" y="3595489"/>
                </a:cubicBezTo>
                <a:cubicBezTo>
                  <a:pt x="3874681" y="3594801"/>
                  <a:pt x="3825320" y="3593751"/>
                  <a:pt x="3764016" y="3592737"/>
                </a:cubicBezTo>
                <a:lnTo>
                  <a:pt x="3602309" y="3590829"/>
                </a:lnTo>
                <a:lnTo>
                  <a:pt x="3482213" y="3594221"/>
                </a:lnTo>
                <a:cubicBezTo>
                  <a:pt x="3443582" y="3595145"/>
                  <a:pt x="3405919" y="3595845"/>
                  <a:pt x="3369969" y="3596123"/>
                </a:cubicBezTo>
                <a:lnTo>
                  <a:pt x="3297023" y="3595669"/>
                </a:lnTo>
                <a:lnTo>
                  <a:pt x="3298823" y="3638759"/>
                </a:lnTo>
                <a:cubicBezTo>
                  <a:pt x="3302665" y="3816129"/>
                  <a:pt x="3296071" y="3967933"/>
                  <a:pt x="3292596" y="4130605"/>
                </a:cubicBezTo>
                <a:lnTo>
                  <a:pt x="3291089" y="4344797"/>
                </a:lnTo>
                <a:lnTo>
                  <a:pt x="3306915" y="4558099"/>
                </a:lnTo>
                <a:cubicBezTo>
                  <a:pt x="3319902" y="4779013"/>
                  <a:pt x="3321732" y="5016787"/>
                  <a:pt x="3291002" y="5249253"/>
                </a:cubicBezTo>
                <a:cubicBezTo>
                  <a:pt x="3285880" y="5287999"/>
                  <a:pt x="3282014" y="5320861"/>
                  <a:pt x="3279172" y="5348875"/>
                </a:cubicBezTo>
                <a:lnTo>
                  <a:pt x="3277207" y="5373265"/>
                </a:lnTo>
                <a:lnTo>
                  <a:pt x="3289497" y="5569865"/>
                </a:lnTo>
                <a:lnTo>
                  <a:pt x="3291002" y="5580417"/>
                </a:lnTo>
                <a:lnTo>
                  <a:pt x="3291121" y="5595585"/>
                </a:lnTo>
                <a:lnTo>
                  <a:pt x="3306312" y="5806333"/>
                </a:lnTo>
                <a:cubicBezTo>
                  <a:pt x="3309392" y="5929399"/>
                  <a:pt x="3300703" y="6025573"/>
                  <a:pt x="3295140" y="6155909"/>
                </a:cubicBezTo>
                <a:lnTo>
                  <a:pt x="3291114" y="6378475"/>
                </a:lnTo>
                <a:lnTo>
                  <a:pt x="3293648" y="6544229"/>
                </a:lnTo>
                <a:cubicBezTo>
                  <a:pt x="3299285" y="6707993"/>
                  <a:pt x="3310020" y="6851745"/>
                  <a:pt x="3291002" y="7046993"/>
                </a:cubicBezTo>
                <a:lnTo>
                  <a:pt x="3290683" y="7052521"/>
                </a:lnTo>
                <a:lnTo>
                  <a:pt x="3295950" y="7214163"/>
                </a:lnTo>
                <a:cubicBezTo>
                  <a:pt x="3301655" y="7388069"/>
                  <a:pt x="3305711" y="7585097"/>
                  <a:pt x="3291002" y="7736349"/>
                </a:cubicBezTo>
                <a:lnTo>
                  <a:pt x="3289019" y="7777237"/>
                </a:lnTo>
                <a:lnTo>
                  <a:pt x="3291002" y="7824209"/>
                </a:lnTo>
                <a:cubicBezTo>
                  <a:pt x="3291031" y="7895833"/>
                  <a:pt x="3317557" y="8314173"/>
                  <a:pt x="3291002" y="8614941"/>
                </a:cubicBezTo>
                <a:lnTo>
                  <a:pt x="3290599" y="8623045"/>
                </a:lnTo>
                <a:lnTo>
                  <a:pt x="3291002" y="8628459"/>
                </a:lnTo>
                <a:cubicBezTo>
                  <a:pt x="3293876" y="8660015"/>
                  <a:pt x="3293188" y="8717521"/>
                  <a:pt x="3291070" y="8789747"/>
                </a:cubicBezTo>
                <a:lnTo>
                  <a:pt x="3283009" y="9026247"/>
                </a:lnTo>
                <a:lnTo>
                  <a:pt x="3289243" y="9208579"/>
                </a:lnTo>
                <a:cubicBezTo>
                  <a:pt x="3291098" y="9272083"/>
                  <a:pt x="3292173" y="9337030"/>
                  <a:pt x="3291002" y="9405678"/>
                </a:cubicBezTo>
                <a:lnTo>
                  <a:pt x="3289229" y="9502856"/>
                </a:lnTo>
                <a:lnTo>
                  <a:pt x="3291002" y="9534087"/>
                </a:lnTo>
                <a:cubicBezTo>
                  <a:pt x="3308002" y="9653081"/>
                  <a:pt x="3304083" y="9706838"/>
                  <a:pt x="3297873" y="9745363"/>
                </a:cubicBezTo>
                <a:lnTo>
                  <a:pt x="3289217" y="9797684"/>
                </a:lnTo>
                <a:lnTo>
                  <a:pt x="3291002" y="9851733"/>
                </a:lnTo>
                <a:lnTo>
                  <a:pt x="3296746" y="9986192"/>
                </a:lnTo>
                <a:lnTo>
                  <a:pt x="3301404" y="10084264"/>
                </a:lnTo>
                <a:lnTo>
                  <a:pt x="3301162" y="10089553"/>
                </a:lnTo>
                <a:lnTo>
                  <a:pt x="3305321" y="10186921"/>
                </a:lnTo>
                <a:close/>
                <a:moveTo>
                  <a:pt x="16611599" y="12945916"/>
                </a:moveTo>
                <a:lnTo>
                  <a:pt x="2828434" y="12945916"/>
                </a:lnTo>
                <a:lnTo>
                  <a:pt x="2821574" y="12912796"/>
                </a:lnTo>
                <a:lnTo>
                  <a:pt x="2740161" y="12910155"/>
                </a:lnTo>
                <a:cubicBezTo>
                  <a:pt x="2645967" y="12911777"/>
                  <a:pt x="2552325" y="12923967"/>
                  <a:pt x="2397167" y="12913292"/>
                </a:cubicBezTo>
                <a:cubicBezTo>
                  <a:pt x="2202223" y="12914229"/>
                  <a:pt x="1959172" y="12904481"/>
                  <a:pt x="1841540" y="12913292"/>
                </a:cubicBezTo>
                <a:cubicBezTo>
                  <a:pt x="1823164" y="12814282"/>
                  <a:pt x="1819095" y="12688734"/>
                  <a:pt x="1828151" y="12526789"/>
                </a:cubicBezTo>
                <a:lnTo>
                  <a:pt x="1833057" y="12462868"/>
                </a:lnTo>
                <a:lnTo>
                  <a:pt x="1832504" y="12421772"/>
                </a:lnTo>
                <a:cubicBezTo>
                  <a:pt x="1833457" y="12360689"/>
                  <a:pt x="1837423" y="12297865"/>
                  <a:pt x="1841540" y="12250969"/>
                </a:cubicBezTo>
                <a:cubicBezTo>
                  <a:pt x="1847715" y="12180626"/>
                  <a:pt x="1836949" y="12057609"/>
                  <a:pt x="1836939" y="11882488"/>
                </a:cubicBezTo>
                <a:lnTo>
                  <a:pt x="1837916" y="11841596"/>
                </a:lnTo>
                <a:lnTo>
                  <a:pt x="1832322" y="11645441"/>
                </a:lnTo>
                <a:cubicBezTo>
                  <a:pt x="1831873" y="11569789"/>
                  <a:pt x="1834113" y="11501437"/>
                  <a:pt x="1841540" y="11446718"/>
                </a:cubicBezTo>
                <a:lnTo>
                  <a:pt x="1850934" y="11355060"/>
                </a:lnTo>
                <a:lnTo>
                  <a:pt x="1854278" y="11235824"/>
                </a:lnTo>
                <a:cubicBezTo>
                  <a:pt x="1855111" y="11078887"/>
                  <a:pt x="1851698" y="10922412"/>
                  <a:pt x="1841540" y="10784394"/>
                </a:cubicBezTo>
                <a:lnTo>
                  <a:pt x="1840062" y="10754230"/>
                </a:lnTo>
                <a:lnTo>
                  <a:pt x="1828702" y="10626291"/>
                </a:lnTo>
                <a:cubicBezTo>
                  <a:pt x="1824839" y="10561316"/>
                  <a:pt x="1829136" y="10547382"/>
                  <a:pt x="1834228" y="10513759"/>
                </a:cubicBezTo>
                <a:lnTo>
                  <a:pt x="1840250" y="10452774"/>
                </a:lnTo>
                <a:lnTo>
                  <a:pt x="1840740" y="10444899"/>
                </a:lnTo>
                <a:cubicBezTo>
                  <a:pt x="1842099" y="10416237"/>
                  <a:pt x="1842759" y="10383187"/>
                  <a:pt x="1841540" y="10338338"/>
                </a:cubicBezTo>
                <a:lnTo>
                  <a:pt x="1841438" y="10273358"/>
                </a:lnTo>
                <a:lnTo>
                  <a:pt x="1838209" y="10155747"/>
                </a:lnTo>
                <a:cubicBezTo>
                  <a:pt x="1836642" y="10098009"/>
                  <a:pt x="1835354" y="10035774"/>
                  <a:pt x="1835517" y="9970107"/>
                </a:cubicBezTo>
                <a:lnTo>
                  <a:pt x="1841247" y="9773915"/>
                </a:lnTo>
                <a:lnTo>
                  <a:pt x="1841540" y="9547604"/>
                </a:lnTo>
                <a:cubicBezTo>
                  <a:pt x="1838160" y="9267948"/>
                  <a:pt x="1818991" y="9038312"/>
                  <a:pt x="1841540" y="8871762"/>
                </a:cubicBezTo>
                <a:cubicBezTo>
                  <a:pt x="1858452" y="8746849"/>
                  <a:pt x="1835580" y="8640737"/>
                  <a:pt x="1833899" y="8485265"/>
                </a:cubicBezTo>
                <a:lnTo>
                  <a:pt x="1840186" y="8341733"/>
                </a:lnTo>
                <a:lnTo>
                  <a:pt x="1837844" y="8219935"/>
                </a:lnTo>
                <a:cubicBezTo>
                  <a:pt x="1842441" y="8011185"/>
                  <a:pt x="1864852" y="7767635"/>
                  <a:pt x="1841540" y="7621457"/>
                </a:cubicBezTo>
                <a:cubicBezTo>
                  <a:pt x="1833769" y="7572729"/>
                  <a:pt x="1830188" y="7530377"/>
                  <a:pt x="1829111" y="7489985"/>
                </a:cubicBezTo>
                <a:lnTo>
                  <a:pt x="1830633" y="7419831"/>
                </a:lnTo>
                <a:lnTo>
                  <a:pt x="1828603" y="7401173"/>
                </a:lnTo>
                <a:cubicBezTo>
                  <a:pt x="1825519" y="7331185"/>
                  <a:pt x="1831738" y="7274675"/>
                  <a:pt x="1836599" y="7201071"/>
                </a:cubicBezTo>
                <a:lnTo>
                  <a:pt x="1841269" y="7080985"/>
                </a:lnTo>
                <a:lnTo>
                  <a:pt x="1841415" y="7069973"/>
                </a:lnTo>
                <a:lnTo>
                  <a:pt x="1836087" y="6897409"/>
                </a:lnTo>
                <a:cubicBezTo>
                  <a:pt x="1826057" y="6694813"/>
                  <a:pt x="1808689" y="6423657"/>
                  <a:pt x="1841540" y="6168397"/>
                </a:cubicBezTo>
                <a:lnTo>
                  <a:pt x="1842059" y="6163161"/>
                </a:lnTo>
                <a:lnTo>
                  <a:pt x="1841540" y="6154881"/>
                </a:lnTo>
                <a:cubicBezTo>
                  <a:pt x="1815951" y="5949469"/>
                  <a:pt x="1827149" y="5851941"/>
                  <a:pt x="1835544" y="5681071"/>
                </a:cubicBezTo>
                <a:lnTo>
                  <a:pt x="1841296" y="5487259"/>
                </a:lnTo>
                <a:lnTo>
                  <a:pt x="1832715" y="5300851"/>
                </a:lnTo>
                <a:cubicBezTo>
                  <a:pt x="1825051" y="5149323"/>
                  <a:pt x="1822653" y="5095307"/>
                  <a:pt x="1841540" y="4931609"/>
                </a:cubicBezTo>
                <a:lnTo>
                  <a:pt x="1845727" y="4862999"/>
                </a:lnTo>
                <a:lnTo>
                  <a:pt x="1841540" y="4688305"/>
                </a:lnTo>
                <a:cubicBezTo>
                  <a:pt x="1828652" y="4297397"/>
                  <a:pt x="1838069" y="4511489"/>
                  <a:pt x="1841540" y="4357143"/>
                </a:cubicBezTo>
                <a:lnTo>
                  <a:pt x="1841894" y="4347801"/>
                </a:lnTo>
                <a:lnTo>
                  <a:pt x="1844170" y="4200813"/>
                </a:lnTo>
                <a:cubicBezTo>
                  <a:pt x="1844780" y="4035225"/>
                  <a:pt x="1842852" y="3801733"/>
                  <a:pt x="1841957" y="3622143"/>
                </a:cubicBezTo>
                <a:lnTo>
                  <a:pt x="1841851" y="3595931"/>
                </a:lnTo>
                <a:lnTo>
                  <a:pt x="1825461" y="3595489"/>
                </a:lnTo>
                <a:cubicBezTo>
                  <a:pt x="1766710" y="3594375"/>
                  <a:pt x="1344781" y="3613113"/>
                  <a:pt x="1131931" y="3595489"/>
                </a:cubicBezTo>
                <a:lnTo>
                  <a:pt x="1024509" y="3586915"/>
                </a:lnTo>
                <a:lnTo>
                  <a:pt x="949194" y="3589967"/>
                </a:lnTo>
                <a:lnTo>
                  <a:pt x="916937" y="3595489"/>
                </a:lnTo>
                <a:cubicBezTo>
                  <a:pt x="895483" y="3598063"/>
                  <a:pt x="850319" y="3598969"/>
                  <a:pt x="789163" y="3598977"/>
                </a:cubicBezTo>
                <a:lnTo>
                  <a:pt x="753471" y="3598673"/>
                </a:lnTo>
                <a:lnTo>
                  <a:pt x="538080" y="3610213"/>
                </a:lnTo>
                <a:cubicBezTo>
                  <a:pt x="468347" y="3613027"/>
                  <a:pt x="415993" y="3613899"/>
                  <a:pt x="367523" y="3613289"/>
                </a:cubicBezTo>
                <a:cubicBezTo>
                  <a:pt x="270582" y="3612065"/>
                  <a:pt x="189176" y="3604909"/>
                  <a:pt x="15347" y="3595489"/>
                </a:cubicBezTo>
                <a:cubicBezTo>
                  <a:pt x="12819" y="3380997"/>
                  <a:pt x="-6543" y="3230909"/>
                  <a:pt x="15347" y="3064629"/>
                </a:cubicBezTo>
                <a:lnTo>
                  <a:pt x="17710" y="3032305"/>
                </a:lnTo>
                <a:lnTo>
                  <a:pt x="15347" y="2992237"/>
                </a:lnTo>
                <a:cubicBezTo>
                  <a:pt x="4347" y="2834813"/>
                  <a:pt x="-4346" y="2515465"/>
                  <a:pt x="15347" y="2388989"/>
                </a:cubicBezTo>
                <a:lnTo>
                  <a:pt x="16594" y="2376767"/>
                </a:lnTo>
                <a:lnTo>
                  <a:pt x="16817" y="2361679"/>
                </a:lnTo>
                <a:cubicBezTo>
                  <a:pt x="21682" y="2154599"/>
                  <a:pt x="34672" y="2110945"/>
                  <a:pt x="15347" y="1906389"/>
                </a:cubicBezTo>
                <a:cubicBezTo>
                  <a:pt x="4304" y="1789499"/>
                  <a:pt x="-130" y="1694377"/>
                  <a:pt x="415" y="1585549"/>
                </a:cubicBezTo>
                <a:lnTo>
                  <a:pt x="1021" y="1546519"/>
                </a:lnTo>
                <a:lnTo>
                  <a:pt x="6" y="1492537"/>
                </a:lnTo>
                <a:cubicBezTo>
                  <a:pt x="-212" y="1414289"/>
                  <a:pt x="4684" y="1333233"/>
                  <a:pt x="15347" y="1182489"/>
                </a:cubicBezTo>
                <a:cubicBezTo>
                  <a:pt x="205997" y="1173721"/>
                  <a:pt x="302672" y="1172995"/>
                  <a:pt x="549365" y="1182489"/>
                </a:cubicBezTo>
                <a:cubicBezTo>
                  <a:pt x="734385" y="1189609"/>
                  <a:pt x="754764" y="1184341"/>
                  <a:pt x="826718" y="1182541"/>
                </a:cubicBezTo>
                <a:lnTo>
                  <a:pt x="867953" y="1182521"/>
                </a:lnTo>
                <a:lnTo>
                  <a:pt x="868389" y="1182489"/>
                </a:lnTo>
                <a:cubicBezTo>
                  <a:pt x="1051676" y="1161275"/>
                  <a:pt x="1416171" y="1182219"/>
                  <a:pt x="1880944" y="1182489"/>
                </a:cubicBezTo>
                <a:cubicBezTo>
                  <a:pt x="2229523" y="1182689"/>
                  <a:pt x="2301341" y="1170309"/>
                  <a:pt x="2490760" y="1173317"/>
                </a:cubicBezTo>
                <a:lnTo>
                  <a:pt x="2558613" y="1175877"/>
                </a:lnTo>
                <a:lnTo>
                  <a:pt x="2707727" y="1164693"/>
                </a:lnTo>
                <a:cubicBezTo>
                  <a:pt x="2927649" y="1153161"/>
                  <a:pt x="3104845" y="1160085"/>
                  <a:pt x="3323487" y="1182489"/>
                </a:cubicBezTo>
                <a:lnTo>
                  <a:pt x="3381769" y="1186765"/>
                </a:lnTo>
                <a:lnTo>
                  <a:pt x="3427517" y="1182489"/>
                </a:lnTo>
                <a:cubicBezTo>
                  <a:pt x="3584609" y="1164003"/>
                  <a:pt x="3622626" y="1170193"/>
                  <a:pt x="3802023" y="1182489"/>
                </a:cubicBezTo>
                <a:cubicBezTo>
                  <a:pt x="3846872" y="1185561"/>
                  <a:pt x="3909723" y="1187969"/>
                  <a:pt x="3981995" y="1189633"/>
                </a:cubicBezTo>
                <a:lnTo>
                  <a:pt x="4207374" y="1192197"/>
                </a:lnTo>
                <a:lnTo>
                  <a:pt x="4336042" y="1182489"/>
                </a:lnTo>
                <a:cubicBezTo>
                  <a:pt x="4646229" y="1148073"/>
                  <a:pt x="4472243" y="1179481"/>
                  <a:pt x="4551036" y="1182489"/>
                </a:cubicBezTo>
                <a:cubicBezTo>
                  <a:pt x="4610131" y="1184741"/>
                  <a:pt x="4660325" y="1177631"/>
                  <a:pt x="4712623" y="1178421"/>
                </a:cubicBezTo>
                <a:lnTo>
                  <a:pt x="4716300" y="1178701"/>
                </a:lnTo>
                <a:lnTo>
                  <a:pt x="4761733" y="1175893"/>
                </a:lnTo>
                <a:cubicBezTo>
                  <a:pt x="4827993" y="1172739"/>
                  <a:pt x="4795799" y="1178665"/>
                  <a:pt x="4870060" y="1182489"/>
                </a:cubicBezTo>
                <a:cubicBezTo>
                  <a:pt x="4894814" y="1183763"/>
                  <a:pt x="4948792" y="1184301"/>
                  <a:pt x="5018765" y="1184413"/>
                </a:cubicBezTo>
                <a:lnTo>
                  <a:pt x="5161134" y="1184057"/>
                </a:lnTo>
                <a:lnTo>
                  <a:pt x="5300049" y="1182489"/>
                </a:lnTo>
                <a:cubicBezTo>
                  <a:pt x="5356219" y="1182709"/>
                  <a:pt x="5391111" y="1182849"/>
                  <a:pt x="5413511" y="1182925"/>
                </a:cubicBezTo>
                <a:lnTo>
                  <a:pt x="5435859" y="1182961"/>
                </a:lnTo>
                <a:lnTo>
                  <a:pt x="5467719" y="1182805"/>
                </a:lnTo>
                <a:lnTo>
                  <a:pt x="5468293" y="1182801"/>
                </a:lnTo>
                <a:cubicBezTo>
                  <a:pt x="5475868" y="1182709"/>
                  <a:pt x="5488523" y="1182599"/>
                  <a:pt x="5515043" y="1182489"/>
                </a:cubicBezTo>
                <a:lnTo>
                  <a:pt x="5516692" y="1182569"/>
                </a:lnTo>
                <a:lnTo>
                  <a:pt x="5524674" y="1182529"/>
                </a:lnTo>
                <a:cubicBezTo>
                  <a:pt x="5605696" y="1182205"/>
                  <a:pt x="5676249" y="1182089"/>
                  <a:pt x="5723102" y="1182489"/>
                </a:cubicBezTo>
                <a:cubicBezTo>
                  <a:pt x="5910512" y="1184089"/>
                  <a:pt x="5839942" y="1185165"/>
                  <a:pt x="5938097" y="1182489"/>
                </a:cubicBezTo>
                <a:cubicBezTo>
                  <a:pt x="6036251" y="1179809"/>
                  <a:pt x="6104682" y="1181249"/>
                  <a:pt x="6153091" y="1182489"/>
                </a:cubicBezTo>
                <a:cubicBezTo>
                  <a:pt x="6165193" y="1182797"/>
                  <a:pt x="6209528" y="1183033"/>
                  <a:pt x="6275472" y="1183193"/>
                </a:cubicBezTo>
                <a:lnTo>
                  <a:pt x="6358106" y="1183273"/>
                </a:lnTo>
                <a:lnTo>
                  <a:pt x="6368086" y="1182489"/>
                </a:lnTo>
                <a:cubicBezTo>
                  <a:pt x="6792928" y="1140117"/>
                  <a:pt x="6934752" y="1145273"/>
                  <a:pt x="7380640" y="1182489"/>
                </a:cubicBezTo>
                <a:lnTo>
                  <a:pt x="7381000" y="1182517"/>
                </a:lnTo>
                <a:lnTo>
                  <a:pt x="7743374" y="1182561"/>
                </a:lnTo>
                <a:lnTo>
                  <a:pt x="7754808" y="1182581"/>
                </a:lnTo>
                <a:lnTo>
                  <a:pt x="7755147" y="1182489"/>
                </a:lnTo>
                <a:lnTo>
                  <a:pt x="7781536" y="1182621"/>
                </a:lnTo>
                <a:lnTo>
                  <a:pt x="7987865" y="1182937"/>
                </a:lnTo>
                <a:cubicBezTo>
                  <a:pt x="8061359" y="1182969"/>
                  <a:pt x="8125828" y="1182861"/>
                  <a:pt x="8178199" y="1182489"/>
                </a:cubicBezTo>
                <a:lnTo>
                  <a:pt x="8306383" y="1181381"/>
                </a:lnTo>
                <a:lnTo>
                  <a:pt x="8430343" y="1173417"/>
                </a:lnTo>
                <a:cubicBezTo>
                  <a:pt x="8525900" y="1170681"/>
                  <a:pt x="8628144" y="1173711"/>
                  <a:pt x="8759951" y="1177309"/>
                </a:cubicBezTo>
                <a:lnTo>
                  <a:pt x="8942950" y="1181565"/>
                </a:lnTo>
                <a:lnTo>
                  <a:pt x="8976835" y="1179575"/>
                </a:lnTo>
                <a:cubicBezTo>
                  <a:pt x="9103235" y="1172609"/>
                  <a:pt x="9429982" y="1157093"/>
                  <a:pt x="9685214" y="1163073"/>
                </a:cubicBezTo>
                <a:lnTo>
                  <a:pt x="9727496" y="1164977"/>
                </a:lnTo>
                <a:lnTo>
                  <a:pt x="9752795" y="1164637"/>
                </a:lnTo>
                <a:cubicBezTo>
                  <a:pt x="9836196" y="1166261"/>
                  <a:pt x="9917479" y="1171431"/>
                  <a:pt x="9995248" y="1182489"/>
                </a:cubicBezTo>
                <a:lnTo>
                  <a:pt x="10164176" y="1202393"/>
                </a:lnTo>
                <a:lnTo>
                  <a:pt x="10364956" y="1202081"/>
                </a:lnTo>
                <a:lnTo>
                  <a:pt x="10416276" y="1199753"/>
                </a:lnTo>
                <a:lnTo>
                  <a:pt x="10529267" y="1182489"/>
                </a:lnTo>
                <a:cubicBezTo>
                  <a:pt x="10704998" y="1156005"/>
                  <a:pt x="10924825" y="1175629"/>
                  <a:pt x="11222798" y="1182489"/>
                </a:cubicBezTo>
                <a:cubicBezTo>
                  <a:pt x="11297290" y="1184203"/>
                  <a:pt x="11357005" y="1185743"/>
                  <a:pt x="11407402" y="1186917"/>
                </a:cubicBezTo>
                <a:lnTo>
                  <a:pt x="11499803" y="1188525"/>
                </a:lnTo>
                <a:lnTo>
                  <a:pt x="11645850" y="1182489"/>
                </a:lnTo>
                <a:cubicBezTo>
                  <a:pt x="11852569" y="1167897"/>
                  <a:pt x="11927746" y="1162957"/>
                  <a:pt x="11980406" y="1164137"/>
                </a:cubicBezTo>
                <a:lnTo>
                  <a:pt x="12033329" y="1168269"/>
                </a:lnTo>
                <a:lnTo>
                  <a:pt x="12070831" y="1166769"/>
                </a:lnTo>
                <a:cubicBezTo>
                  <a:pt x="12130249" y="1165513"/>
                  <a:pt x="12192395" y="1165569"/>
                  <a:pt x="12256053" y="1167873"/>
                </a:cubicBezTo>
                <a:lnTo>
                  <a:pt x="12446658" y="1182209"/>
                </a:lnTo>
                <a:lnTo>
                  <a:pt x="12590184" y="1175773"/>
                </a:lnTo>
                <a:cubicBezTo>
                  <a:pt x="12739714" y="1168597"/>
                  <a:pt x="12894646" y="1163657"/>
                  <a:pt x="13032911" y="1182489"/>
                </a:cubicBezTo>
                <a:lnTo>
                  <a:pt x="13075926" y="1186611"/>
                </a:lnTo>
                <a:lnTo>
                  <a:pt x="13167099" y="1190717"/>
                </a:lnTo>
                <a:lnTo>
                  <a:pt x="13344658" y="1188097"/>
                </a:lnTo>
                <a:lnTo>
                  <a:pt x="13351760" y="1187041"/>
                </a:lnTo>
                <a:cubicBezTo>
                  <a:pt x="13369269" y="1184181"/>
                  <a:pt x="13386068" y="1182049"/>
                  <a:pt x="13407419" y="1182489"/>
                </a:cubicBezTo>
                <a:cubicBezTo>
                  <a:pt x="13492820" y="1184245"/>
                  <a:pt x="13889048" y="1156413"/>
                  <a:pt x="14100948" y="1182489"/>
                </a:cubicBezTo>
                <a:lnTo>
                  <a:pt x="14149015" y="1185941"/>
                </a:lnTo>
                <a:lnTo>
                  <a:pt x="14200428" y="1186881"/>
                </a:lnTo>
                <a:cubicBezTo>
                  <a:pt x="14307848" y="1188281"/>
                  <a:pt x="14173166" y="1182233"/>
                  <a:pt x="14211914" y="1182489"/>
                </a:cubicBezTo>
                <a:cubicBezTo>
                  <a:pt x="14224829" y="1182573"/>
                  <a:pt x="14255473" y="1183133"/>
                  <a:pt x="14296471" y="1183801"/>
                </a:cubicBezTo>
                <a:lnTo>
                  <a:pt x="14365936" y="1184715"/>
                </a:lnTo>
                <a:lnTo>
                  <a:pt x="14499905" y="1178933"/>
                </a:lnTo>
                <a:cubicBezTo>
                  <a:pt x="14664295" y="1171231"/>
                  <a:pt x="14864458" y="1164713"/>
                  <a:pt x="15113503" y="1182489"/>
                </a:cubicBezTo>
                <a:lnTo>
                  <a:pt x="15116084" y="1182653"/>
                </a:lnTo>
                <a:lnTo>
                  <a:pt x="15120439" y="1182489"/>
                </a:lnTo>
                <a:cubicBezTo>
                  <a:pt x="15128266" y="1181805"/>
                  <a:pt x="15137718" y="1181369"/>
                  <a:pt x="15148607" y="1181141"/>
                </a:cubicBezTo>
                <a:lnTo>
                  <a:pt x="15165211" y="1181099"/>
                </a:lnTo>
                <a:lnTo>
                  <a:pt x="15167758" y="1087295"/>
                </a:lnTo>
                <a:lnTo>
                  <a:pt x="15165301" y="970433"/>
                </a:lnTo>
                <a:lnTo>
                  <a:pt x="15167406" y="844465"/>
                </a:lnTo>
                <a:lnTo>
                  <a:pt x="15167897" y="681449"/>
                </a:lnTo>
                <a:cubicBezTo>
                  <a:pt x="15166952" y="525765"/>
                  <a:pt x="15140747" y="205349"/>
                  <a:pt x="15167897" y="13575"/>
                </a:cubicBezTo>
                <a:lnTo>
                  <a:pt x="15221075" y="16905"/>
                </a:lnTo>
                <a:lnTo>
                  <a:pt x="15272572" y="17113"/>
                </a:lnTo>
                <a:cubicBezTo>
                  <a:pt x="15390990" y="15197"/>
                  <a:pt x="15543476" y="1193"/>
                  <a:pt x="15665546" y="13575"/>
                </a:cubicBezTo>
                <a:cubicBezTo>
                  <a:pt x="15774790" y="3889"/>
                  <a:pt x="15853703" y="-307"/>
                  <a:pt x="15922618" y="17"/>
                </a:cubicBezTo>
                <a:cubicBezTo>
                  <a:pt x="15957076" y="181"/>
                  <a:pt x="15989035" y="1471"/>
                  <a:pt x="16021037" y="3771"/>
                </a:cubicBezTo>
                <a:lnTo>
                  <a:pt x="16111696" y="12779"/>
                </a:lnTo>
                <a:lnTo>
                  <a:pt x="16148701" y="13575"/>
                </a:lnTo>
                <a:cubicBezTo>
                  <a:pt x="16170199" y="15061"/>
                  <a:pt x="16190104" y="16513"/>
                  <a:pt x="16208923" y="17873"/>
                </a:cubicBezTo>
                <a:lnTo>
                  <a:pt x="16250027" y="20741"/>
                </a:lnTo>
                <a:lnTo>
                  <a:pt x="16343674" y="20353"/>
                </a:lnTo>
                <a:cubicBezTo>
                  <a:pt x="16425171" y="18415"/>
                  <a:pt x="16514954" y="14221"/>
                  <a:pt x="16617360" y="13575"/>
                </a:cubicBezTo>
                <a:cubicBezTo>
                  <a:pt x="16623471" y="101041"/>
                  <a:pt x="16624132" y="180273"/>
                  <a:pt x="16622286" y="253571"/>
                </a:cubicBezTo>
                <a:lnTo>
                  <a:pt x="16621513" y="269193"/>
                </a:lnTo>
                <a:lnTo>
                  <a:pt x="16621592" y="274001"/>
                </a:lnTo>
                <a:cubicBezTo>
                  <a:pt x="16629765" y="499537"/>
                  <a:pt x="16644415" y="635269"/>
                  <a:pt x="16617360" y="815025"/>
                </a:cubicBezTo>
                <a:cubicBezTo>
                  <a:pt x="16636505" y="931741"/>
                  <a:pt x="16631138" y="1088849"/>
                  <a:pt x="16623667" y="1238405"/>
                </a:cubicBezTo>
                <a:lnTo>
                  <a:pt x="16616715" y="1386545"/>
                </a:lnTo>
                <a:lnTo>
                  <a:pt x="16614026" y="1541835"/>
                </a:lnTo>
                <a:lnTo>
                  <a:pt x="16616265" y="1598707"/>
                </a:lnTo>
                <a:lnTo>
                  <a:pt x="16617360" y="1616473"/>
                </a:lnTo>
                <a:cubicBezTo>
                  <a:pt x="16622728" y="1659729"/>
                  <a:pt x="16624796" y="1707125"/>
                  <a:pt x="16625033" y="1755797"/>
                </a:cubicBezTo>
                <a:lnTo>
                  <a:pt x="16624044" y="1799689"/>
                </a:lnTo>
                <a:lnTo>
                  <a:pt x="16630373" y="2052305"/>
                </a:lnTo>
                <a:cubicBezTo>
                  <a:pt x="16630289" y="2094653"/>
                  <a:pt x="16629390" y="2135761"/>
                  <a:pt x="16627334" y="2174733"/>
                </a:cubicBezTo>
                <a:lnTo>
                  <a:pt x="16618612" y="2270581"/>
                </a:lnTo>
                <a:lnTo>
                  <a:pt x="16618665" y="2275569"/>
                </a:lnTo>
                <a:cubicBezTo>
                  <a:pt x="16617544" y="2326667"/>
                  <a:pt x="16615337" y="2385659"/>
                  <a:pt x="16613455" y="2447733"/>
                </a:cubicBezTo>
                <a:lnTo>
                  <a:pt x="16610784" y="2604075"/>
                </a:lnTo>
                <a:lnTo>
                  <a:pt x="16617360" y="2685073"/>
                </a:lnTo>
                <a:cubicBezTo>
                  <a:pt x="16618360" y="2721497"/>
                  <a:pt x="16618103" y="2752401"/>
                  <a:pt x="16617343" y="2779267"/>
                </a:cubicBezTo>
                <a:lnTo>
                  <a:pt x="16616536" y="2797905"/>
                </a:lnTo>
                <a:lnTo>
                  <a:pt x="16617360" y="2818647"/>
                </a:lnTo>
                <a:cubicBezTo>
                  <a:pt x="16622424" y="2873793"/>
                  <a:pt x="16623924" y="2915971"/>
                  <a:pt x="16623583" y="2950829"/>
                </a:cubicBezTo>
                <a:lnTo>
                  <a:pt x="16620941" y="2999199"/>
                </a:lnTo>
                <a:lnTo>
                  <a:pt x="16621734" y="3009625"/>
                </a:lnTo>
                <a:cubicBezTo>
                  <a:pt x="16622204" y="3074801"/>
                  <a:pt x="16613399" y="3158653"/>
                  <a:pt x="16617360" y="3219373"/>
                </a:cubicBezTo>
                <a:cubicBezTo>
                  <a:pt x="16621490" y="3261137"/>
                  <a:pt x="16622982" y="3297985"/>
                  <a:pt x="16623041" y="3332035"/>
                </a:cubicBezTo>
                <a:lnTo>
                  <a:pt x="16620348" y="3420481"/>
                </a:lnTo>
                <a:lnTo>
                  <a:pt x="16620543" y="3483799"/>
                </a:lnTo>
                <a:lnTo>
                  <a:pt x="16619042" y="3674005"/>
                </a:lnTo>
                <a:lnTo>
                  <a:pt x="16620735" y="3728267"/>
                </a:lnTo>
                <a:cubicBezTo>
                  <a:pt x="16621214" y="3837973"/>
                  <a:pt x="16614770" y="3959217"/>
                  <a:pt x="16617360" y="4154397"/>
                </a:cubicBezTo>
                <a:lnTo>
                  <a:pt x="16620395" y="4459285"/>
                </a:lnTo>
                <a:lnTo>
                  <a:pt x="16631239" y="4594093"/>
                </a:lnTo>
                <a:cubicBezTo>
                  <a:pt x="16640633" y="4772145"/>
                  <a:pt x="16636427" y="4970479"/>
                  <a:pt x="16617360" y="5222997"/>
                </a:cubicBezTo>
                <a:lnTo>
                  <a:pt x="16614668" y="5264849"/>
                </a:lnTo>
                <a:lnTo>
                  <a:pt x="16617360" y="5490145"/>
                </a:lnTo>
                <a:cubicBezTo>
                  <a:pt x="16620096" y="5620389"/>
                  <a:pt x="16618413" y="5709097"/>
                  <a:pt x="16616888" y="5804377"/>
                </a:cubicBezTo>
                <a:lnTo>
                  <a:pt x="16616096" y="5880645"/>
                </a:lnTo>
                <a:lnTo>
                  <a:pt x="16617360" y="5890869"/>
                </a:lnTo>
                <a:cubicBezTo>
                  <a:pt x="16644140" y="6040873"/>
                  <a:pt x="16647777" y="6633213"/>
                  <a:pt x="16617360" y="6825893"/>
                </a:cubicBezTo>
                <a:cubicBezTo>
                  <a:pt x="16613915" y="6875261"/>
                  <a:pt x="16613274" y="6926861"/>
                  <a:pt x="16613815" y="6973713"/>
                </a:cubicBezTo>
                <a:lnTo>
                  <a:pt x="16615256" y="7022245"/>
                </a:lnTo>
                <a:lnTo>
                  <a:pt x="16616608" y="7029661"/>
                </a:lnTo>
                <a:cubicBezTo>
                  <a:pt x="16618593" y="7045069"/>
                  <a:pt x="16619449" y="7064163"/>
                  <a:pt x="16617360" y="7093043"/>
                </a:cubicBezTo>
                <a:cubicBezTo>
                  <a:pt x="16619924" y="7153797"/>
                  <a:pt x="16613274" y="7322873"/>
                  <a:pt x="16617360" y="7493767"/>
                </a:cubicBezTo>
                <a:cubicBezTo>
                  <a:pt x="16619403" y="7579215"/>
                  <a:pt x="16623303" y="7725619"/>
                  <a:pt x="16624742" y="7877641"/>
                </a:cubicBezTo>
                <a:lnTo>
                  <a:pt x="16624728" y="7891909"/>
                </a:lnTo>
                <a:lnTo>
                  <a:pt x="16627536" y="7941841"/>
                </a:lnTo>
                <a:cubicBezTo>
                  <a:pt x="16631410" y="8152059"/>
                  <a:pt x="16619287" y="8427339"/>
                  <a:pt x="16617360" y="8562367"/>
                </a:cubicBezTo>
                <a:cubicBezTo>
                  <a:pt x="16614790" y="8742405"/>
                  <a:pt x="16649771" y="9016373"/>
                  <a:pt x="16617360" y="9230240"/>
                </a:cubicBezTo>
                <a:lnTo>
                  <a:pt x="16614136" y="9261670"/>
                </a:lnTo>
                <a:lnTo>
                  <a:pt x="16617360" y="9363816"/>
                </a:lnTo>
                <a:cubicBezTo>
                  <a:pt x="16617711" y="9380555"/>
                  <a:pt x="16615720" y="9431736"/>
                  <a:pt x="16613078" y="9502999"/>
                </a:cubicBezTo>
                <a:lnTo>
                  <a:pt x="16611112" y="9565343"/>
                </a:lnTo>
                <a:lnTo>
                  <a:pt x="16612071" y="9597423"/>
                </a:lnTo>
                <a:cubicBezTo>
                  <a:pt x="16618409" y="9733139"/>
                  <a:pt x="16626512" y="9880034"/>
                  <a:pt x="16617360" y="10031689"/>
                </a:cubicBezTo>
                <a:lnTo>
                  <a:pt x="16614211" y="10246001"/>
                </a:lnTo>
                <a:lnTo>
                  <a:pt x="16617360" y="10298839"/>
                </a:lnTo>
                <a:cubicBezTo>
                  <a:pt x="16652022" y="10548875"/>
                  <a:pt x="16635857" y="10783483"/>
                  <a:pt x="16617360" y="11100289"/>
                </a:cubicBezTo>
                <a:cubicBezTo>
                  <a:pt x="16616776" y="11116306"/>
                  <a:pt x="16616162" y="11159079"/>
                  <a:pt x="16615650" y="11218058"/>
                </a:cubicBezTo>
                <a:lnTo>
                  <a:pt x="16614663" y="11411049"/>
                </a:lnTo>
                <a:lnTo>
                  <a:pt x="16615468" y="11438936"/>
                </a:lnTo>
                <a:cubicBezTo>
                  <a:pt x="16619462" y="11517143"/>
                  <a:pt x="16624086" y="11571516"/>
                  <a:pt x="16617360" y="11634588"/>
                </a:cubicBezTo>
                <a:lnTo>
                  <a:pt x="16615473" y="11736166"/>
                </a:lnTo>
                <a:lnTo>
                  <a:pt x="16617291" y="11895737"/>
                </a:lnTo>
                <a:lnTo>
                  <a:pt x="16620015" y="12006980"/>
                </a:lnTo>
                <a:lnTo>
                  <a:pt x="16623194" y="12189651"/>
                </a:lnTo>
                <a:lnTo>
                  <a:pt x="16624586" y="12258329"/>
                </a:lnTo>
                <a:cubicBezTo>
                  <a:pt x="16625706" y="12382669"/>
                  <a:pt x="16624417" y="12521721"/>
                  <a:pt x="16617360" y="12703187"/>
                </a:cubicBezTo>
                <a:cubicBezTo>
                  <a:pt x="16613832" y="12793920"/>
                  <a:pt x="16612155" y="12871557"/>
                  <a:pt x="16611604" y="12939343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0572895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4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4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4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4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8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4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4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4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4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4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4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42" presetClass="path" presetSubtype="0" repeatCount="indefinite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6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8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9F3D27FD-B93E-42E9-8A53-AA3403A3C9CB}"/>
              </a:ext>
            </a:extLst>
          </p:cNvPr>
          <p:cNvSpPr/>
          <p:nvPr/>
        </p:nvSpPr>
        <p:spPr>
          <a:xfrm flipV="1">
            <a:off x="-118981" y="-535837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A6CF2D00-6933-458D-82FF-1B6203426E63}"/>
              </a:ext>
            </a:extLst>
          </p:cNvPr>
          <p:cNvSpPr/>
          <p:nvPr/>
        </p:nvSpPr>
        <p:spPr>
          <a:xfrm flipH="1" flipV="1">
            <a:off x="3984641" y="-575341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2CABC54C-8627-4074-99A9-9CEE93F13CDD}"/>
              </a:ext>
            </a:extLst>
          </p:cNvPr>
          <p:cNvGrpSpPr/>
          <p:nvPr/>
        </p:nvGrpSpPr>
        <p:grpSpPr>
          <a:xfrm>
            <a:off x="1581234" y="5593902"/>
            <a:ext cx="4095612" cy="4291327"/>
            <a:chOff x="-6445428" y="-1028566"/>
            <a:chExt cx="4764000" cy="4991655"/>
          </a:xfrm>
        </p:grpSpPr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00C01D6E-4314-4273-B1F7-1E3D61FE04FB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35" name="Forma libre: forma 34">
              <a:hlinkHover r:id="rId2" action="ppaction://hlinksldjump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6AE031BB-84F9-4189-9FE5-0AC39D333E07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8"/>
            </a:xfrm>
            <a:custGeom>
              <a:avLst/>
              <a:gdLst>
                <a:gd name="connsiteX0" fmla="*/ 1733306 w 4665444"/>
                <a:gd name="connsiteY0" fmla="*/ 4760908 h 4760908"/>
                <a:gd name="connsiteX1" fmla="*/ 1890845 w 4665444"/>
                <a:gd name="connsiteY1" fmla="*/ 4144529 h 4760908"/>
                <a:gd name="connsiteX2" fmla="*/ 2048383 w 4665444"/>
                <a:gd name="connsiteY2" fmla="*/ 3528150 h 4760908"/>
                <a:gd name="connsiteX3" fmla="*/ 2179170 w 4665444"/>
                <a:gd name="connsiteY3" fmla="*/ 3016439 h 4760908"/>
                <a:gd name="connsiteX4" fmla="*/ 2114785 w 4665444"/>
                <a:gd name="connsiteY4" fmla="*/ 2972037 h 4760908"/>
                <a:gd name="connsiteX5" fmla="*/ 2050636 w 4665444"/>
                <a:gd name="connsiteY5" fmla="*/ 2917714 h 4760908"/>
                <a:gd name="connsiteX6" fmla="*/ 1950181 w 4665444"/>
                <a:gd name="connsiteY6" fmla="*/ 2769977 h 4760908"/>
                <a:gd name="connsiteX7" fmla="*/ 1928297 w 4665444"/>
                <a:gd name="connsiteY7" fmla="*/ 2649054 h 4760908"/>
                <a:gd name="connsiteX8" fmla="*/ 1916941 w 4665444"/>
                <a:gd name="connsiteY8" fmla="*/ 2548946 h 4760908"/>
                <a:gd name="connsiteX9" fmla="*/ 1239622 w 4665444"/>
                <a:gd name="connsiteY9" fmla="*/ 2467578 h 4760908"/>
                <a:gd name="connsiteX10" fmla="*/ 638980 w 4665444"/>
                <a:gd name="connsiteY10" fmla="*/ 2395421 h 4760908"/>
                <a:gd name="connsiteX11" fmla="*/ 0 w 4665444"/>
                <a:gd name="connsiteY11" fmla="*/ 2318658 h 4760908"/>
                <a:gd name="connsiteX12" fmla="*/ 584877 w 4665444"/>
                <a:gd name="connsiteY12" fmla="*/ 2289312 h 4760908"/>
                <a:gd name="connsiteX13" fmla="*/ 1189035 w 4665444"/>
                <a:gd name="connsiteY13" fmla="*/ 2258998 h 4760908"/>
                <a:gd name="connsiteX14" fmla="*/ 1928165 w 4665444"/>
                <a:gd name="connsiteY14" fmla="*/ 2221912 h 4760908"/>
                <a:gd name="connsiteX15" fmla="*/ 1929308 w 4665444"/>
                <a:gd name="connsiteY15" fmla="*/ 2216806 h 4760908"/>
                <a:gd name="connsiteX16" fmla="*/ 1955645 w 4665444"/>
                <a:gd name="connsiteY16" fmla="*/ 2155858 h 4760908"/>
                <a:gd name="connsiteX17" fmla="*/ 1985167 w 4665444"/>
                <a:gd name="connsiteY17" fmla="*/ 2099203 h 4760908"/>
                <a:gd name="connsiteX18" fmla="*/ 1963043 w 4665444"/>
                <a:gd name="connsiteY18" fmla="*/ 2084523 h 4760908"/>
                <a:gd name="connsiteX19" fmla="*/ 1726343 w 4665444"/>
                <a:gd name="connsiteY19" fmla="*/ 1953606 h 4760908"/>
                <a:gd name="connsiteX20" fmla="*/ 1713254 w 4665444"/>
                <a:gd name="connsiteY20" fmla="*/ 1781708 h 4760908"/>
                <a:gd name="connsiteX21" fmla="*/ 1975019 w 4665444"/>
                <a:gd name="connsiteY21" fmla="*/ 1768485 h 4760908"/>
                <a:gd name="connsiteX22" fmla="*/ 2092812 w 4665444"/>
                <a:gd name="connsiteY22" fmla="*/ 1742039 h 4760908"/>
                <a:gd name="connsiteX23" fmla="*/ 2105901 w 4665444"/>
                <a:gd name="connsiteY23" fmla="*/ 1675925 h 4760908"/>
                <a:gd name="connsiteX24" fmla="*/ 2079724 w 4665444"/>
                <a:gd name="connsiteY24" fmla="*/ 1371796 h 4760908"/>
                <a:gd name="connsiteX25" fmla="*/ 2108306 w 4665444"/>
                <a:gd name="connsiteY25" fmla="*/ 1355067 h 4760908"/>
                <a:gd name="connsiteX26" fmla="*/ 1966156 w 4665444"/>
                <a:gd name="connsiteY26" fmla="*/ 704635 h 4760908"/>
                <a:gd name="connsiteX27" fmla="*/ 1812161 w 4665444"/>
                <a:gd name="connsiteY27" fmla="*/ 0 h 4760908"/>
                <a:gd name="connsiteX28" fmla="*/ 1984497 w 4665444"/>
                <a:gd name="connsiteY28" fmla="*/ 418322 h 4760908"/>
                <a:gd name="connsiteX29" fmla="*/ 2178834 w 4665444"/>
                <a:gd name="connsiteY29" fmla="*/ 890046 h 4760908"/>
                <a:gd name="connsiteX30" fmla="*/ 2362171 w 4665444"/>
                <a:gd name="connsiteY30" fmla="*/ 1335069 h 4760908"/>
                <a:gd name="connsiteX31" fmla="*/ 2409081 w 4665444"/>
                <a:gd name="connsiteY31" fmla="*/ 1340205 h 4760908"/>
                <a:gd name="connsiteX32" fmla="*/ 2524724 w 4665444"/>
                <a:gd name="connsiteY32" fmla="*/ 1345351 h 4760908"/>
                <a:gd name="connsiteX33" fmla="*/ 2629521 w 4665444"/>
                <a:gd name="connsiteY33" fmla="*/ 1347056 h 4760908"/>
                <a:gd name="connsiteX34" fmla="*/ 2656465 w 4665444"/>
                <a:gd name="connsiteY34" fmla="*/ 1322684 h 4760908"/>
                <a:gd name="connsiteX35" fmla="*/ 2664091 w 4665444"/>
                <a:gd name="connsiteY35" fmla="*/ 1343436 h 4760908"/>
                <a:gd name="connsiteX36" fmla="*/ 2663583 w 4665444"/>
                <a:gd name="connsiteY36" fmla="*/ 1347610 h 4760908"/>
                <a:gd name="connsiteX37" fmla="*/ 2690575 w 4665444"/>
                <a:gd name="connsiteY37" fmla="*/ 1348049 h 4760908"/>
                <a:gd name="connsiteX38" fmla="*/ 3152958 w 4665444"/>
                <a:gd name="connsiteY38" fmla="*/ 1424689 h 4760908"/>
                <a:gd name="connsiteX39" fmla="*/ 3296929 w 4665444"/>
                <a:gd name="connsiteY39" fmla="*/ 1530472 h 4760908"/>
                <a:gd name="connsiteX40" fmla="*/ 3389764 w 4665444"/>
                <a:gd name="connsiteY40" fmla="*/ 1706244 h 4760908"/>
                <a:gd name="connsiteX41" fmla="*/ 3789477 w 4665444"/>
                <a:gd name="connsiteY41" fmla="*/ 1487849 h 4760908"/>
                <a:gd name="connsiteX42" fmla="*/ 4189190 w 4665444"/>
                <a:gd name="connsiteY42" fmla="*/ 1269454 h 4760908"/>
                <a:gd name="connsiteX43" fmla="*/ 4665444 w 4665444"/>
                <a:gd name="connsiteY43" fmla="*/ 1009239 h 4760908"/>
                <a:gd name="connsiteX44" fmla="*/ 4307556 w 4665444"/>
                <a:gd name="connsiteY44" fmla="*/ 1296100 h 4760908"/>
                <a:gd name="connsiteX45" fmla="*/ 3926072 w 4665444"/>
                <a:gd name="connsiteY45" fmla="*/ 1601875 h 4760908"/>
                <a:gd name="connsiteX46" fmla="*/ 3485595 w 4665444"/>
                <a:gd name="connsiteY46" fmla="*/ 1954935 h 4760908"/>
                <a:gd name="connsiteX47" fmla="*/ 3493253 w 4665444"/>
                <a:gd name="connsiteY47" fmla="*/ 1980052 h 4760908"/>
                <a:gd name="connsiteX48" fmla="*/ 3480164 w 4665444"/>
                <a:gd name="connsiteY48" fmla="*/ 2244510 h 4760908"/>
                <a:gd name="connsiteX49" fmla="*/ 3391776 w 4665444"/>
                <a:gd name="connsiteY49" fmla="*/ 2525800 h 4760908"/>
                <a:gd name="connsiteX50" fmla="*/ 3351757 w 4665444"/>
                <a:gd name="connsiteY50" fmla="*/ 2638910 h 4760908"/>
                <a:gd name="connsiteX51" fmla="*/ 3382178 w 4665444"/>
                <a:gd name="connsiteY51" fmla="*/ 2679655 h 4760908"/>
                <a:gd name="connsiteX52" fmla="*/ 3571971 w 4665444"/>
                <a:gd name="connsiteY52" fmla="*/ 2894800 h 4760908"/>
                <a:gd name="connsiteX53" fmla="*/ 3547083 w 4665444"/>
                <a:gd name="connsiteY53" fmla="*/ 2965243 h 4760908"/>
                <a:gd name="connsiteX54" fmla="*/ 3541687 w 4665444"/>
                <a:gd name="connsiteY54" fmla="*/ 2989415 h 4760908"/>
                <a:gd name="connsiteX55" fmla="*/ 3910778 w 4665444"/>
                <a:gd name="connsiteY55" fmla="*/ 3319780 h 4760908"/>
                <a:gd name="connsiteX56" fmla="*/ 4279869 w 4665444"/>
                <a:gd name="connsiteY56" fmla="*/ 3650144 h 4760908"/>
                <a:gd name="connsiteX57" fmla="*/ 4616710 w 4665444"/>
                <a:gd name="connsiteY57" fmla="*/ 3951642 h 4760908"/>
                <a:gd name="connsiteX58" fmla="*/ 4132201 w 4665444"/>
                <a:gd name="connsiteY58" fmla="*/ 3647613 h 4760908"/>
                <a:gd name="connsiteX59" fmla="*/ 3618622 w 4665444"/>
                <a:gd name="connsiteY59" fmla="*/ 3325342 h 4760908"/>
                <a:gd name="connsiteX60" fmla="*/ 3163184 w 4665444"/>
                <a:gd name="connsiteY60" fmla="*/ 3039555 h 4760908"/>
                <a:gd name="connsiteX61" fmla="*/ 3154828 w 4665444"/>
                <a:gd name="connsiteY61" fmla="*/ 3055216 h 4760908"/>
                <a:gd name="connsiteX62" fmla="*/ 3113694 w 4665444"/>
                <a:gd name="connsiteY62" fmla="*/ 3130446 h 4760908"/>
                <a:gd name="connsiteX63" fmla="*/ 3109639 w 4665444"/>
                <a:gd name="connsiteY63" fmla="*/ 3134459 h 4760908"/>
                <a:gd name="connsiteX64" fmla="*/ 3109521 w 4665444"/>
                <a:gd name="connsiteY64" fmla="*/ 3134378 h 4760908"/>
                <a:gd name="connsiteX65" fmla="*/ 3107621 w 4665444"/>
                <a:gd name="connsiteY65" fmla="*/ 3201922 h 4760908"/>
                <a:gd name="connsiteX66" fmla="*/ 3044803 w 4665444"/>
                <a:gd name="connsiteY66" fmla="*/ 3325467 h 4760908"/>
                <a:gd name="connsiteX67" fmla="*/ 2616456 w 4665444"/>
                <a:gd name="connsiteY67" fmla="*/ 3202007 h 4760908"/>
                <a:gd name="connsiteX68" fmla="*/ 2472312 w 4665444"/>
                <a:gd name="connsiteY68" fmla="*/ 3148367 h 4760908"/>
                <a:gd name="connsiteX69" fmla="*/ 2218587 w 4665444"/>
                <a:gd name="connsiteY69" fmla="*/ 3702006 h 4760908"/>
                <a:gd name="connsiteX70" fmla="*/ 1987031 w 4665444"/>
                <a:gd name="connsiteY70" fmla="*/ 4207269 h 4760908"/>
                <a:gd name="connsiteX71" fmla="*/ 1733306 w 4665444"/>
                <a:gd name="connsiteY71" fmla="*/ 4760908 h 4760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8" fill="none" extrusionOk="0">
                  <a:moveTo>
                    <a:pt x="1733306" y="4760908"/>
                  </a:moveTo>
                  <a:cubicBezTo>
                    <a:pt x="1835261" y="4477355"/>
                    <a:pt x="1822565" y="4454942"/>
                    <a:pt x="1890845" y="4144529"/>
                  </a:cubicBezTo>
                  <a:cubicBezTo>
                    <a:pt x="1959125" y="3834115"/>
                    <a:pt x="2024367" y="3677090"/>
                    <a:pt x="2048383" y="3528150"/>
                  </a:cubicBezTo>
                  <a:cubicBezTo>
                    <a:pt x="2072400" y="3379210"/>
                    <a:pt x="2140227" y="3162411"/>
                    <a:pt x="2179170" y="3016439"/>
                  </a:cubicBezTo>
                  <a:cubicBezTo>
                    <a:pt x="2150779" y="2994468"/>
                    <a:pt x="2136312" y="2984153"/>
                    <a:pt x="2114785" y="2972037"/>
                  </a:cubicBezTo>
                  <a:cubicBezTo>
                    <a:pt x="2092976" y="2953735"/>
                    <a:pt x="2073264" y="2933900"/>
                    <a:pt x="2050636" y="2917714"/>
                  </a:cubicBezTo>
                  <a:cubicBezTo>
                    <a:pt x="2004246" y="2877283"/>
                    <a:pt x="1955094" y="2834519"/>
                    <a:pt x="1950181" y="2769977"/>
                  </a:cubicBezTo>
                  <a:cubicBezTo>
                    <a:pt x="1941173" y="2731498"/>
                    <a:pt x="1937133" y="2692834"/>
                    <a:pt x="1928297" y="2649054"/>
                  </a:cubicBezTo>
                  <a:cubicBezTo>
                    <a:pt x="1921624" y="2624015"/>
                    <a:pt x="1916699" y="2588289"/>
                    <a:pt x="1916941" y="2548946"/>
                  </a:cubicBezTo>
                  <a:cubicBezTo>
                    <a:pt x="1584784" y="2521427"/>
                    <a:pt x="1450110" y="2499104"/>
                    <a:pt x="1239622" y="2467578"/>
                  </a:cubicBezTo>
                  <a:cubicBezTo>
                    <a:pt x="1029134" y="2436052"/>
                    <a:pt x="887336" y="2420387"/>
                    <a:pt x="638980" y="2395421"/>
                  </a:cubicBezTo>
                  <a:cubicBezTo>
                    <a:pt x="390624" y="2370455"/>
                    <a:pt x="307185" y="2325932"/>
                    <a:pt x="0" y="2318658"/>
                  </a:cubicBezTo>
                  <a:cubicBezTo>
                    <a:pt x="266072" y="2282499"/>
                    <a:pt x="411679" y="2298785"/>
                    <a:pt x="584877" y="2289312"/>
                  </a:cubicBezTo>
                  <a:cubicBezTo>
                    <a:pt x="758075" y="2279839"/>
                    <a:pt x="1033825" y="2277817"/>
                    <a:pt x="1189035" y="2258998"/>
                  </a:cubicBezTo>
                  <a:cubicBezTo>
                    <a:pt x="1344245" y="2240179"/>
                    <a:pt x="1573191" y="2220967"/>
                    <a:pt x="1928165" y="2221912"/>
                  </a:cubicBezTo>
                  <a:cubicBezTo>
                    <a:pt x="1928358" y="2220342"/>
                    <a:pt x="1928744" y="2218882"/>
                    <a:pt x="1929308" y="2216806"/>
                  </a:cubicBezTo>
                  <a:cubicBezTo>
                    <a:pt x="1937815" y="2195155"/>
                    <a:pt x="1944965" y="2176656"/>
                    <a:pt x="1955645" y="2155858"/>
                  </a:cubicBezTo>
                  <a:cubicBezTo>
                    <a:pt x="1964303" y="2144334"/>
                    <a:pt x="1976305" y="2119597"/>
                    <a:pt x="1985167" y="2099203"/>
                  </a:cubicBezTo>
                  <a:cubicBezTo>
                    <a:pt x="1981028" y="2095058"/>
                    <a:pt x="1971181" y="2090205"/>
                    <a:pt x="1963043" y="2084523"/>
                  </a:cubicBezTo>
                  <a:cubicBezTo>
                    <a:pt x="1910107" y="2043632"/>
                    <a:pt x="1847566" y="2023328"/>
                    <a:pt x="1726343" y="1953606"/>
                  </a:cubicBezTo>
                  <a:cubicBezTo>
                    <a:pt x="1722509" y="1927035"/>
                    <a:pt x="1743000" y="1963143"/>
                    <a:pt x="1713254" y="1781708"/>
                  </a:cubicBezTo>
                  <a:cubicBezTo>
                    <a:pt x="1791682" y="1776104"/>
                    <a:pt x="1872943" y="1789973"/>
                    <a:pt x="1975019" y="1768485"/>
                  </a:cubicBezTo>
                  <a:cubicBezTo>
                    <a:pt x="2005468" y="1766791"/>
                    <a:pt x="2063318" y="1764854"/>
                    <a:pt x="2092812" y="1742039"/>
                  </a:cubicBezTo>
                  <a:cubicBezTo>
                    <a:pt x="2112910" y="1729375"/>
                    <a:pt x="2109600" y="1700601"/>
                    <a:pt x="2105901" y="1675925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20228" y="1569090"/>
                    <a:pt x="3363803" y="1667775"/>
                    <a:pt x="3389764" y="1706244"/>
                  </a:cubicBezTo>
                  <a:cubicBezTo>
                    <a:pt x="3534398" y="1610771"/>
                    <a:pt x="3589265" y="1584523"/>
                    <a:pt x="3789477" y="1487849"/>
                  </a:cubicBezTo>
                  <a:cubicBezTo>
                    <a:pt x="3989689" y="1391175"/>
                    <a:pt x="4077643" y="1308691"/>
                    <a:pt x="4189190" y="1269454"/>
                  </a:cubicBezTo>
                  <a:cubicBezTo>
                    <a:pt x="4300737" y="1230217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7"/>
                    <a:pt x="3609349" y="1885557"/>
                    <a:pt x="3485595" y="1954935"/>
                  </a:cubicBezTo>
                  <a:cubicBezTo>
                    <a:pt x="3488225" y="1967784"/>
                    <a:pt x="3491494" y="1972096"/>
                    <a:pt x="3493253" y="1980052"/>
                  </a:cubicBezTo>
                  <a:cubicBezTo>
                    <a:pt x="3520403" y="2076246"/>
                    <a:pt x="3503834" y="2150289"/>
                    <a:pt x="3480164" y="2244510"/>
                  </a:cubicBezTo>
                  <a:cubicBezTo>
                    <a:pt x="3445588" y="2371617"/>
                    <a:pt x="3414405" y="2460786"/>
                    <a:pt x="3391776" y="2525800"/>
                  </a:cubicBezTo>
                  <a:cubicBezTo>
                    <a:pt x="3383065" y="2555527"/>
                    <a:pt x="3361485" y="2593675"/>
                    <a:pt x="3351757" y="2638910"/>
                  </a:cubicBezTo>
                  <a:cubicBezTo>
                    <a:pt x="3362453" y="2649955"/>
                    <a:pt x="3376802" y="2669548"/>
                    <a:pt x="3382178" y="2679655"/>
                  </a:cubicBezTo>
                  <a:cubicBezTo>
                    <a:pt x="3418594" y="2731147"/>
                    <a:pt x="3473635" y="2778066"/>
                    <a:pt x="3571971" y="2894800"/>
                  </a:cubicBezTo>
                  <a:cubicBezTo>
                    <a:pt x="3567455" y="2913937"/>
                    <a:pt x="3565788" y="2899373"/>
                    <a:pt x="3547083" y="2965243"/>
                  </a:cubicBezTo>
                  <a:cubicBezTo>
                    <a:pt x="3545287" y="2972116"/>
                    <a:pt x="3544802" y="2978087"/>
                    <a:pt x="3541687" y="2989415"/>
                  </a:cubicBezTo>
                  <a:cubicBezTo>
                    <a:pt x="3657435" y="3089248"/>
                    <a:pt x="3745357" y="3155639"/>
                    <a:pt x="3910778" y="3319780"/>
                  </a:cubicBezTo>
                  <a:cubicBezTo>
                    <a:pt x="4076199" y="3483921"/>
                    <a:pt x="4122375" y="3487062"/>
                    <a:pt x="4279869" y="3650144"/>
                  </a:cubicBezTo>
                  <a:cubicBezTo>
                    <a:pt x="4437363" y="3813226"/>
                    <a:pt x="4497029" y="3832281"/>
                    <a:pt x="4616710" y="3951642"/>
                  </a:cubicBezTo>
                  <a:cubicBezTo>
                    <a:pt x="4427371" y="3823441"/>
                    <a:pt x="4249930" y="3694377"/>
                    <a:pt x="4132201" y="3647613"/>
                  </a:cubicBezTo>
                  <a:cubicBezTo>
                    <a:pt x="4014472" y="3600849"/>
                    <a:pt x="3782832" y="3413063"/>
                    <a:pt x="3618622" y="3325342"/>
                  </a:cubicBezTo>
                  <a:cubicBezTo>
                    <a:pt x="3454412" y="3237621"/>
                    <a:pt x="3270050" y="3132622"/>
                    <a:pt x="3163184" y="3039555"/>
                  </a:cubicBezTo>
                  <a:cubicBezTo>
                    <a:pt x="3160341" y="3045698"/>
                    <a:pt x="3156937" y="3052080"/>
                    <a:pt x="3154828" y="3055216"/>
                  </a:cubicBezTo>
                  <a:cubicBezTo>
                    <a:pt x="3138596" y="3085226"/>
                    <a:pt x="3130120" y="3101723"/>
                    <a:pt x="3113694" y="3130446"/>
                  </a:cubicBezTo>
                  <a:cubicBezTo>
                    <a:pt x="3112481" y="3132826"/>
                    <a:pt x="3110863" y="3134176"/>
                    <a:pt x="3109639" y="3134459"/>
                  </a:cubicBezTo>
                  <a:cubicBezTo>
                    <a:pt x="3109600" y="3134427"/>
                    <a:pt x="3109574" y="3134406"/>
                    <a:pt x="3109521" y="3134378"/>
                  </a:cubicBezTo>
                  <a:cubicBezTo>
                    <a:pt x="3112885" y="3153787"/>
                    <a:pt x="3105126" y="3179200"/>
                    <a:pt x="3107621" y="3201922"/>
                  </a:cubicBezTo>
                  <a:cubicBezTo>
                    <a:pt x="3102373" y="3267442"/>
                    <a:pt x="3083229" y="3307269"/>
                    <a:pt x="3044803" y="3325467"/>
                  </a:cubicBezTo>
                  <a:cubicBezTo>
                    <a:pt x="2901370" y="3398849"/>
                    <a:pt x="2761768" y="3260398"/>
                    <a:pt x="2616456" y="3202007"/>
                  </a:cubicBezTo>
                  <a:cubicBezTo>
                    <a:pt x="2544861" y="3174395"/>
                    <a:pt x="2542666" y="3172561"/>
                    <a:pt x="2472312" y="3148367"/>
                  </a:cubicBezTo>
                  <a:cubicBezTo>
                    <a:pt x="2343253" y="3407819"/>
                    <a:pt x="2309012" y="3446864"/>
                    <a:pt x="2218587" y="3702006"/>
                  </a:cubicBezTo>
                  <a:cubicBezTo>
                    <a:pt x="2128161" y="3957147"/>
                    <a:pt x="2083488" y="3995532"/>
                    <a:pt x="1987031" y="4207269"/>
                  </a:cubicBezTo>
                  <a:cubicBezTo>
                    <a:pt x="1890575" y="4419006"/>
                    <a:pt x="1824620" y="4570404"/>
                    <a:pt x="1733306" y="4760908"/>
                  </a:cubicBezTo>
                  <a:close/>
                </a:path>
                <a:path w="4665444" h="4760908" stroke="0" extrusionOk="0">
                  <a:moveTo>
                    <a:pt x="1733306" y="4760908"/>
                  </a:moveTo>
                  <a:cubicBezTo>
                    <a:pt x="1812977" y="4529538"/>
                    <a:pt x="1830951" y="4279376"/>
                    <a:pt x="1886386" y="4161974"/>
                  </a:cubicBezTo>
                  <a:cubicBezTo>
                    <a:pt x="1941821" y="4044572"/>
                    <a:pt x="1971113" y="3839141"/>
                    <a:pt x="2026090" y="3615373"/>
                  </a:cubicBezTo>
                  <a:cubicBezTo>
                    <a:pt x="2081067" y="3391606"/>
                    <a:pt x="2149420" y="3199064"/>
                    <a:pt x="2179170" y="3016439"/>
                  </a:cubicBezTo>
                  <a:cubicBezTo>
                    <a:pt x="2160727" y="3006621"/>
                    <a:pt x="2127161" y="2984014"/>
                    <a:pt x="2114785" y="2972037"/>
                  </a:cubicBezTo>
                  <a:cubicBezTo>
                    <a:pt x="2094204" y="2957720"/>
                    <a:pt x="2071632" y="2931304"/>
                    <a:pt x="2050636" y="2917714"/>
                  </a:cubicBezTo>
                  <a:cubicBezTo>
                    <a:pt x="2005822" y="2887149"/>
                    <a:pt x="1962424" y="2825434"/>
                    <a:pt x="1950181" y="2769977"/>
                  </a:cubicBezTo>
                  <a:cubicBezTo>
                    <a:pt x="1948882" y="2729794"/>
                    <a:pt x="1928331" y="2686132"/>
                    <a:pt x="1928297" y="2649054"/>
                  </a:cubicBezTo>
                  <a:cubicBezTo>
                    <a:pt x="1930116" y="2622972"/>
                    <a:pt x="1918891" y="2573079"/>
                    <a:pt x="1916941" y="2548946"/>
                  </a:cubicBezTo>
                  <a:cubicBezTo>
                    <a:pt x="1593829" y="2478165"/>
                    <a:pt x="1406184" y="2458975"/>
                    <a:pt x="1258791" y="2469880"/>
                  </a:cubicBezTo>
                  <a:cubicBezTo>
                    <a:pt x="1111398" y="2480786"/>
                    <a:pt x="811256" y="2420749"/>
                    <a:pt x="677319" y="2400026"/>
                  </a:cubicBezTo>
                  <a:cubicBezTo>
                    <a:pt x="543382" y="2379303"/>
                    <a:pt x="169805" y="2316768"/>
                    <a:pt x="0" y="2318658"/>
                  </a:cubicBezTo>
                  <a:cubicBezTo>
                    <a:pt x="131551" y="2290890"/>
                    <a:pt x="457948" y="2305807"/>
                    <a:pt x="604158" y="2288344"/>
                  </a:cubicBezTo>
                  <a:cubicBezTo>
                    <a:pt x="750368" y="2270881"/>
                    <a:pt x="940979" y="2257455"/>
                    <a:pt x="1227598" y="2257063"/>
                  </a:cubicBezTo>
                  <a:cubicBezTo>
                    <a:pt x="1514217" y="2256671"/>
                    <a:pt x="1756531" y="2253014"/>
                    <a:pt x="1928165" y="2221912"/>
                  </a:cubicBezTo>
                  <a:cubicBezTo>
                    <a:pt x="1928261" y="2220568"/>
                    <a:pt x="1928604" y="2218914"/>
                    <a:pt x="1929308" y="2216806"/>
                  </a:cubicBezTo>
                  <a:cubicBezTo>
                    <a:pt x="1935569" y="2194575"/>
                    <a:pt x="1941865" y="2179128"/>
                    <a:pt x="1955645" y="2155858"/>
                  </a:cubicBezTo>
                  <a:cubicBezTo>
                    <a:pt x="1969550" y="2134140"/>
                    <a:pt x="1971287" y="2127523"/>
                    <a:pt x="1985167" y="2099203"/>
                  </a:cubicBezTo>
                  <a:cubicBezTo>
                    <a:pt x="1975290" y="2091450"/>
                    <a:pt x="1974509" y="2091219"/>
                    <a:pt x="1963043" y="2084523"/>
                  </a:cubicBezTo>
                  <a:cubicBezTo>
                    <a:pt x="1914075" y="2047218"/>
                    <a:pt x="1837160" y="2029665"/>
                    <a:pt x="1726343" y="1953606"/>
                  </a:cubicBezTo>
                  <a:cubicBezTo>
                    <a:pt x="1728465" y="1921865"/>
                    <a:pt x="1746500" y="1956172"/>
                    <a:pt x="1713254" y="1781708"/>
                  </a:cubicBezTo>
                  <a:cubicBezTo>
                    <a:pt x="1794987" y="1761939"/>
                    <a:pt x="1889671" y="1774768"/>
                    <a:pt x="1975019" y="1768485"/>
                  </a:cubicBezTo>
                  <a:cubicBezTo>
                    <a:pt x="2013653" y="1771802"/>
                    <a:pt x="2060101" y="1764173"/>
                    <a:pt x="2092812" y="1742039"/>
                  </a:cubicBezTo>
                  <a:cubicBezTo>
                    <a:pt x="2110408" y="1729321"/>
                    <a:pt x="2108425" y="1697511"/>
                    <a:pt x="2105901" y="1675925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19227" y="1578701"/>
                    <a:pt x="3362749" y="1645304"/>
                    <a:pt x="3389764" y="1706244"/>
                  </a:cubicBezTo>
                  <a:cubicBezTo>
                    <a:pt x="3527166" y="1609694"/>
                    <a:pt x="3670174" y="1527590"/>
                    <a:pt x="3814991" y="1473909"/>
                  </a:cubicBezTo>
                  <a:cubicBezTo>
                    <a:pt x="3959808" y="1420228"/>
                    <a:pt x="4061371" y="1332266"/>
                    <a:pt x="4240217" y="1241574"/>
                  </a:cubicBezTo>
                  <a:cubicBezTo>
                    <a:pt x="4419064" y="115088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8669" y="1483286"/>
                    <a:pt x="3902475" y="1620789"/>
                  </a:cubicBezTo>
                  <a:cubicBezTo>
                    <a:pt x="3766281" y="1758292"/>
                    <a:pt x="3676182" y="1822151"/>
                    <a:pt x="3485595" y="1954935"/>
                  </a:cubicBezTo>
                  <a:cubicBezTo>
                    <a:pt x="3487878" y="1961302"/>
                    <a:pt x="3489418" y="1970551"/>
                    <a:pt x="3493253" y="1980052"/>
                  </a:cubicBezTo>
                  <a:cubicBezTo>
                    <a:pt x="3527334" y="2064279"/>
                    <a:pt x="3483205" y="2154609"/>
                    <a:pt x="3480164" y="2244510"/>
                  </a:cubicBezTo>
                  <a:cubicBezTo>
                    <a:pt x="3433761" y="2362465"/>
                    <a:pt x="3438024" y="2439328"/>
                    <a:pt x="3391776" y="2525800"/>
                  </a:cubicBezTo>
                  <a:cubicBezTo>
                    <a:pt x="3372596" y="2580939"/>
                    <a:pt x="3364960" y="2597678"/>
                    <a:pt x="3351757" y="2638910"/>
                  </a:cubicBezTo>
                  <a:cubicBezTo>
                    <a:pt x="3366777" y="2655528"/>
                    <a:pt x="3369453" y="2659432"/>
                    <a:pt x="3382178" y="2679655"/>
                  </a:cubicBezTo>
                  <a:cubicBezTo>
                    <a:pt x="3436255" y="2722335"/>
                    <a:pt x="3467938" y="2782070"/>
                    <a:pt x="3571971" y="2894800"/>
                  </a:cubicBezTo>
                  <a:cubicBezTo>
                    <a:pt x="3566911" y="2916649"/>
                    <a:pt x="3559861" y="2897972"/>
                    <a:pt x="3547083" y="2965243"/>
                  </a:cubicBezTo>
                  <a:cubicBezTo>
                    <a:pt x="3544331" y="2976116"/>
                    <a:pt x="3544041" y="2979277"/>
                    <a:pt x="3541687" y="2989415"/>
                  </a:cubicBezTo>
                  <a:cubicBezTo>
                    <a:pt x="3659680" y="3099880"/>
                    <a:pt x="3811347" y="3258887"/>
                    <a:pt x="3900028" y="3310157"/>
                  </a:cubicBezTo>
                  <a:cubicBezTo>
                    <a:pt x="3988709" y="3361427"/>
                    <a:pt x="4078168" y="3485782"/>
                    <a:pt x="4236869" y="3611655"/>
                  </a:cubicBezTo>
                  <a:cubicBezTo>
                    <a:pt x="4395570" y="3737528"/>
                    <a:pt x="4521391" y="3873058"/>
                    <a:pt x="4616710" y="3951642"/>
                  </a:cubicBezTo>
                  <a:cubicBezTo>
                    <a:pt x="4501382" y="3845954"/>
                    <a:pt x="4313879" y="3759721"/>
                    <a:pt x="4132201" y="3647613"/>
                  </a:cubicBezTo>
                  <a:cubicBezTo>
                    <a:pt x="3950523" y="3535505"/>
                    <a:pt x="3790463" y="3441430"/>
                    <a:pt x="3676763" y="3361826"/>
                  </a:cubicBezTo>
                  <a:cubicBezTo>
                    <a:pt x="3563063" y="3282222"/>
                    <a:pt x="3327727" y="3156778"/>
                    <a:pt x="3163184" y="3039555"/>
                  </a:cubicBezTo>
                  <a:cubicBezTo>
                    <a:pt x="3160944" y="3042915"/>
                    <a:pt x="3157296" y="3050933"/>
                    <a:pt x="3154828" y="3055216"/>
                  </a:cubicBezTo>
                  <a:cubicBezTo>
                    <a:pt x="3135620" y="3080994"/>
                    <a:pt x="3127648" y="3104922"/>
                    <a:pt x="3113694" y="3130446"/>
                  </a:cubicBezTo>
                  <a:cubicBezTo>
                    <a:pt x="3112566" y="3132929"/>
                    <a:pt x="3110916" y="3134196"/>
                    <a:pt x="3109639" y="3134459"/>
                  </a:cubicBezTo>
                  <a:cubicBezTo>
                    <a:pt x="3109598" y="3134428"/>
                    <a:pt x="3109571" y="3134417"/>
                    <a:pt x="3109521" y="3134378"/>
                  </a:cubicBezTo>
                  <a:cubicBezTo>
                    <a:pt x="3111333" y="3161216"/>
                    <a:pt x="3108978" y="3179320"/>
                    <a:pt x="3107621" y="3201922"/>
                  </a:cubicBezTo>
                  <a:cubicBezTo>
                    <a:pt x="3100294" y="3255606"/>
                    <a:pt x="3093626" y="3303669"/>
                    <a:pt x="3044803" y="3325467"/>
                  </a:cubicBezTo>
                  <a:cubicBezTo>
                    <a:pt x="2875266" y="3367924"/>
                    <a:pt x="2735925" y="3229893"/>
                    <a:pt x="2616456" y="3202007"/>
                  </a:cubicBezTo>
                  <a:cubicBezTo>
                    <a:pt x="2562288" y="3177799"/>
                    <a:pt x="2523463" y="3159956"/>
                    <a:pt x="2472312" y="3148367"/>
                  </a:cubicBezTo>
                  <a:cubicBezTo>
                    <a:pt x="2345211" y="3399148"/>
                    <a:pt x="2293116" y="3516233"/>
                    <a:pt x="2225977" y="3685881"/>
                  </a:cubicBezTo>
                  <a:cubicBezTo>
                    <a:pt x="2158838" y="3855529"/>
                    <a:pt x="2031016" y="4049104"/>
                    <a:pt x="1994421" y="4191144"/>
                  </a:cubicBezTo>
                  <a:cubicBezTo>
                    <a:pt x="1957826" y="4333184"/>
                    <a:pt x="1847398" y="4557159"/>
                    <a:pt x="1733306" y="4760908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F878A699-ABCF-40D0-B5F2-80BEEF3B8CAB}"/>
              </a:ext>
            </a:extLst>
          </p:cNvPr>
          <p:cNvGrpSpPr/>
          <p:nvPr/>
        </p:nvGrpSpPr>
        <p:grpSpPr>
          <a:xfrm>
            <a:off x="8060015" y="-57454"/>
            <a:ext cx="3893623" cy="7252005"/>
            <a:chOff x="8060015" y="-57454"/>
            <a:chExt cx="3893623" cy="7252005"/>
          </a:xfrm>
        </p:grpSpPr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B3B9F007-8C22-484D-9507-108ECFC7300E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B04A8F16-0F36-43F3-93A8-0A9DB8142357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43DDD88E-1818-4AF8-9558-DE43B147DCAD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8829CE03-2C95-4ED1-A89F-8DB41F056EDB}"/>
              </a:ext>
            </a:extLst>
          </p:cNvPr>
          <p:cNvGrpSpPr/>
          <p:nvPr/>
        </p:nvGrpSpPr>
        <p:grpSpPr>
          <a:xfrm>
            <a:off x="-85304" y="4589780"/>
            <a:ext cx="2648823" cy="3375160"/>
            <a:chOff x="-85304" y="3891280"/>
            <a:chExt cx="2648823" cy="3375160"/>
          </a:xfrm>
        </p:grpSpPr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8D869614-ACE1-4238-BD1F-5A67DA207D5D}"/>
                </a:ext>
              </a:extLst>
            </p:cNvPr>
            <p:cNvSpPr/>
            <p:nvPr/>
          </p:nvSpPr>
          <p:spPr>
            <a:xfrm>
              <a:off x="98361" y="3891280"/>
              <a:ext cx="2465158" cy="3375160"/>
            </a:xfrm>
            <a:custGeom>
              <a:avLst/>
              <a:gdLst>
                <a:gd name="connsiteX0" fmla="*/ 1644187 w 2261600"/>
                <a:gd name="connsiteY0" fmla="*/ 0 h 3436120"/>
                <a:gd name="connsiteX1" fmla="*/ 2261600 w 2261600"/>
                <a:gd name="connsiteY1" fmla="*/ 0 h 3436120"/>
                <a:gd name="connsiteX2" fmla="*/ 2261600 w 2261600"/>
                <a:gd name="connsiteY2" fmla="*/ 3436120 h 3436120"/>
                <a:gd name="connsiteX3" fmla="*/ 0 w 2261600"/>
                <a:gd name="connsiteY3" fmla="*/ 3436120 h 3436120"/>
                <a:gd name="connsiteX4" fmla="*/ 0 w 2261600"/>
                <a:gd name="connsiteY4" fmla="*/ 1236355 h 3436120"/>
                <a:gd name="connsiteX5" fmla="*/ 25697 w 2261600"/>
                <a:gd name="connsiteY5" fmla="*/ 1215388 h 3436120"/>
                <a:gd name="connsiteX6" fmla="*/ 103098 w 2261600"/>
                <a:gd name="connsiteY6" fmla="*/ 1154631 h 3436120"/>
                <a:gd name="connsiteX7" fmla="*/ 169358 w 2261600"/>
                <a:gd name="connsiteY7" fmla="*/ 1108676 h 3436120"/>
                <a:gd name="connsiteX8" fmla="*/ 258962 w 2261600"/>
                <a:gd name="connsiteY8" fmla="*/ 1045519 h 3436120"/>
                <a:gd name="connsiteX9" fmla="*/ 388810 w 2261600"/>
                <a:gd name="connsiteY9" fmla="*/ 955173 h 3436120"/>
                <a:gd name="connsiteX10" fmla="*/ 406044 w 2261600"/>
                <a:gd name="connsiteY10" fmla="*/ 941181 h 3436120"/>
                <a:gd name="connsiteX11" fmla="*/ 416891 w 2261600"/>
                <a:gd name="connsiteY11" fmla="*/ 933500 h 3436120"/>
                <a:gd name="connsiteX12" fmla="*/ 687432 w 2261600"/>
                <a:gd name="connsiteY12" fmla="*/ 727963 h 3436120"/>
                <a:gd name="connsiteX13" fmla="*/ 740302 w 2261600"/>
                <a:gd name="connsiteY13" fmla="*/ 682933 h 3436120"/>
                <a:gd name="connsiteX14" fmla="*/ 797948 w 2261600"/>
                <a:gd name="connsiteY14" fmla="*/ 644235 h 3436120"/>
                <a:gd name="connsiteX15" fmla="*/ 1220217 w 2261600"/>
                <a:gd name="connsiteY15" fmla="*/ 319588 h 3436120"/>
                <a:gd name="connsiteX16" fmla="*/ 1297157 w 2261600"/>
                <a:gd name="connsiteY16" fmla="*/ 261540 h 3436120"/>
                <a:gd name="connsiteX17" fmla="*/ 1301133 w 2261600"/>
                <a:gd name="connsiteY17" fmla="*/ 258401 h 3436120"/>
                <a:gd name="connsiteX18" fmla="*/ 1302026 w 2261600"/>
                <a:gd name="connsiteY18" fmla="*/ 257806 h 3436120"/>
                <a:gd name="connsiteX19" fmla="*/ 1543532 w 2261600"/>
                <a:gd name="connsiteY19" fmla="*/ 79936 h 343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61600" h="3436120">
                  <a:moveTo>
                    <a:pt x="1644187" y="0"/>
                  </a:moveTo>
                  <a:lnTo>
                    <a:pt x="2261600" y="0"/>
                  </a:lnTo>
                  <a:lnTo>
                    <a:pt x="2261600" y="3436120"/>
                  </a:lnTo>
                  <a:lnTo>
                    <a:pt x="0" y="3436120"/>
                  </a:lnTo>
                  <a:lnTo>
                    <a:pt x="0" y="1236355"/>
                  </a:lnTo>
                  <a:lnTo>
                    <a:pt x="25697" y="1215388"/>
                  </a:lnTo>
                  <a:lnTo>
                    <a:pt x="103098" y="1154631"/>
                  </a:lnTo>
                  <a:lnTo>
                    <a:pt x="169358" y="1108676"/>
                  </a:lnTo>
                  <a:cubicBezTo>
                    <a:pt x="197588" y="1088979"/>
                    <a:pt x="227397" y="1068019"/>
                    <a:pt x="258962" y="1045519"/>
                  </a:cubicBezTo>
                  <a:cubicBezTo>
                    <a:pt x="308727" y="1014231"/>
                    <a:pt x="350729" y="984366"/>
                    <a:pt x="388810" y="955173"/>
                  </a:cubicBezTo>
                  <a:lnTo>
                    <a:pt x="406044" y="941181"/>
                  </a:lnTo>
                  <a:lnTo>
                    <a:pt x="416891" y="933500"/>
                  </a:lnTo>
                  <a:cubicBezTo>
                    <a:pt x="526391" y="855858"/>
                    <a:pt x="590893" y="808873"/>
                    <a:pt x="687432" y="727963"/>
                  </a:cubicBezTo>
                  <a:lnTo>
                    <a:pt x="740302" y="682933"/>
                  </a:lnTo>
                  <a:lnTo>
                    <a:pt x="797948" y="644235"/>
                  </a:lnTo>
                  <a:cubicBezTo>
                    <a:pt x="947264" y="540570"/>
                    <a:pt x="1029893" y="459397"/>
                    <a:pt x="1220217" y="319588"/>
                  </a:cubicBezTo>
                  <a:cubicBezTo>
                    <a:pt x="1247406" y="299615"/>
                    <a:pt x="1272892" y="280320"/>
                    <a:pt x="1297157" y="261540"/>
                  </a:cubicBezTo>
                  <a:lnTo>
                    <a:pt x="1301133" y="258401"/>
                  </a:lnTo>
                  <a:lnTo>
                    <a:pt x="1302026" y="257806"/>
                  </a:lnTo>
                  <a:cubicBezTo>
                    <a:pt x="1375570" y="212057"/>
                    <a:pt x="1458898" y="147242"/>
                    <a:pt x="1543532" y="79936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21" name="Forma libre: forma 20">
              <a:hlinkHover r:id="rId2" action="ppaction://hlinksldjump" highlightClick="1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03B8947F-9FAF-4AF3-AD32-25A022E42BC3}"/>
                </a:ext>
              </a:extLst>
            </p:cNvPr>
            <p:cNvSpPr/>
            <p:nvPr/>
          </p:nvSpPr>
          <p:spPr>
            <a:xfrm flipH="1">
              <a:off x="-85304" y="4826287"/>
              <a:ext cx="2648823" cy="2358188"/>
            </a:xfrm>
            <a:custGeom>
              <a:avLst/>
              <a:gdLst>
                <a:gd name="connsiteX0" fmla="*/ 0 w 2648823"/>
                <a:gd name="connsiteY0" fmla="*/ 2358188 h 2358188"/>
                <a:gd name="connsiteX1" fmla="*/ 0 w 2648823"/>
                <a:gd name="connsiteY1" fmla="*/ 1742267 h 2358188"/>
                <a:gd name="connsiteX2" fmla="*/ 0 w 2648823"/>
                <a:gd name="connsiteY2" fmla="*/ 1171970 h 2358188"/>
                <a:gd name="connsiteX3" fmla="*/ 0 w 2648823"/>
                <a:gd name="connsiteY3" fmla="*/ 670109 h 2358188"/>
                <a:gd name="connsiteX4" fmla="*/ 0 w 2648823"/>
                <a:gd name="connsiteY4" fmla="*/ 77000 h 2358188"/>
                <a:gd name="connsiteX5" fmla="*/ 278340 w 2648823"/>
                <a:gd name="connsiteY5" fmla="*/ 77000 h 2358188"/>
                <a:gd name="connsiteX6" fmla="*/ 278340 w 2648823"/>
                <a:gd name="connsiteY6" fmla="*/ 777591 h 2358188"/>
                <a:gd name="connsiteX7" fmla="*/ 278340 w 2648823"/>
                <a:gd name="connsiteY7" fmla="*/ 1416966 h 2358188"/>
                <a:gd name="connsiteX8" fmla="*/ 278340 w 2648823"/>
                <a:gd name="connsiteY8" fmla="*/ 2117557 h 2358188"/>
                <a:gd name="connsiteX9" fmla="*/ 954799 w 2648823"/>
                <a:gd name="connsiteY9" fmla="*/ 2117557 h 2358188"/>
                <a:gd name="connsiteX10" fmla="*/ 1652180 w 2648823"/>
                <a:gd name="connsiteY10" fmla="*/ 2117557 h 2358188"/>
                <a:gd name="connsiteX11" fmla="*/ 2370482 w 2648823"/>
                <a:gd name="connsiteY11" fmla="*/ 2117557 h 2358188"/>
                <a:gd name="connsiteX12" fmla="*/ 2370482 w 2648823"/>
                <a:gd name="connsiteY12" fmla="*/ 1651694 h 2358188"/>
                <a:gd name="connsiteX13" fmla="*/ 2370482 w 2648823"/>
                <a:gd name="connsiteY13" fmla="*/ 1101130 h 2358188"/>
                <a:gd name="connsiteX14" fmla="*/ 2370482 w 2648823"/>
                <a:gd name="connsiteY14" fmla="*/ 592916 h 2358188"/>
                <a:gd name="connsiteX15" fmla="*/ 2370482 w 2648823"/>
                <a:gd name="connsiteY15" fmla="*/ 0 h 2358188"/>
                <a:gd name="connsiteX16" fmla="*/ 2648823 w 2648823"/>
                <a:gd name="connsiteY16" fmla="*/ 0 h 2358188"/>
                <a:gd name="connsiteX17" fmla="*/ 2648823 w 2648823"/>
                <a:gd name="connsiteY17" fmla="*/ 570297 h 2358188"/>
                <a:gd name="connsiteX18" fmla="*/ 2648823 w 2648823"/>
                <a:gd name="connsiteY18" fmla="*/ 1186218 h 2358188"/>
                <a:gd name="connsiteX19" fmla="*/ 2648823 w 2648823"/>
                <a:gd name="connsiteY19" fmla="*/ 1688079 h 2358188"/>
                <a:gd name="connsiteX20" fmla="*/ 2648823 w 2648823"/>
                <a:gd name="connsiteY20" fmla="*/ 2281188 h 2358188"/>
                <a:gd name="connsiteX21" fmla="*/ 2648823 w 2648823"/>
                <a:gd name="connsiteY21" fmla="*/ 2281188 h 2358188"/>
                <a:gd name="connsiteX22" fmla="*/ 2648823 w 2648823"/>
                <a:gd name="connsiteY22" fmla="*/ 2358188 h 2358188"/>
                <a:gd name="connsiteX23" fmla="*/ 2079907 w 2648823"/>
                <a:gd name="connsiteY23" fmla="*/ 2358188 h 2358188"/>
                <a:gd name="connsiteX24" fmla="*/ 1463582 w 2648823"/>
                <a:gd name="connsiteY24" fmla="*/ 2358188 h 2358188"/>
                <a:gd name="connsiteX25" fmla="*/ 894666 w 2648823"/>
                <a:gd name="connsiteY25" fmla="*/ 2358188 h 2358188"/>
                <a:gd name="connsiteX26" fmla="*/ 278340 w 2648823"/>
                <a:gd name="connsiteY26" fmla="*/ 2358188 h 2358188"/>
                <a:gd name="connsiteX27" fmla="*/ 278340 w 2648823"/>
                <a:gd name="connsiteY27" fmla="*/ 2358188 h 2358188"/>
                <a:gd name="connsiteX28" fmla="*/ 0 w 2648823"/>
                <a:gd name="connsiteY28" fmla="*/ 2358188 h 235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648823" h="2358188" fill="none" extrusionOk="0">
                  <a:moveTo>
                    <a:pt x="0" y="2358188"/>
                  </a:moveTo>
                  <a:cubicBezTo>
                    <a:pt x="28257" y="2102956"/>
                    <a:pt x="2770" y="1884297"/>
                    <a:pt x="0" y="1742267"/>
                  </a:cubicBezTo>
                  <a:cubicBezTo>
                    <a:pt x="-2770" y="1600237"/>
                    <a:pt x="-4006" y="1374303"/>
                    <a:pt x="0" y="1171970"/>
                  </a:cubicBezTo>
                  <a:cubicBezTo>
                    <a:pt x="4006" y="969637"/>
                    <a:pt x="-22734" y="809871"/>
                    <a:pt x="0" y="670109"/>
                  </a:cubicBezTo>
                  <a:cubicBezTo>
                    <a:pt x="22734" y="530347"/>
                    <a:pt x="-4176" y="220126"/>
                    <a:pt x="0" y="77000"/>
                  </a:cubicBezTo>
                  <a:cubicBezTo>
                    <a:pt x="115148" y="83915"/>
                    <a:pt x="145174" y="71331"/>
                    <a:pt x="278340" y="77000"/>
                  </a:cubicBezTo>
                  <a:cubicBezTo>
                    <a:pt x="308417" y="237521"/>
                    <a:pt x="284369" y="494482"/>
                    <a:pt x="278340" y="777591"/>
                  </a:cubicBezTo>
                  <a:cubicBezTo>
                    <a:pt x="272311" y="1060700"/>
                    <a:pt x="289782" y="1118856"/>
                    <a:pt x="278340" y="1416966"/>
                  </a:cubicBezTo>
                  <a:cubicBezTo>
                    <a:pt x="266898" y="1715076"/>
                    <a:pt x="275466" y="1833320"/>
                    <a:pt x="278340" y="2117557"/>
                  </a:cubicBezTo>
                  <a:cubicBezTo>
                    <a:pt x="475519" y="2113690"/>
                    <a:pt x="703568" y="2114705"/>
                    <a:pt x="954799" y="2117557"/>
                  </a:cubicBezTo>
                  <a:cubicBezTo>
                    <a:pt x="1206030" y="2120409"/>
                    <a:pt x="1449315" y="2087366"/>
                    <a:pt x="1652180" y="2117557"/>
                  </a:cubicBezTo>
                  <a:cubicBezTo>
                    <a:pt x="1855045" y="2147748"/>
                    <a:pt x="2029986" y="2126108"/>
                    <a:pt x="2370482" y="2117557"/>
                  </a:cubicBezTo>
                  <a:cubicBezTo>
                    <a:pt x="2359838" y="2011810"/>
                    <a:pt x="2350763" y="1758574"/>
                    <a:pt x="2370482" y="1651694"/>
                  </a:cubicBezTo>
                  <a:cubicBezTo>
                    <a:pt x="2390201" y="1544814"/>
                    <a:pt x="2387571" y="1365212"/>
                    <a:pt x="2370482" y="1101130"/>
                  </a:cubicBezTo>
                  <a:cubicBezTo>
                    <a:pt x="2353393" y="837048"/>
                    <a:pt x="2392510" y="779213"/>
                    <a:pt x="2370482" y="592916"/>
                  </a:cubicBezTo>
                  <a:cubicBezTo>
                    <a:pt x="2348454" y="406619"/>
                    <a:pt x="2355069" y="192226"/>
                    <a:pt x="2370482" y="0"/>
                  </a:cubicBezTo>
                  <a:cubicBezTo>
                    <a:pt x="2463648" y="-11368"/>
                    <a:pt x="2515044" y="-2395"/>
                    <a:pt x="2648823" y="0"/>
                  </a:cubicBezTo>
                  <a:cubicBezTo>
                    <a:pt x="2674431" y="272268"/>
                    <a:pt x="2642034" y="390699"/>
                    <a:pt x="2648823" y="570297"/>
                  </a:cubicBezTo>
                  <a:cubicBezTo>
                    <a:pt x="2655612" y="749895"/>
                    <a:pt x="2649890" y="1012352"/>
                    <a:pt x="2648823" y="1186218"/>
                  </a:cubicBezTo>
                  <a:cubicBezTo>
                    <a:pt x="2647756" y="1360084"/>
                    <a:pt x="2659947" y="1534413"/>
                    <a:pt x="2648823" y="1688079"/>
                  </a:cubicBezTo>
                  <a:cubicBezTo>
                    <a:pt x="2637699" y="1841745"/>
                    <a:pt x="2638455" y="2103297"/>
                    <a:pt x="2648823" y="2281188"/>
                  </a:cubicBezTo>
                  <a:lnTo>
                    <a:pt x="2648823" y="2281188"/>
                  </a:lnTo>
                  <a:cubicBezTo>
                    <a:pt x="2652468" y="2302952"/>
                    <a:pt x="2646232" y="2333438"/>
                    <a:pt x="2648823" y="2358188"/>
                  </a:cubicBezTo>
                  <a:cubicBezTo>
                    <a:pt x="2441398" y="2376633"/>
                    <a:pt x="2285734" y="2362702"/>
                    <a:pt x="2079907" y="2358188"/>
                  </a:cubicBezTo>
                  <a:cubicBezTo>
                    <a:pt x="1874080" y="2353674"/>
                    <a:pt x="1669941" y="2341098"/>
                    <a:pt x="1463582" y="2358188"/>
                  </a:cubicBezTo>
                  <a:cubicBezTo>
                    <a:pt x="1257224" y="2375278"/>
                    <a:pt x="1095996" y="2360274"/>
                    <a:pt x="894666" y="2358188"/>
                  </a:cubicBezTo>
                  <a:cubicBezTo>
                    <a:pt x="693336" y="2356102"/>
                    <a:pt x="477366" y="2330157"/>
                    <a:pt x="278340" y="2358188"/>
                  </a:cubicBezTo>
                  <a:lnTo>
                    <a:pt x="278340" y="2358188"/>
                  </a:lnTo>
                  <a:cubicBezTo>
                    <a:pt x="212920" y="2362548"/>
                    <a:pt x="95597" y="2362843"/>
                    <a:pt x="0" y="2358188"/>
                  </a:cubicBezTo>
                  <a:close/>
                </a:path>
                <a:path w="2648823" h="2358188" stroke="0" extrusionOk="0">
                  <a:moveTo>
                    <a:pt x="0" y="2358188"/>
                  </a:moveTo>
                  <a:cubicBezTo>
                    <a:pt x="-4771" y="2145250"/>
                    <a:pt x="-18600" y="2049586"/>
                    <a:pt x="0" y="1856327"/>
                  </a:cubicBezTo>
                  <a:cubicBezTo>
                    <a:pt x="18600" y="1663068"/>
                    <a:pt x="-25584" y="1582547"/>
                    <a:pt x="0" y="1331653"/>
                  </a:cubicBezTo>
                  <a:cubicBezTo>
                    <a:pt x="25584" y="1080759"/>
                    <a:pt x="12515" y="996101"/>
                    <a:pt x="0" y="829792"/>
                  </a:cubicBezTo>
                  <a:cubicBezTo>
                    <a:pt x="-12515" y="663483"/>
                    <a:pt x="3574" y="450477"/>
                    <a:pt x="0" y="77000"/>
                  </a:cubicBezTo>
                  <a:cubicBezTo>
                    <a:pt x="57922" y="86220"/>
                    <a:pt x="185722" y="79847"/>
                    <a:pt x="278340" y="77000"/>
                  </a:cubicBezTo>
                  <a:cubicBezTo>
                    <a:pt x="249669" y="299648"/>
                    <a:pt x="285794" y="514939"/>
                    <a:pt x="278340" y="695969"/>
                  </a:cubicBezTo>
                  <a:cubicBezTo>
                    <a:pt x="270886" y="876999"/>
                    <a:pt x="251753" y="1061493"/>
                    <a:pt x="278340" y="1396560"/>
                  </a:cubicBezTo>
                  <a:cubicBezTo>
                    <a:pt x="304927" y="1731627"/>
                    <a:pt x="267213" y="1803816"/>
                    <a:pt x="278340" y="2117557"/>
                  </a:cubicBezTo>
                  <a:cubicBezTo>
                    <a:pt x="460943" y="2144297"/>
                    <a:pt x="748017" y="2145562"/>
                    <a:pt x="1017564" y="2117557"/>
                  </a:cubicBezTo>
                  <a:cubicBezTo>
                    <a:pt x="1287111" y="2089552"/>
                    <a:pt x="1484604" y="2136270"/>
                    <a:pt x="1714944" y="2117557"/>
                  </a:cubicBezTo>
                  <a:cubicBezTo>
                    <a:pt x="1945284" y="2098844"/>
                    <a:pt x="2055994" y="2148486"/>
                    <a:pt x="2370482" y="2117557"/>
                  </a:cubicBezTo>
                  <a:cubicBezTo>
                    <a:pt x="2384518" y="1988269"/>
                    <a:pt x="2359338" y="1832404"/>
                    <a:pt x="2370482" y="1566992"/>
                  </a:cubicBezTo>
                  <a:cubicBezTo>
                    <a:pt x="2381626" y="1301581"/>
                    <a:pt x="2359585" y="1198388"/>
                    <a:pt x="2370482" y="995252"/>
                  </a:cubicBezTo>
                  <a:cubicBezTo>
                    <a:pt x="2381379" y="792116"/>
                    <a:pt x="2382211" y="606654"/>
                    <a:pt x="2370482" y="465863"/>
                  </a:cubicBezTo>
                  <a:cubicBezTo>
                    <a:pt x="2358753" y="325072"/>
                    <a:pt x="2386101" y="147633"/>
                    <a:pt x="2370482" y="0"/>
                  </a:cubicBezTo>
                  <a:cubicBezTo>
                    <a:pt x="2496783" y="9082"/>
                    <a:pt x="2534650" y="3416"/>
                    <a:pt x="2648823" y="0"/>
                  </a:cubicBezTo>
                  <a:cubicBezTo>
                    <a:pt x="2661702" y="152475"/>
                    <a:pt x="2620287" y="363074"/>
                    <a:pt x="2648823" y="593109"/>
                  </a:cubicBezTo>
                  <a:cubicBezTo>
                    <a:pt x="2677359" y="823144"/>
                    <a:pt x="2624225" y="962655"/>
                    <a:pt x="2648823" y="1140594"/>
                  </a:cubicBezTo>
                  <a:cubicBezTo>
                    <a:pt x="2673421" y="1318534"/>
                    <a:pt x="2638755" y="1555774"/>
                    <a:pt x="2648823" y="1733703"/>
                  </a:cubicBezTo>
                  <a:cubicBezTo>
                    <a:pt x="2658891" y="1911632"/>
                    <a:pt x="2632918" y="2058006"/>
                    <a:pt x="2648823" y="2281188"/>
                  </a:cubicBezTo>
                  <a:lnTo>
                    <a:pt x="2648823" y="2281188"/>
                  </a:lnTo>
                  <a:cubicBezTo>
                    <a:pt x="2648085" y="2311312"/>
                    <a:pt x="2648767" y="2339742"/>
                    <a:pt x="2648823" y="2358188"/>
                  </a:cubicBezTo>
                  <a:cubicBezTo>
                    <a:pt x="2514994" y="2369864"/>
                    <a:pt x="2254925" y="2367140"/>
                    <a:pt x="2103612" y="2358188"/>
                  </a:cubicBezTo>
                  <a:cubicBezTo>
                    <a:pt x="1952299" y="2349236"/>
                    <a:pt x="1678637" y="2384436"/>
                    <a:pt x="1463582" y="2358188"/>
                  </a:cubicBezTo>
                  <a:cubicBezTo>
                    <a:pt x="1248527" y="2331941"/>
                    <a:pt x="1137634" y="2388960"/>
                    <a:pt x="847256" y="2358188"/>
                  </a:cubicBezTo>
                  <a:cubicBezTo>
                    <a:pt x="556878" y="2327416"/>
                    <a:pt x="500076" y="2331384"/>
                    <a:pt x="278340" y="2358188"/>
                  </a:cubicBezTo>
                  <a:lnTo>
                    <a:pt x="278340" y="2358188"/>
                  </a:lnTo>
                  <a:cubicBezTo>
                    <a:pt x="218120" y="2350871"/>
                    <a:pt x="77309" y="2355662"/>
                    <a:pt x="0" y="2358188"/>
                  </a:cubicBezTo>
                  <a:close/>
                </a:path>
              </a:pathLst>
            </a:custGeom>
            <a:solidFill>
              <a:srgbClr val="4472C4"/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768060237">
                    <a:custGeom>
                      <a:avLst/>
                      <a:gdLst>
                        <a:gd name="connsiteX0" fmla="*/ 0 w 2289962"/>
                        <a:gd name="connsiteY0" fmla="*/ 2358188 h 2358188"/>
                        <a:gd name="connsiteX1" fmla="*/ 0 w 2289962"/>
                        <a:gd name="connsiteY1" fmla="*/ 77000 h 2358188"/>
                        <a:gd name="connsiteX2" fmla="*/ 240631 w 2289962"/>
                        <a:gd name="connsiteY2" fmla="*/ 77000 h 2358188"/>
                        <a:gd name="connsiteX3" fmla="*/ 240631 w 2289962"/>
                        <a:gd name="connsiteY3" fmla="*/ 2117557 h 2358188"/>
                        <a:gd name="connsiteX4" fmla="*/ 2049331 w 2289962"/>
                        <a:gd name="connsiteY4" fmla="*/ 2117557 h 2358188"/>
                        <a:gd name="connsiteX5" fmla="*/ 2049331 w 2289962"/>
                        <a:gd name="connsiteY5" fmla="*/ 0 h 2358188"/>
                        <a:gd name="connsiteX6" fmla="*/ 2289962 w 2289962"/>
                        <a:gd name="connsiteY6" fmla="*/ 0 h 2358188"/>
                        <a:gd name="connsiteX7" fmla="*/ 2289962 w 2289962"/>
                        <a:gd name="connsiteY7" fmla="*/ 2281188 h 2358188"/>
                        <a:gd name="connsiteX8" fmla="*/ 2289962 w 2289962"/>
                        <a:gd name="connsiteY8" fmla="*/ 2281188 h 2358188"/>
                        <a:gd name="connsiteX9" fmla="*/ 2289962 w 2289962"/>
                        <a:gd name="connsiteY9" fmla="*/ 2358188 h 2358188"/>
                        <a:gd name="connsiteX10" fmla="*/ 240631 w 2289962"/>
                        <a:gd name="connsiteY10" fmla="*/ 2358188 h 2358188"/>
                        <a:gd name="connsiteX11" fmla="*/ 240631 w 2289962"/>
                        <a:gd name="connsiteY11" fmla="*/ 2358188 h 23581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2289962" h="2358188">
                          <a:moveTo>
                            <a:pt x="0" y="2358188"/>
                          </a:moveTo>
                          <a:lnTo>
                            <a:pt x="0" y="77000"/>
                          </a:lnTo>
                          <a:lnTo>
                            <a:pt x="240631" y="77000"/>
                          </a:lnTo>
                          <a:lnTo>
                            <a:pt x="240631" y="2117557"/>
                          </a:lnTo>
                          <a:lnTo>
                            <a:pt x="2049331" y="2117557"/>
                          </a:lnTo>
                          <a:lnTo>
                            <a:pt x="2049331" y="0"/>
                          </a:lnTo>
                          <a:lnTo>
                            <a:pt x="2289962" y="0"/>
                          </a:lnTo>
                          <a:lnTo>
                            <a:pt x="2289962" y="2281188"/>
                          </a:lnTo>
                          <a:lnTo>
                            <a:pt x="2289962" y="2281188"/>
                          </a:lnTo>
                          <a:lnTo>
                            <a:pt x="2289962" y="2358188"/>
                          </a:lnTo>
                          <a:lnTo>
                            <a:pt x="240631" y="2358188"/>
                          </a:lnTo>
                          <a:lnTo>
                            <a:pt x="240631" y="2358188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1B539793-96C2-4823-AE02-4996F8D42FBB}"/>
              </a:ext>
            </a:extLst>
          </p:cNvPr>
          <p:cNvGrpSpPr/>
          <p:nvPr/>
        </p:nvGrpSpPr>
        <p:grpSpPr>
          <a:xfrm>
            <a:off x="4386188" y="5160547"/>
            <a:ext cx="4095612" cy="4291327"/>
            <a:chOff x="-6445428" y="-1028566"/>
            <a:chExt cx="4764000" cy="4991655"/>
          </a:xfrm>
        </p:grpSpPr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A6EF4F6D-C41A-432A-90F9-AE9815DA4465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31" name="Forma libre: forma 30">
              <a:hlinkHover r:id="rId2" action="ppaction://hlinksldjump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2AB0D3AA-350D-412E-8E11-CDD9FB2F1ADE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5EFCF125-2FFF-469A-A80B-73F258132242}"/>
              </a:ext>
            </a:extLst>
          </p:cNvPr>
          <p:cNvGrpSpPr/>
          <p:nvPr/>
        </p:nvGrpSpPr>
        <p:grpSpPr>
          <a:xfrm>
            <a:off x="7315631" y="5181933"/>
            <a:ext cx="4095612" cy="4291327"/>
            <a:chOff x="-6445428" y="-1028566"/>
            <a:chExt cx="4764000" cy="4991655"/>
          </a:xfrm>
        </p:grpSpPr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E30E4050-7155-4C81-8369-BDBE542E54C8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51EC5CC3-E573-4CC7-9A76-1FB933FE0298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C1348CF7-B588-46B1-AF99-624732E308FC}"/>
              </a:ext>
            </a:extLst>
          </p:cNvPr>
          <p:cNvGrpSpPr/>
          <p:nvPr/>
        </p:nvGrpSpPr>
        <p:grpSpPr>
          <a:xfrm>
            <a:off x="10045833" y="5013435"/>
            <a:ext cx="4095612" cy="4291327"/>
            <a:chOff x="-6445428" y="-1028566"/>
            <a:chExt cx="4764000" cy="4991655"/>
          </a:xfrm>
        </p:grpSpPr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18525B56-6242-47A8-AE8B-7EF076FC3A19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42" name="Forma libre: forma 41">
              <a:hlinkClick r:id="rId2" action="ppaction://hlinksldjump">
                <a:snd r:embed="rId3" name="explode.wav"/>
              </a:hlinkClick>
              <a:extLst>
                <a:ext uri="{FF2B5EF4-FFF2-40B4-BE49-F238E27FC236}">
                  <a16:creationId xmlns:a16="http://schemas.microsoft.com/office/drawing/2014/main" id="{03884F40-BDFD-46A1-BE6A-99C78ADE3CA8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2D956AE6-1A3A-4760-B5F3-CA0E57B71219}"/>
              </a:ext>
            </a:extLst>
          </p:cNvPr>
          <p:cNvGrpSpPr/>
          <p:nvPr/>
        </p:nvGrpSpPr>
        <p:grpSpPr>
          <a:xfrm>
            <a:off x="9905832" y="-2203118"/>
            <a:ext cx="4095612" cy="4291327"/>
            <a:chOff x="-6445428" y="-1028566"/>
            <a:chExt cx="4764000" cy="4991655"/>
          </a:xfrm>
        </p:grpSpPr>
        <p:sp>
          <p:nvSpPr>
            <p:cNvPr id="45" name="Forma libre: forma 44">
              <a:hlinkHover r:id="rId2" action="ppaction://hlinksldjump">
                <a:snd r:embed="rId3" name="explode.wav"/>
              </a:hlinkHover>
              <a:extLst>
                <a:ext uri="{FF2B5EF4-FFF2-40B4-BE49-F238E27FC236}">
                  <a16:creationId xmlns:a16="http://schemas.microsoft.com/office/drawing/2014/main" id="{C4AA5156-B958-4637-865A-676912491B3D}"/>
                </a:ext>
              </a:extLst>
            </p:cNvPr>
            <p:cNvSpPr/>
            <p:nvPr/>
          </p:nvSpPr>
          <p:spPr>
            <a:xfrm rot="11743201">
              <a:off x="-6346872" y="-79781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A73A21A7-B7FD-4B8B-A637-FDC843A791C9}"/>
                </a:ext>
              </a:extLst>
            </p:cNvPr>
            <p:cNvSpPr/>
            <p:nvPr/>
          </p:nvSpPr>
          <p:spPr>
            <a:xfrm rot="9631244">
              <a:off x="-6445428" y="-1028566"/>
              <a:ext cx="4665444" cy="4760905"/>
            </a:xfrm>
            <a:custGeom>
              <a:avLst/>
              <a:gdLst>
                <a:gd name="connsiteX0" fmla="*/ 1733306 w 4665444"/>
                <a:gd name="connsiteY0" fmla="*/ 4760905 h 4760905"/>
                <a:gd name="connsiteX1" fmla="*/ 1890845 w 4665444"/>
                <a:gd name="connsiteY1" fmla="*/ 4144527 h 4760905"/>
                <a:gd name="connsiteX2" fmla="*/ 2048383 w 4665444"/>
                <a:gd name="connsiteY2" fmla="*/ 3528148 h 4760905"/>
                <a:gd name="connsiteX3" fmla="*/ 2179170 w 4665444"/>
                <a:gd name="connsiteY3" fmla="*/ 3016438 h 4760905"/>
                <a:gd name="connsiteX4" fmla="*/ 2114785 w 4665444"/>
                <a:gd name="connsiteY4" fmla="*/ 2972036 h 4760905"/>
                <a:gd name="connsiteX5" fmla="*/ 2050636 w 4665444"/>
                <a:gd name="connsiteY5" fmla="*/ 2917713 h 4760905"/>
                <a:gd name="connsiteX6" fmla="*/ 1950181 w 4665444"/>
                <a:gd name="connsiteY6" fmla="*/ 2769976 h 4760905"/>
                <a:gd name="connsiteX7" fmla="*/ 1928297 w 4665444"/>
                <a:gd name="connsiteY7" fmla="*/ 2649053 h 4760905"/>
                <a:gd name="connsiteX8" fmla="*/ 1916941 w 4665444"/>
                <a:gd name="connsiteY8" fmla="*/ 2548945 h 4760905"/>
                <a:gd name="connsiteX9" fmla="*/ 1239622 w 4665444"/>
                <a:gd name="connsiteY9" fmla="*/ 2467577 h 4760905"/>
                <a:gd name="connsiteX10" fmla="*/ 638980 w 4665444"/>
                <a:gd name="connsiteY10" fmla="*/ 2395420 h 4760905"/>
                <a:gd name="connsiteX11" fmla="*/ 0 w 4665444"/>
                <a:gd name="connsiteY11" fmla="*/ 2318657 h 4760905"/>
                <a:gd name="connsiteX12" fmla="*/ 584877 w 4665444"/>
                <a:gd name="connsiteY12" fmla="*/ 2289311 h 4760905"/>
                <a:gd name="connsiteX13" fmla="*/ 1189035 w 4665444"/>
                <a:gd name="connsiteY13" fmla="*/ 2258997 h 4760905"/>
                <a:gd name="connsiteX14" fmla="*/ 1928165 w 4665444"/>
                <a:gd name="connsiteY14" fmla="*/ 2221911 h 4760905"/>
                <a:gd name="connsiteX15" fmla="*/ 1929308 w 4665444"/>
                <a:gd name="connsiteY15" fmla="*/ 2216805 h 4760905"/>
                <a:gd name="connsiteX16" fmla="*/ 1955645 w 4665444"/>
                <a:gd name="connsiteY16" fmla="*/ 2155857 h 4760905"/>
                <a:gd name="connsiteX17" fmla="*/ 1985167 w 4665444"/>
                <a:gd name="connsiteY17" fmla="*/ 2099202 h 4760905"/>
                <a:gd name="connsiteX18" fmla="*/ 1963043 w 4665444"/>
                <a:gd name="connsiteY18" fmla="*/ 2084522 h 4760905"/>
                <a:gd name="connsiteX19" fmla="*/ 1726343 w 4665444"/>
                <a:gd name="connsiteY19" fmla="*/ 1953605 h 4760905"/>
                <a:gd name="connsiteX20" fmla="*/ 1713254 w 4665444"/>
                <a:gd name="connsiteY20" fmla="*/ 1781707 h 4760905"/>
                <a:gd name="connsiteX21" fmla="*/ 1975019 w 4665444"/>
                <a:gd name="connsiteY21" fmla="*/ 1768484 h 4760905"/>
                <a:gd name="connsiteX22" fmla="*/ 2092812 w 4665444"/>
                <a:gd name="connsiteY22" fmla="*/ 1742038 h 4760905"/>
                <a:gd name="connsiteX23" fmla="*/ 2105901 w 4665444"/>
                <a:gd name="connsiteY23" fmla="*/ 1675924 h 4760905"/>
                <a:gd name="connsiteX24" fmla="*/ 2079724 w 4665444"/>
                <a:gd name="connsiteY24" fmla="*/ 1371796 h 4760905"/>
                <a:gd name="connsiteX25" fmla="*/ 2108306 w 4665444"/>
                <a:gd name="connsiteY25" fmla="*/ 1355067 h 4760905"/>
                <a:gd name="connsiteX26" fmla="*/ 1966156 w 4665444"/>
                <a:gd name="connsiteY26" fmla="*/ 704635 h 4760905"/>
                <a:gd name="connsiteX27" fmla="*/ 1812161 w 4665444"/>
                <a:gd name="connsiteY27" fmla="*/ 0 h 4760905"/>
                <a:gd name="connsiteX28" fmla="*/ 1984497 w 4665444"/>
                <a:gd name="connsiteY28" fmla="*/ 418322 h 4760905"/>
                <a:gd name="connsiteX29" fmla="*/ 2178834 w 4665444"/>
                <a:gd name="connsiteY29" fmla="*/ 890046 h 4760905"/>
                <a:gd name="connsiteX30" fmla="*/ 2362171 w 4665444"/>
                <a:gd name="connsiteY30" fmla="*/ 1335069 h 4760905"/>
                <a:gd name="connsiteX31" fmla="*/ 2409081 w 4665444"/>
                <a:gd name="connsiteY31" fmla="*/ 1340205 h 4760905"/>
                <a:gd name="connsiteX32" fmla="*/ 2524724 w 4665444"/>
                <a:gd name="connsiteY32" fmla="*/ 1345351 h 4760905"/>
                <a:gd name="connsiteX33" fmla="*/ 2629521 w 4665444"/>
                <a:gd name="connsiteY33" fmla="*/ 1347056 h 4760905"/>
                <a:gd name="connsiteX34" fmla="*/ 2656465 w 4665444"/>
                <a:gd name="connsiteY34" fmla="*/ 1322684 h 4760905"/>
                <a:gd name="connsiteX35" fmla="*/ 2664091 w 4665444"/>
                <a:gd name="connsiteY35" fmla="*/ 1343436 h 4760905"/>
                <a:gd name="connsiteX36" fmla="*/ 2663583 w 4665444"/>
                <a:gd name="connsiteY36" fmla="*/ 1347610 h 4760905"/>
                <a:gd name="connsiteX37" fmla="*/ 2690575 w 4665444"/>
                <a:gd name="connsiteY37" fmla="*/ 1348049 h 4760905"/>
                <a:gd name="connsiteX38" fmla="*/ 3152958 w 4665444"/>
                <a:gd name="connsiteY38" fmla="*/ 1424689 h 4760905"/>
                <a:gd name="connsiteX39" fmla="*/ 3296929 w 4665444"/>
                <a:gd name="connsiteY39" fmla="*/ 1530472 h 4760905"/>
                <a:gd name="connsiteX40" fmla="*/ 3389764 w 4665444"/>
                <a:gd name="connsiteY40" fmla="*/ 1706243 h 4760905"/>
                <a:gd name="connsiteX41" fmla="*/ 3789477 w 4665444"/>
                <a:gd name="connsiteY41" fmla="*/ 1487848 h 4760905"/>
                <a:gd name="connsiteX42" fmla="*/ 4189190 w 4665444"/>
                <a:gd name="connsiteY42" fmla="*/ 1269454 h 4760905"/>
                <a:gd name="connsiteX43" fmla="*/ 4665444 w 4665444"/>
                <a:gd name="connsiteY43" fmla="*/ 1009239 h 4760905"/>
                <a:gd name="connsiteX44" fmla="*/ 4307556 w 4665444"/>
                <a:gd name="connsiteY44" fmla="*/ 1296100 h 4760905"/>
                <a:gd name="connsiteX45" fmla="*/ 3926072 w 4665444"/>
                <a:gd name="connsiteY45" fmla="*/ 1601875 h 4760905"/>
                <a:gd name="connsiteX46" fmla="*/ 3485595 w 4665444"/>
                <a:gd name="connsiteY46" fmla="*/ 1954934 h 4760905"/>
                <a:gd name="connsiteX47" fmla="*/ 3493253 w 4665444"/>
                <a:gd name="connsiteY47" fmla="*/ 1980051 h 4760905"/>
                <a:gd name="connsiteX48" fmla="*/ 3480164 w 4665444"/>
                <a:gd name="connsiteY48" fmla="*/ 2244509 h 4760905"/>
                <a:gd name="connsiteX49" fmla="*/ 3391776 w 4665444"/>
                <a:gd name="connsiteY49" fmla="*/ 2525799 h 4760905"/>
                <a:gd name="connsiteX50" fmla="*/ 3351757 w 4665444"/>
                <a:gd name="connsiteY50" fmla="*/ 2638909 h 4760905"/>
                <a:gd name="connsiteX51" fmla="*/ 3382178 w 4665444"/>
                <a:gd name="connsiteY51" fmla="*/ 2679654 h 4760905"/>
                <a:gd name="connsiteX52" fmla="*/ 3571971 w 4665444"/>
                <a:gd name="connsiteY52" fmla="*/ 2894799 h 4760905"/>
                <a:gd name="connsiteX53" fmla="*/ 3547083 w 4665444"/>
                <a:gd name="connsiteY53" fmla="*/ 2965242 h 4760905"/>
                <a:gd name="connsiteX54" fmla="*/ 3541687 w 4665444"/>
                <a:gd name="connsiteY54" fmla="*/ 2989414 h 4760905"/>
                <a:gd name="connsiteX55" fmla="*/ 3910778 w 4665444"/>
                <a:gd name="connsiteY55" fmla="*/ 3319778 h 4760905"/>
                <a:gd name="connsiteX56" fmla="*/ 4279869 w 4665444"/>
                <a:gd name="connsiteY56" fmla="*/ 3650143 h 4760905"/>
                <a:gd name="connsiteX57" fmla="*/ 4616710 w 4665444"/>
                <a:gd name="connsiteY57" fmla="*/ 3951640 h 4760905"/>
                <a:gd name="connsiteX58" fmla="*/ 4132201 w 4665444"/>
                <a:gd name="connsiteY58" fmla="*/ 3647611 h 4760905"/>
                <a:gd name="connsiteX59" fmla="*/ 3618622 w 4665444"/>
                <a:gd name="connsiteY59" fmla="*/ 3325341 h 4760905"/>
                <a:gd name="connsiteX60" fmla="*/ 3163184 w 4665444"/>
                <a:gd name="connsiteY60" fmla="*/ 3039554 h 4760905"/>
                <a:gd name="connsiteX61" fmla="*/ 3154828 w 4665444"/>
                <a:gd name="connsiteY61" fmla="*/ 3055215 h 4760905"/>
                <a:gd name="connsiteX62" fmla="*/ 3113694 w 4665444"/>
                <a:gd name="connsiteY62" fmla="*/ 3130445 h 4760905"/>
                <a:gd name="connsiteX63" fmla="*/ 3109639 w 4665444"/>
                <a:gd name="connsiteY63" fmla="*/ 3134458 h 4760905"/>
                <a:gd name="connsiteX64" fmla="*/ 3109521 w 4665444"/>
                <a:gd name="connsiteY64" fmla="*/ 3134377 h 4760905"/>
                <a:gd name="connsiteX65" fmla="*/ 3107621 w 4665444"/>
                <a:gd name="connsiteY65" fmla="*/ 3201920 h 4760905"/>
                <a:gd name="connsiteX66" fmla="*/ 3044803 w 4665444"/>
                <a:gd name="connsiteY66" fmla="*/ 3325465 h 4760905"/>
                <a:gd name="connsiteX67" fmla="*/ 2616456 w 4665444"/>
                <a:gd name="connsiteY67" fmla="*/ 3202005 h 4760905"/>
                <a:gd name="connsiteX68" fmla="*/ 2472312 w 4665444"/>
                <a:gd name="connsiteY68" fmla="*/ 3148366 h 4760905"/>
                <a:gd name="connsiteX69" fmla="*/ 2218587 w 4665444"/>
                <a:gd name="connsiteY69" fmla="*/ 3702004 h 4760905"/>
                <a:gd name="connsiteX70" fmla="*/ 1987031 w 4665444"/>
                <a:gd name="connsiteY70" fmla="*/ 4207267 h 4760905"/>
                <a:gd name="connsiteX71" fmla="*/ 1733306 w 4665444"/>
                <a:gd name="connsiteY71" fmla="*/ 4760905 h 476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665444" h="4760905" fill="none" extrusionOk="0">
                  <a:moveTo>
                    <a:pt x="1733306" y="4760905"/>
                  </a:moveTo>
                  <a:cubicBezTo>
                    <a:pt x="1778003" y="4460383"/>
                    <a:pt x="1828065" y="4456117"/>
                    <a:pt x="1890845" y="4144527"/>
                  </a:cubicBezTo>
                  <a:cubicBezTo>
                    <a:pt x="1953624" y="3832937"/>
                    <a:pt x="2024367" y="3677088"/>
                    <a:pt x="2048383" y="3528148"/>
                  </a:cubicBezTo>
                  <a:cubicBezTo>
                    <a:pt x="2072400" y="3379208"/>
                    <a:pt x="2147455" y="3160872"/>
                    <a:pt x="2179170" y="3016438"/>
                  </a:cubicBezTo>
                  <a:cubicBezTo>
                    <a:pt x="2150779" y="2994467"/>
                    <a:pt x="2136312" y="2984152"/>
                    <a:pt x="2114785" y="2972036"/>
                  </a:cubicBezTo>
                  <a:cubicBezTo>
                    <a:pt x="2092976" y="2953734"/>
                    <a:pt x="2073264" y="2933899"/>
                    <a:pt x="2050636" y="2917713"/>
                  </a:cubicBezTo>
                  <a:cubicBezTo>
                    <a:pt x="2004246" y="2877282"/>
                    <a:pt x="1955094" y="2834518"/>
                    <a:pt x="1950181" y="2769976"/>
                  </a:cubicBezTo>
                  <a:cubicBezTo>
                    <a:pt x="1941173" y="2731497"/>
                    <a:pt x="1937133" y="2692833"/>
                    <a:pt x="1928297" y="2649053"/>
                  </a:cubicBezTo>
                  <a:cubicBezTo>
                    <a:pt x="1921624" y="2624014"/>
                    <a:pt x="1916699" y="2588288"/>
                    <a:pt x="1916941" y="2548945"/>
                  </a:cubicBezTo>
                  <a:cubicBezTo>
                    <a:pt x="1584784" y="2521426"/>
                    <a:pt x="1450110" y="2499103"/>
                    <a:pt x="1239622" y="2467577"/>
                  </a:cubicBezTo>
                  <a:cubicBezTo>
                    <a:pt x="1029134" y="2436051"/>
                    <a:pt x="887336" y="2420386"/>
                    <a:pt x="638980" y="2395420"/>
                  </a:cubicBezTo>
                  <a:cubicBezTo>
                    <a:pt x="390624" y="2370454"/>
                    <a:pt x="307185" y="2325931"/>
                    <a:pt x="0" y="2318657"/>
                  </a:cubicBezTo>
                  <a:cubicBezTo>
                    <a:pt x="266072" y="2282498"/>
                    <a:pt x="411679" y="2298784"/>
                    <a:pt x="584877" y="2289311"/>
                  </a:cubicBezTo>
                  <a:cubicBezTo>
                    <a:pt x="758075" y="2279838"/>
                    <a:pt x="1033825" y="2277816"/>
                    <a:pt x="1189035" y="2258997"/>
                  </a:cubicBezTo>
                  <a:cubicBezTo>
                    <a:pt x="1344245" y="2240178"/>
                    <a:pt x="1573191" y="2220966"/>
                    <a:pt x="1928165" y="2221911"/>
                  </a:cubicBezTo>
                  <a:cubicBezTo>
                    <a:pt x="1928358" y="2220341"/>
                    <a:pt x="1928744" y="2218881"/>
                    <a:pt x="1929308" y="2216805"/>
                  </a:cubicBezTo>
                  <a:cubicBezTo>
                    <a:pt x="1937815" y="2195154"/>
                    <a:pt x="1944965" y="2176655"/>
                    <a:pt x="1955645" y="2155857"/>
                  </a:cubicBezTo>
                  <a:cubicBezTo>
                    <a:pt x="1964303" y="2144333"/>
                    <a:pt x="1976305" y="2119596"/>
                    <a:pt x="1985167" y="2099202"/>
                  </a:cubicBezTo>
                  <a:cubicBezTo>
                    <a:pt x="1981028" y="2095057"/>
                    <a:pt x="1971181" y="2090204"/>
                    <a:pt x="1963043" y="2084522"/>
                  </a:cubicBezTo>
                  <a:cubicBezTo>
                    <a:pt x="1910107" y="2043631"/>
                    <a:pt x="1847566" y="2023327"/>
                    <a:pt x="1726343" y="1953605"/>
                  </a:cubicBezTo>
                  <a:cubicBezTo>
                    <a:pt x="1722509" y="1927034"/>
                    <a:pt x="1743000" y="1963142"/>
                    <a:pt x="1713254" y="1781707"/>
                  </a:cubicBezTo>
                  <a:cubicBezTo>
                    <a:pt x="1791682" y="1776103"/>
                    <a:pt x="1872943" y="1789972"/>
                    <a:pt x="1975019" y="1768484"/>
                  </a:cubicBezTo>
                  <a:cubicBezTo>
                    <a:pt x="2005468" y="1766790"/>
                    <a:pt x="2063318" y="1764853"/>
                    <a:pt x="2092812" y="1742038"/>
                  </a:cubicBezTo>
                  <a:cubicBezTo>
                    <a:pt x="2112910" y="1729374"/>
                    <a:pt x="2109600" y="1700600"/>
                    <a:pt x="2105901" y="1675924"/>
                  </a:cubicBezTo>
                  <a:cubicBezTo>
                    <a:pt x="2091679" y="1567097"/>
                    <a:pt x="2006052" y="1434632"/>
                    <a:pt x="2079724" y="1371796"/>
                  </a:cubicBezTo>
                  <a:cubicBezTo>
                    <a:pt x="2092630" y="1363219"/>
                    <a:pt x="2095155" y="1364141"/>
                    <a:pt x="2108306" y="1355067"/>
                  </a:cubicBezTo>
                  <a:cubicBezTo>
                    <a:pt x="2078893" y="1105525"/>
                    <a:pt x="1977007" y="850346"/>
                    <a:pt x="1966156" y="704635"/>
                  </a:cubicBezTo>
                  <a:cubicBezTo>
                    <a:pt x="1955305" y="558924"/>
                    <a:pt x="1909931" y="280129"/>
                    <a:pt x="1812161" y="0"/>
                  </a:cubicBezTo>
                  <a:cubicBezTo>
                    <a:pt x="1891065" y="188963"/>
                    <a:pt x="1900803" y="262970"/>
                    <a:pt x="1984497" y="418322"/>
                  </a:cubicBezTo>
                  <a:cubicBezTo>
                    <a:pt x="2068191" y="573674"/>
                    <a:pt x="2139835" y="789598"/>
                    <a:pt x="2178834" y="890046"/>
                  </a:cubicBezTo>
                  <a:cubicBezTo>
                    <a:pt x="2217833" y="990494"/>
                    <a:pt x="2280056" y="1158920"/>
                    <a:pt x="2362171" y="1335069"/>
                  </a:cubicBezTo>
                  <a:cubicBezTo>
                    <a:pt x="2385137" y="1339662"/>
                    <a:pt x="2395681" y="1337676"/>
                    <a:pt x="2409081" y="1340205"/>
                  </a:cubicBezTo>
                  <a:cubicBezTo>
                    <a:pt x="2444946" y="1346504"/>
                    <a:pt x="2489630" y="1354114"/>
                    <a:pt x="2524724" y="1345351"/>
                  </a:cubicBezTo>
                  <a:cubicBezTo>
                    <a:pt x="2551251" y="1342939"/>
                    <a:pt x="2605633" y="1351779"/>
                    <a:pt x="2629521" y="1347056"/>
                  </a:cubicBezTo>
                  <a:cubicBezTo>
                    <a:pt x="2641760" y="1337810"/>
                    <a:pt x="2646259" y="1332800"/>
                    <a:pt x="2656465" y="1322684"/>
                  </a:cubicBezTo>
                  <a:cubicBezTo>
                    <a:pt x="2665308" y="1315406"/>
                    <a:pt x="2666393" y="1325080"/>
                    <a:pt x="2664091" y="1343436"/>
                  </a:cubicBezTo>
                  <a:cubicBezTo>
                    <a:pt x="2664099" y="1344634"/>
                    <a:pt x="2663774" y="1346288"/>
                    <a:pt x="2663583" y="1347610"/>
                  </a:cubicBezTo>
                  <a:cubicBezTo>
                    <a:pt x="2672957" y="1348033"/>
                    <a:pt x="2677325" y="1346945"/>
                    <a:pt x="2690575" y="1348049"/>
                  </a:cubicBezTo>
                  <a:cubicBezTo>
                    <a:pt x="2847748" y="1343003"/>
                    <a:pt x="2998577" y="1326105"/>
                    <a:pt x="3152958" y="1424689"/>
                  </a:cubicBezTo>
                  <a:cubicBezTo>
                    <a:pt x="3218843" y="1441253"/>
                    <a:pt x="3276976" y="1474094"/>
                    <a:pt x="3296929" y="1530472"/>
                  </a:cubicBezTo>
                  <a:cubicBezTo>
                    <a:pt x="3332089" y="1577311"/>
                    <a:pt x="3342127" y="1630679"/>
                    <a:pt x="3389764" y="1706243"/>
                  </a:cubicBezTo>
                  <a:cubicBezTo>
                    <a:pt x="3534398" y="1610770"/>
                    <a:pt x="3589265" y="1584522"/>
                    <a:pt x="3789477" y="1487848"/>
                  </a:cubicBezTo>
                  <a:cubicBezTo>
                    <a:pt x="3989689" y="1391174"/>
                    <a:pt x="4082488" y="1310915"/>
                    <a:pt x="4189190" y="1269454"/>
                  </a:cubicBezTo>
                  <a:cubicBezTo>
                    <a:pt x="4295892" y="1227993"/>
                    <a:pt x="4485793" y="1077682"/>
                    <a:pt x="4665444" y="1009239"/>
                  </a:cubicBezTo>
                  <a:cubicBezTo>
                    <a:pt x="4536869" y="1097465"/>
                    <a:pt x="4401355" y="1193408"/>
                    <a:pt x="4307556" y="1296100"/>
                  </a:cubicBezTo>
                  <a:cubicBezTo>
                    <a:pt x="4213757" y="1398792"/>
                    <a:pt x="4021421" y="1522033"/>
                    <a:pt x="3926072" y="1601875"/>
                  </a:cubicBezTo>
                  <a:cubicBezTo>
                    <a:pt x="3830723" y="1681716"/>
                    <a:pt x="3603418" y="1884621"/>
                    <a:pt x="3485595" y="1954934"/>
                  </a:cubicBezTo>
                  <a:cubicBezTo>
                    <a:pt x="3488225" y="1967783"/>
                    <a:pt x="3491494" y="1972095"/>
                    <a:pt x="3493253" y="1980051"/>
                  </a:cubicBezTo>
                  <a:cubicBezTo>
                    <a:pt x="3520403" y="2076245"/>
                    <a:pt x="3503834" y="2150288"/>
                    <a:pt x="3480164" y="2244509"/>
                  </a:cubicBezTo>
                  <a:cubicBezTo>
                    <a:pt x="3445588" y="2371616"/>
                    <a:pt x="3414405" y="2460785"/>
                    <a:pt x="3391776" y="2525799"/>
                  </a:cubicBezTo>
                  <a:cubicBezTo>
                    <a:pt x="3383065" y="2555526"/>
                    <a:pt x="3361485" y="2593674"/>
                    <a:pt x="3351757" y="2638909"/>
                  </a:cubicBezTo>
                  <a:cubicBezTo>
                    <a:pt x="3362453" y="2649954"/>
                    <a:pt x="3376802" y="2669547"/>
                    <a:pt x="3382178" y="2679654"/>
                  </a:cubicBezTo>
                  <a:cubicBezTo>
                    <a:pt x="3418594" y="2731146"/>
                    <a:pt x="3473635" y="2778065"/>
                    <a:pt x="3571971" y="2894799"/>
                  </a:cubicBezTo>
                  <a:cubicBezTo>
                    <a:pt x="3567455" y="2913936"/>
                    <a:pt x="3565788" y="2899372"/>
                    <a:pt x="3547083" y="2965242"/>
                  </a:cubicBezTo>
                  <a:cubicBezTo>
                    <a:pt x="3545287" y="2972115"/>
                    <a:pt x="3544802" y="2978086"/>
                    <a:pt x="3541687" y="2989414"/>
                  </a:cubicBezTo>
                  <a:cubicBezTo>
                    <a:pt x="3657677" y="3090290"/>
                    <a:pt x="3745298" y="3162847"/>
                    <a:pt x="3910778" y="3319778"/>
                  </a:cubicBezTo>
                  <a:cubicBezTo>
                    <a:pt x="4076258" y="3476709"/>
                    <a:pt x="4121336" y="3482431"/>
                    <a:pt x="4279869" y="3650143"/>
                  </a:cubicBezTo>
                  <a:cubicBezTo>
                    <a:pt x="4438402" y="3817854"/>
                    <a:pt x="4493762" y="3837426"/>
                    <a:pt x="4616710" y="3951640"/>
                  </a:cubicBezTo>
                  <a:cubicBezTo>
                    <a:pt x="4427371" y="3823439"/>
                    <a:pt x="4249930" y="3694375"/>
                    <a:pt x="4132201" y="3647611"/>
                  </a:cubicBezTo>
                  <a:cubicBezTo>
                    <a:pt x="4014472" y="3600847"/>
                    <a:pt x="3780812" y="3410733"/>
                    <a:pt x="3618622" y="3325341"/>
                  </a:cubicBezTo>
                  <a:cubicBezTo>
                    <a:pt x="3456432" y="3239949"/>
                    <a:pt x="3270050" y="3132621"/>
                    <a:pt x="3163184" y="3039554"/>
                  </a:cubicBezTo>
                  <a:cubicBezTo>
                    <a:pt x="3160341" y="3045697"/>
                    <a:pt x="3156937" y="3052079"/>
                    <a:pt x="3154828" y="3055215"/>
                  </a:cubicBezTo>
                  <a:cubicBezTo>
                    <a:pt x="3138596" y="3085225"/>
                    <a:pt x="3130120" y="3101722"/>
                    <a:pt x="3113694" y="3130445"/>
                  </a:cubicBezTo>
                  <a:cubicBezTo>
                    <a:pt x="3112481" y="3132825"/>
                    <a:pt x="3110863" y="3134175"/>
                    <a:pt x="3109639" y="3134458"/>
                  </a:cubicBezTo>
                  <a:cubicBezTo>
                    <a:pt x="3109600" y="3134426"/>
                    <a:pt x="3109574" y="3134405"/>
                    <a:pt x="3109521" y="3134377"/>
                  </a:cubicBezTo>
                  <a:cubicBezTo>
                    <a:pt x="3112885" y="3153786"/>
                    <a:pt x="3105126" y="3179198"/>
                    <a:pt x="3107621" y="3201920"/>
                  </a:cubicBezTo>
                  <a:cubicBezTo>
                    <a:pt x="3102373" y="3267440"/>
                    <a:pt x="3083229" y="3307267"/>
                    <a:pt x="3044803" y="3325465"/>
                  </a:cubicBezTo>
                  <a:cubicBezTo>
                    <a:pt x="2901370" y="3398847"/>
                    <a:pt x="2761768" y="3260396"/>
                    <a:pt x="2616456" y="3202005"/>
                  </a:cubicBezTo>
                  <a:cubicBezTo>
                    <a:pt x="2589031" y="3184850"/>
                    <a:pt x="2541876" y="3171907"/>
                    <a:pt x="2472312" y="3148366"/>
                  </a:cubicBezTo>
                  <a:cubicBezTo>
                    <a:pt x="2338951" y="3410706"/>
                    <a:pt x="2305657" y="3448989"/>
                    <a:pt x="2218587" y="3702004"/>
                  </a:cubicBezTo>
                  <a:cubicBezTo>
                    <a:pt x="2131517" y="3955019"/>
                    <a:pt x="2083488" y="3995530"/>
                    <a:pt x="1987031" y="4207267"/>
                  </a:cubicBezTo>
                  <a:cubicBezTo>
                    <a:pt x="1890575" y="4419004"/>
                    <a:pt x="1820655" y="4573920"/>
                    <a:pt x="1733306" y="4760905"/>
                  </a:cubicBezTo>
                  <a:close/>
                </a:path>
                <a:path w="4665444" h="4760905" stroke="0" extrusionOk="0">
                  <a:moveTo>
                    <a:pt x="1733306" y="4760905"/>
                  </a:moveTo>
                  <a:cubicBezTo>
                    <a:pt x="1812977" y="4529535"/>
                    <a:pt x="1830951" y="4279373"/>
                    <a:pt x="1886386" y="4161971"/>
                  </a:cubicBezTo>
                  <a:cubicBezTo>
                    <a:pt x="1941822" y="4044569"/>
                    <a:pt x="1981354" y="3840639"/>
                    <a:pt x="2026090" y="3615372"/>
                  </a:cubicBezTo>
                  <a:cubicBezTo>
                    <a:pt x="2070826" y="3390105"/>
                    <a:pt x="2149420" y="3199063"/>
                    <a:pt x="2179170" y="3016438"/>
                  </a:cubicBezTo>
                  <a:cubicBezTo>
                    <a:pt x="2160727" y="3006620"/>
                    <a:pt x="2127161" y="2984013"/>
                    <a:pt x="2114785" y="2972036"/>
                  </a:cubicBezTo>
                  <a:cubicBezTo>
                    <a:pt x="2094204" y="2957719"/>
                    <a:pt x="2071632" y="2931303"/>
                    <a:pt x="2050636" y="2917713"/>
                  </a:cubicBezTo>
                  <a:cubicBezTo>
                    <a:pt x="2005822" y="2887148"/>
                    <a:pt x="1962424" y="2825433"/>
                    <a:pt x="1950181" y="2769976"/>
                  </a:cubicBezTo>
                  <a:cubicBezTo>
                    <a:pt x="1948882" y="2729793"/>
                    <a:pt x="1928331" y="2686131"/>
                    <a:pt x="1928297" y="2649053"/>
                  </a:cubicBezTo>
                  <a:cubicBezTo>
                    <a:pt x="1930116" y="2622971"/>
                    <a:pt x="1918891" y="2573078"/>
                    <a:pt x="1916941" y="2548945"/>
                  </a:cubicBezTo>
                  <a:cubicBezTo>
                    <a:pt x="1593829" y="2478164"/>
                    <a:pt x="1406184" y="2458974"/>
                    <a:pt x="1258791" y="2469879"/>
                  </a:cubicBezTo>
                  <a:cubicBezTo>
                    <a:pt x="1111398" y="2480785"/>
                    <a:pt x="811256" y="2420748"/>
                    <a:pt x="677319" y="2400025"/>
                  </a:cubicBezTo>
                  <a:cubicBezTo>
                    <a:pt x="543382" y="2379302"/>
                    <a:pt x="169805" y="2316767"/>
                    <a:pt x="0" y="2318657"/>
                  </a:cubicBezTo>
                  <a:cubicBezTo>
                    <a:pt x="131551" y="2290889"/>
                    <a:pt x="457948" y="2305806"/>
                    <a:pt x="604158" y="2288343"/>
                  </a:cubicBezTo>
                  <a:cubicBezTo>
                    <a:pt x="750368" y="2270880"/>
                    <a:pt x="940979" y="2257454"/>
                    <a:pt x="1227598" y="2257062"/>
                  </a:cubicBezTo>
                  <a:cubicBezTo>
                    <a:pt x="1514217" y="2256670"/>
                    <a:pt x="1756531" y="2253013"/>
                    <a:pt x="1928165" y="2221911"/>
                  </a:cubicBezTo>
                  <a:cubicBezTo>
                    <a:pt x="1928261" y="2220567"/>
                    <a:pt x="1928604" y="2218913"/>
                    <a:pt x="1929308" y="2216805"/>
                  </a:cubicBezTo>
                  <a:cubicBezTo>
                    <a:pt x="1935569" y="2194574"/>
                    <a:pt x="1941865" y="2179127"/>
                    <a:pt x="1955645" y="2155857"/>
                  </a:cubicBezTo>
                  <a:cubicBezTo>
                    <a:pt x="1969550" y="2134139"/>
                    <a:pt x="1971287" y="2127522"/>
                    <a:pt x="1985167" y="2099202"/>
                  </a:cubicBezTo>
                  <a:cubicBezTo>
                    <a:pt x="1975290" y="2091449"/>
                    <a:pt x="1974509" y="2091218"/>
                    <a:pt x="1963043" y="2084522"/>
                  </a:cubicBezTo>
                  <a:cubicBezTo>
                    <a:pt x="1914075" y="2047217"/>
                    <a:pt x="1837160" y="2029664"/>
                    <a:pt x="1726343" y="1953605"/>
                  </a:cubicBezTo>
                  <a:cubicBezTo>
                    <a:pt x="1728465" y="1921864"/>
                    <a:pt x="1746500" y="1956171"/>
                    <a:pt x="1713254" y="1781707"/>
                  </a:cubicBezTo>
                  <a:cubicBezTo>
                    <a:pt x="1794987" y="1761938"/>
                    <a:pt x="1889671" y="1774767"/>
                    <a:pt x="1975019" y="1768484"/>
                  </a:cubicBezTo>
                  <a:cubicBezTo>
                    <a:pt x="2013653" y="1771801"/>
                    <a:pt x="2060101" y="1764172"/>
                    <a:pt x="2092812" y="1742038"/>
                  </a:cubicBezTo>
                  <a:cubicBezTo>
                    <a:pt x="2110408" y="1729320"/>
                    <a:pt x="2108425" y="1697510"/>
                    <a:pt x="2105901" y="1675924"/>
                  </a:cubicBezTo>
                  <a:cubicBezTo>
                    <a:pt x="2107148" y="1597662"/>
                    <a:pt x="2016697" y="1431847"/>
                    <a:pt x="2079724" y="1371796"/>
                  </a:cubicBezTo>
                  <a:cubicBezTo>
                    <a:pt x="2089734" y="1365374"/>
                    <a:pt x="2097550" y="1360026"/>
                    <a:pt x="2108306" y="1355067"/>
                  </a:cubicBezTo>
                  <a:cubicBezTo>
                    <a:pt x="2040186" y="1139179"/>
                    <a:pt x="2019072" y="986706"/>
                    <a:pt x="1963195" y="691084"/>
                  </a:cubicBezTo>
                  <a:cubicBezTo>
                    <a:pt x="1907318" y="395462"/>
                    <a:pt x="1908479" y="303774"/>
                    <a:pt x="1812161" y="0"/>
                  </a:cubicBezTo>
                  <a:cubicBezTo>
                    <a:pt x="1889300" y="203547"/>
                    <a:pt x="1923983" y="260974"/>
                    <a:pt x="1995498" y="445023"/>
                  </a:cubicBezTo>
                  <a:cubicBezTo>
                    <a:pt x="2067012" y="629072"/>
                    <a:pt x="2107021" y="761320"/>
                    <a:pt x="2162334" y="849994"/>
                  </a:cubicBezTo>
                  <a:cubicBezTo>
                    <a:pt x="2217647" y="938668"/>
                    <a:pt x="2311369" y="1163530"/>
                    <a:pt x="2362171" y="1335069"/>
                  </a:cubicBezTo>
                  <a:cubicBezTo>
                    <a:pt x="2379482" y="1334861"/>
                    <a:pt x="2387539" y="1337134"/>
                    <a:pt x="2409081" y="1340205"/>
                  </a:cubicBezTo>
                  <a:cubicBezTo>
                    <a:pt x="2451064" y="1346316"/>
                    <a:pt x="2489344" y="1349509"/>
                    <a:pt x="2524724" y="1345351"/>
                  </a:cubicBezTo>
                  <a:cubicBezTo>
                    <a:pt x="2574473" y="1341896"/>
                    <a:pt x="2589418" y="1351375"/>
                    <a:pt x="2629521" y="1347056"/>
                  </a:cubicBezTo>
                  <a:cubicBezTo>
                    <a:pt x="2641893" y="1333944"/>
                    <a:pt x="2650135" y="1329046"/>
                    <a:pt x="2656465" y="1322684"/>
                  </a:cubicBezTo>
                  <a:cubicBezTo>
                    <a:pt x="2665958" y="1317651"/>
                    <a:pt x="2665008" y="1327562"/>
                    <a:pt x="2664091" y="1343436"/>
                  </a:cubicBezTo>
                  <a:cubicBezTo>
                    <a:pt x="2664174" y="1344605"/>
                    <a:pt x="2663997" y="1346006"/>
                    <a:pt x="2663583" y="1347610"/>
                  </a:cubicBezTo>
                  <a:cubicBezTo>
                    <a:pt x="2670691" y="1348388"/>
                    <a:pt x="2679924" y="1346657"/>
                    <a:pt x="2690575" y="1348049"/>
                  </a:cubicBezTo>
                  <a:cubicBezTo>
                    <a:pt x="2838942" y="1357253"/>
                    <a:pt x="3002980" y="1384849"/>
                    <a:pt x="3152958" y="1424689"/>
                  </a:cubicBezTo>
                  <a:cubicBezTo>
                    <a:pt x="3206862" y="1450985"/>
                    <a:pt x="3265514" y="1473809"/>
                    <a:pt x="3296929" y="1530472"/>
                  </a:cubicBezTo>
                  <a:cubicBezTo>
                    <a:pt x="3334824" y="1584731"/>
                    <a:pt x="3366167" y="1662262"/>
                    <a:pt x="3389764" y="1706243"/>
                  </a:cubicBezTo>
                  <a:cubicBezTo>
                    <a:pt x="3527166" y="1609693"/>
                    <a:pt x="3670174" y="1527589"/>
                    <a:pt x="3814991" y="1473908"/>
                  </a:cubicBezTo>
                  <a:cubicBezTo>
                    <a:pt x="3959808" y="1420227"/>
                    <a:pt x="4062640" y="1333056"/>
                    <a:pt x="4240217" y="1241574"/>
                  </a:cubicBezTo>
                  <a:cubicBezTo>
                    <a:pt x="4417794" y="1150092"/>
                    <a:pt x="4539522" y="1093890"/>
                    <a:pt x="4665444" y="1009239"/>
                  </a:cubicBezTo>
                  <a:cubicBezTo>
                    <a:pt x="4478360" y="1130425"/>
                    <a:pt x="4414532" y="1182457"/>
                    <a:pt x="4283959" y="1315014"/>
                  </a:cubicBezTo>
                  <a:cubicBezTo>
                    <a:pt x="4153386" y="1447571"/>
                    <a:pt x="4036056" y="1484894"/>
                    <a:pt x="3902475" y="1620788"/>
                  </a:cubicBezTo>
                  <a:cubicBezTo>
                    <a:pt x="3768895" y="1756682"/>
                    <a:pt x="3676182" y="1822150"/>
                    <a:pt x="3485595" y="1954934"/>
                  </a:cubicBezTo>
                  <a:cubicBezTo>
                    <a:pt x="3487878" y="1961301"/>
                    <a:pt x="3489418" y="1970550"/>
                    <a:pt x="3493253" y="1980051"/>
                  </a:cubicBezTo>
                  <a:cubicBezTo>
                    <a:pt x="3527334" y="2064278"/>
                    <a:pt x="3483205" y="2154608"/>
                    <a:pt x="3480164" y="2244509"/>
                  </a:cubicBezTo>
                  <a:cubicBezTo>
                    <a:pt x="3433761" y="2362464"/>
                    <a:pt x="3438024" y="2439327"/>
                    <a:pt x="3391776" y="2525799"/>
                  </a:cubicBezTo>
                  <a:cubicBezTo>
                    <a:pt x="3372596" y="2580938"/>
                    <a:pt x="3364960" y="2597677"/>
                    <a:pt x="3351757" y="2638909"/>
                  </a:cubicBezTo>
                  <a:cubicBezTo>
                    <a:pt x="3366777" y="2655527"/>
                    <a:pt x="3369453" y="2659431"/>
                    <a:pt x="3382178" y="2679654"/>
                  </a:cubicBezTo>
                  <a:cubicBezTo>
                    <a:pt x="3436255" y="2722334"/>
                    <a:pt x="3467938" y="2782069"/>
                    <a:pt x="3571971" y="2894799"/>
                  </a:cubicBezTo>
                  <a:cubicBezTo>
                    <a:pt x="3566911" y="2916648"/>
                    <a:pt x="3559861" y="2897971"/>
                    <a:pt x="3547083" y="2965242"/>
                  </a:cubicBezTo>
                  <a:cubicBezTo>
                    <a:pt x="3544331" y="2976115"/>
                    <a:pt x="3544041" y="2979276"/>
                    <a:pt x="3541687" y="2989414"/>
                  </a:cubicBezTo>
                  <a:cubicBezTo>
                    <a:pt x="3659680" y="3099879"/>
                    <a:pt x="3811347" y="3258886"/>
                    <a:pt x="3900028" y="3310156"/>
                  </a:cubicBezTo>
                  <a:cubicBezTo>
                    <a:pt x="3988709" y="3361426"/>
                    <a:pt x="4078732" y="3488346"/>
                    <a:pt x="4236869" y="3611653"/>
                  </a:cubicBezTo>
                  <a:cubicBezTo>
                    <a:pt x="4395006" y="3734960"/>
                    <a:pt x="4521391" y="3873056"/>
                    <a:pt x="4616710" y="3951640"/>
                  </a:cubicBezTo>
                  <a:cubicBezTo>
                    <a:pt x="4501382" y="3845952"/>
                    <a:pt x="4313879" y="3759719"/>
                    <a:pt x="4132201" y="3647611"/>
                  </a:cubicBezTo>
                  <a:cubicBezTo>
                    <a:pt x="3950523" y="3535503"/>
                    <a:pt x="3790463" y="3441428"/>
                    <a:pt x="3676763" y="3361824"/>
                  </a:cubicBezTo>
                  <a:cubicBezTo>
                    <a:pt x="3563062" y="3282220"/>
                    <a:pt x="3327555" y="3152840"/>
                    <a:pt x="3163184" y="3039554"/>
                  </a:cubicBezTo>
                  <a:cubicBezTo>
                    <a:pt x="3160944" y="3042914"/>
                    <a:pt x="3157296" y="3050932"/>
                    <a:pt x="3154828" y="3055215"/>
                  </a:cubicBezTo>
                  <a:cubicBezTo>
                    <a:pt x="3135620" y="3080993"/>
                    <a:pt x="3127648" y="3104921"/>
                    <a:pt x="3113694" y="3130445"/>
                  </a:cubicBezTo>
                  <a:cubicBezTo>
                    <a:pt x="3112566" y="3132928"/>
                    <a:pt x="3110916" y="3134195"/>
                    <a:pt x="3109639" y="3134458"/>
                  </a:cubicBezTo>
                  <a:cubicBezTo>
                    <a:pt x="3109598" y="3134427"/>
                    <a:pt x="3109571" y="3134416"/>
                    <a:pt x="3109521" y="3134377"/>
                  </a:cubicBezTo>
                  <a:cubicBezTo>
                    <a:pt x="3111333" y="3161215"/>
                    <a:pt x="3108978" y="3179318"/>
                    <a:pt x="3107621" y="3201920"/>
                  </a:cubicBezTo>
                  <a:cubicBezTo>
                    <a:pt x="3100294" y="3255604"/>
                    <a:pt x="3093626" y="3303667"/>
                    <a:pt x="3044803" y="3325465"/>
                  </a:cubicBezTo>
                  <a:cubicBezTo>
                    <a:pt x="2875266" y="3367922"/>
                    <a:pt x="2735925" y="3229891"/>
                    <a:pt x="2616456" y="3202005"/>
                  </a:cubicBezTo>
                  <a:cubicBezTo>
                    <a:pt x="2551179" y="3180316"/>
                    <a:pt x="2518745" y="3168344"/>
                    <a:pt x="2472312" y="3148366"/>
                  </a:cubicBezTo>
                  <a:cubicBezTo>
                    <a:pt x="2339173" y="3400776"/>
                    <a:pt x="2286870" y="3514868"/>
                    <a:pt x="2225977" y="3685879"/>
                  </a:cubicBezTo>
                  <a:cubicBezTo>
                    <a:pt x="2165084" y="3856890"/>
                    <a:pt x="2075856" y="4075491"/>
                    <a:pt x="1994421" y="4191141"/>
                  </a:cubicBezTo>
                  <a:cubicBezTo>
                    <a:pt x="1912986" y="4306791"/>
                    <a:pt x="1847398" y="4557156"/>
                    <a:pt x="1733306" y="4760905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76200">
              <a:solidFill>
                <a:srgbClr val="595959"/>
              </a:solidFill>
              <a:extLst>
                <a:ext uri="{C807C97D-BFC1-408E-A445-0C87EB9F89A2}">
                  <ask:lineSketchStyleProps xmlns:ask="http://schemas.microsoft.com/office/drawing/2018/sketchyshapes" sd="977324640">
                    <a:custGeom>
                      <a:avLst/>
                      <a:gdLst>
                        <a:gd name="connsiteX0" fmla="*/ 1733306 w 4665444"/>
                        <a:gd name="connsiteY0" fmla="*/ 4760905 h 4760905"/>
                        <a:gd name="connsiteX1" fmla="*/ 2179170 w 4665444"/>
                        <a:gd name="connsiteY1" fmla="*/ 3016438 h 4760905"/>
                        <a:gd name="connsiteX2" fmla="*/ 2114785 w 4665444"/>
                        <a:gd name="connsiteY2" fmla="*/ 2972036 h 4760905"/>
                        <a:gd name="connsiteX3" fmla="*/ 2050636 w 4665444"/>
                        <a:gd name="connsiteY3" fmla="*/ 2917713 h 4760905"/>
                        <a:gd name="connsiteX4" fmla="*/ 1950181 w 4665444"/>
                        <a:gd name="connsiteY4" fmla="*/ 2769976 h 4760905"/>
                        <a:gd name="connsiteX5" fmla="*/ 1928297 w 4665444"/>
                        <a:gd name="connsiteY5" fmla="*/ 2649053 h 4760905"/>
                        <a:gd name="connsiteX6" fmla="*/ 1916941 w 4665444"/>
                        <a:gd name="connsiteY6" fmla="*/ 2548945 h 4760905"/>
                        <a:gd name="connsiteX7" fmla="*/ 0 w 4665444"/>
                        <a:gd name="connsiteY7" fmla="*/ 2318657 h 4760905"/>
                        <a:gd name="connsiteX8" fmla="*/ 1928165 w 4665444"/>
                        <a:gd name="connsiteY8" fmla="*/ 2221911 h 4760905"/>
                        <a:gd name="connsiteX9" fmla="*/ 1929308 w 4665444"/>
                        <a:gd name="connsiteY9" fmla="*/ 2216805 h 4760905"/>
                        <a:gd name="connsiteX10" fmla="*/ 1955645 w 4665444"/>
                        <a:gd name="connsiteY10" fmla="*/ 2155857 h 4760905"/>
                        <a:gd name="connsiteX11" fmla="*/ 1985167 w 4665444"/>
                        <a:gd name="connsiteY11" fmla="*/ 2099202 h 4760905"/>
                        <a:gd name="connsiteX12" fmla="*/ 1963043 w 4665444"/>
                        <a:gd name="connsiteY12" fmla="*/ 2084522 h 4760905"/>
                        <a:gd name="connsiteX13" fmla="*/ 1726343 w 4665444"/>
                        <a:gd name="connsiteY13" fmla="*/ 1953605 h 4760905"/>
                        <a:gd name="connsiteX14" fmla="*/ 1713254 w 4665444"/>
                        <a:gd name="connsiteY14" fmla="*/ 1781707 h 4760905"/>
                        <a:gd name="connsiteX15" fmla="*/ 1975019 w 4665444"/>
                        <a:gd name="connsiteY15" fmla="*/ 1768484 h 4760905"/>
                        <a:gd name="connsiteX16" fmla="*/ 2092812 w 4665444"/>
                        <a:gd name="connsiteY16" fmla="*/ 1742038 h 4760905"/>
                        <a:gd name="connsiteX17" fmla="*/ 2105901 w 4665444"/>
                        <a:gd name="connsiteY17" fmla="*/ 1675924 h 4760905"/>
                        <a:gd name="connsiteX18" fmla="*/ 2079724 w 4665444"/>
                        <a:gd name="connsiteY18" fmla="*/ 1371796 h 4760905"/>
                        <a:gd name="connsiteX19" fmla="*/ 2108306 w 4665444"/>
                        <a:gd name="connsiteY19" fmla="*/ 1355067 h 4760905"/>
                        <a:gd name="connsiteX20" fmla="*/ 1812161 w 4665444"/>
                        <a:gd name="connsiteY20" fmla="*/ 0 h 4760905"/>
                        <a:gd name="connsiteX21" fmla="*/ 2362171 w 4665444"/>
                        <a:gd name="connsiteY21" fmla="*/ 1335069 h 4760905"/>
                        <a:gd name="connsiteX22" fmla="*/ 2409081 w 4665444"/>
                        <a:gd name="connsiteY22" fmla="*/ 1340205 h 4760905"/>
                        <a:gd name="connsiteX23" fmla="*/ 2524724 w 4665444"/>
                        <a:gd name="connsiteY23" fmla="*/ 1345351 h 4760905"/>
                        <a:gd name="connsiteX24" fmla="*/ 2629521 w 4665444"/>
                        <a:gd name="connsiteY24" fmla="*/ 1347056 h 4760905"/>
                        <a:gd name="connsiteX25" fmla="*/ 2656465 w 4665444"/>
                        <a:gd name="connsiteY25" fmla="*/ 1322684 h 4760905"/>
                        <a:gd name="connsiteX26" fmla="*/ 2664091 w 4665444"/>
                        <a:gd name="connsiteY26" fmla="*/ 1343436 h 4760905"/>
                        <a:gd name="connsiteX27" fmla="*/ 2663583 w 4665444"/>
                        <a:gd name="connsiteY27" fmla="*/ 1347610 h 4760905"/>
                        <a:gd name="connsiteX28" fmla="*/ 2690575 w 4665444"/>
                        <a:gd name="connsiteY28" fmla="*/ 1348049 h 4760905"/>
                        <a:gd name="connsiteX29" fmla="*/ 3152958 w 4665444"/>
                        <a:gd name="connsiteY29" fmla="*/ 1424689 h 4760905"/>
                        <a:gd name="connsiteX30" fmla="*/ 3296929 w 4665444"/>
                        <a:gd name="connsiteY30" fmla="*/ 1530472 h 4760905"/>
                        <a:gd name="connsiteX31" fmla="*/ 3389764 w 4665444"/>
                        <a:gd name="connsiteY31" fmla="*/ 1706243 h 4760905"/>
                        <a:gd name="connsiteX32" fmla="*/ 4665444 w 4665444"/>
                        <a:gd name="connsiteY32" fmla="*/ 1009239 h 4760905"/>
                        <a:gd name="connsiteX33" fmla="*/ 3485595 w 4665444"/>
                        <a:gd name="connsiteY33" fmla="*/ 1954934 h 4760905"/>
                        <a:gd name="connsiteX34" fmla="*/ 3493253 w 4665444"/>
                        <a:gd name="connsiteY34" fmla="*/ 1980051 h 4760905"/>
                        <a:gd name="connsiteX35" fmla="*/ 3480164 w 4665444"/>
                        <a:gd name="connsiteY35" fmla="*/ 2244509 h 4760905"/>
                        <a:gd name="connsiteX36" fmla="*/ 3391776 w 4665444"/>
                        <a:gd name="connsiteY36" fmla="*/ 2525799 h 4760905"/>
                        <a:gd name="connsiteX37" fmla="*/ 3351757 w 4665444"/>
                        <a:gd name="connsiteY37" fmla="*/ 2638909 h 4760905"/>
                        <a:gd name="connsiteX38" fmla="*/ 3382178 w 4665444"/>
                        <a:gd name="connsiteY38" fmla="*/ 2679654 h 4760905"/>
                        <a:gd name="connsiteX39" fmla="*/ 3571971 w 4665444"/>
                        <a:gd name="connsiteY39" fmla="*/ 2894799 h 4760905"/>
                        <a:gd name="connsiteX40" fmla="*/ 3547083 w 4665444"/>
                        <a:gd name="connsiteY40" fmla="*/ 2965242 h 4760905"/>
                        <a:gd name="connsiteX41" fmla="*/ 3541687 w 4665444"/>
                        <a:gd name="connsiteY41" fmla="*/ 2989414 h 4760905"/>
                        <a:gd name="connsiteX42" fmla="*/ 4616710 w 4665444"/>
                        <a:gd name="connsiteY42" fmla="*/ 3951640 h 4760905"/>
                        <a:gd name="connsiteX43" fmla="*/ 3163184 w 4665444"/>
                        <a:gd name="connsiteY43" fmla="*/ 3039554 h 4760905"/>
                        <a:gd name="connsiteX44" fmla="*/ 3154828 w 4665444"/>
                        <a:gd name="connsiteY44" fmla="*/ 3055215 h 4760905"/>
                        <a:gd name="connsiteX45" fmla="*/ 3113694 w 4665444"/>
                        <a:gd name="connsiteY45" fmla="*/ 3130445 h 4760905"/>
                        <a:gd name="connsiteX46" fmla="*/ 3109639 w 4665444"/>
                        <a:gd name="connsiteY46" fmla="*/ 3134458 h 4760905"/>
                        <a:gd name="connsiteX47" fmla="*/ 3109521 w 4665444"/>
                        <a:gd name="connsiteY47" fmla="*/ 3134377 h 4760905"/>
                        <a:gd name="connsiteX48" fmla="*/ 3107621 w 4665444"/>
                        <a:gd name="connsiteY48" fmla="*/ 3201920 h 4760905"/>
                        <a:gd name="connsiteX49" fmla="*/ 3044803 w 4665444"/>
                        <a:gd name="connsiteY49" fmla="*/ 3325465 h 4760905"/>
                        <a:gd name="connsiteX50" fmla="*/ 2616456 w 4665444"/>
                        <a:gd name="connsiteY50" fmla="*/ 3202005 h 4760905"/>
                        <a:gd name="connsiteX51" fmla="*/ 2472312 w 4665444"/>
                        <a:gd name="connsiteY51" fmla="*/ 3148366 h 4760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</a:cxnLst>
                      <a:rect l="l" t="t" r="r" b="b"/>
                      <a:pathLst>
                        <a:path w="4665444" h="4760905">
                          <a:moveTo>
                            <a:pt x="1733306" y="4760905"/>
                          </a:moveTo>
                          <a:lnTo>
                            <a:pt x="2179170" y="3016438"/>
                          </a:lnTo>
                          <a:lnTo>
                            <a:pt x="2114785" y="2972036"/>
                          </a:lnTo>
                          <a:cubicBezTo>
                            <a:pt x="2093195" y="2955562"/>
                            <a:pt x="2071827" y="2937559"/>
                            <a:pt x="2050636" y="2917713"/>
                          </a:cubicBezTo>
                          <a:cubicBezTo>
                            <a:pt x="2007254" y="2877085"/>
                            <a:pt x="1962629" y="2828447"/>
                            <a:pt x="1950181" y="2769976"/>
                          </a:cubicBezTo>
                          <a:cubicBezTo>
                            <a:pt x="1941678" y="2730037"/>
                            <a:pt x="1934322" y="2689676"/>
                            <a:pt x="1928297" y="2649053"/>
                          </a:cubicBezTo>
                          <a:lnTo>
                            <a:pt x="1916941" y="2548945"/>
                          </a:lnTo>
                          <a:lnTo>
                            <a:pt x="0" y="2318657"/>
                          </a:lnTo>
                          <a:lnTo>
                            <a:pt x="1928165" y="2221911"/>
                          </a:lnTo>
                          <a:lnTo>
                            <a:pt x="1929308" y="2216805"/>
                          </a:lnTo>
                          <a:cubicBezTo>
                            <a:pt x="1936482" y="2196101"/>
                            <a:pt x="1945662" y="2175882"/>
                            <a:pt x="1955645" y="2155857"/>
                          </a:cubicBezTo>
                          <a:lnTo>
                            <a:pt x="1985167" y="2099202"/>
                          </a:lnTo>
                          <a:lnTo>
                            <a:pt x="1963043" y="2084522"/>
                          </a:lnTo>
                          <a:cubicBezTo>
                            <a:pt x="1910944" y="2052855"/>
                            <a:pt x="1847889" y="2019727"/>
                            <a:pt x="1726343" y="1953605"/>
                          </a:cubicBezTo>
                          <a:cubicBezTo>
                            <a:pt x="1724161" y="1924955"/>
                            <a:pt x="1740094" y="1957961"/>
                            <a:pt x="1713254" y="1781707"/>
                          </a:cubicBezTo>
                          <a:cubicBezTo>
                            <a:pt x="1800509" y="1777299"/>
                            <a:pt x="1888119" y="1777566"/>
                            <a:pt x="1975019" y="1768484"/>
                          </a:cubicBezTo>
                          <a:cubicBezTo>
                            <a:pt x="2015028" y="1764303"/>
                            <a:pt x="2059861" y="1765342"/>
                            <a:pt x="2092812" y="1742038"/>
                          </a:cubicBezTo>
                          <a:cubicBezTo>
                            <a:pt x="2111037" y="1729150"/>
                            <a:pt x="2106695" y="1698384"/>
                            <a:pt x="2105901" y="1675924"/>
                          </a:cubicBezTo>
                          <a:cubicBezTo>
                            <a:pt x="2102306" y="1574230"/>
                            <a:pt x="2000353" y="1434444"/>
                            <a:pt x="2079724" y="1371796"/>
                          </a:cubicBezTo>
                          <a:lnTo>
                            <a:pt x="2108306" y="1355067"/>
                          </a:lnTo>
                          <a:lnTo>
                            <a:pt x="1812161" y="0"/>
                          </a:lnTo>
                          <a:lnTo>
                            <a:pt x="2362171" y="1335069"/>
                          </a:lnTo>
                          <a:lnTo>
                            <a:pt x="2409081" y="1340205"/>
                          </a:lnTo>
                          <a:cubicBezTo>
                            <a:pt x="2448605" y="1344533"/>
                            <a:pt x="2487641" y="1347555"/>
                            <a:pt x="2524724" y="1345351"/>
                          </a:cubicBezTo>
                          <a:lnTo>
                            <a:pt x="2629521" y="1347056"/>
                          </a:lnTo>
                          <a:lnTo>
                            <a:pt x="2656465" y="1322684"/>
                          </a:lnTo>
                          <a:cubicBezTo>
                            <a:pt x="2665318" y="1314823"/>
                            <a:pt x="2665756" y="1326667"/>
                            <a:pt x="2664091" y="1343436"/>
                          </a:cubicBezTo>
                          <a:lnTo>
                            <a:pt x="2663583" y="1347610"/>
                          </a:lnTo>
                          <a:lnTo>
                            <a:pt x="2690575" y="1348049"/>
                          </a:lnTo>
                          <a:cubicBezTo>
                            <a:pt x="2849935" y="1349664"/>
                            <a:pt x="2993382" y="1354827"/>
                            <a:pt x="3152958" y="1424689"/>
                          </a:cubicBezTo>
                          <a:cubicBezTo>
                            <a:pt x="3207406" y="1448525"/>
                            <a:pt x="3265696" y="1479498"/>
                            <a:pt x="3296929" y="1530472"/>
                          </a:cubicBezTo>
                          <a:lnTo>
                            <a:pt x="3389764" y="1706243"/>
                          </a:lnTo>
                          <a:lnTo>
                            <a:pt x="4665444" y="1009239"/>
                          </a:lnTo>
                          <a:lnTo>
                            <a:pt x="3485595" y="1954934"/>
                          </a:lnTo>
                          <a:lnTo>
                            <a:pt x="3493253" y="1980051"/>
                          </a:lnTo>
                          <a:cubicBezTo>
                            <a:pt x="3515178" y="2065489"/>
                            <a:pt x="3484527" y="2156356"/>
                            <a:pt x="3480164" y="2244509"/>
                          </a:cubicBezTo>
                          <a:cubicBezTo>
                            <a:pt x="3444792" y="2357672"/>
                            <a:pt x="3418414" y="2445583"/>
                            <a:pt x="3391776" y="2525799"/>
                          </a:cubicBezTo>
                          <a:lnTo>
                            <a:pt x="3351757" y="2638909"/>
                          </a:lnTo>
                          <a:lnTo>
                            <a:pt x="3382178" y="2679654"/>
                          </a:lnTo>
                          <a:cubicBezTo>
                            <a:pt x="3422597" y="2730588"/>
                            <a:pt x="3471019" y="2782578"/>
                            <a:pt x="3571971" y="2894799"/>
                          </a:cubicBezTo>
                          <a:cubicBezTo>
                            <a:pt x="3566348" y="2915602"/>
                            <a:pt x="3562685" y="2900311"/>
                            <a:pt x="3547083" y="2965242"/>
                          </a:cubicBezTo>
                          <a:lnTo>
                            <a:pt x="3541687" y="2989414"/>
                          </a:lnTo>
                          <a:lnTo>
                            <a:pt x="4616710" y="3951640"/>
                          </a:lnTo>
                          <a:lnTo>
                            <a:pt x="3163184" y="3039554"/>
                          </a:lnTo>
                          <a:lnTo>
                            <a:pt x="3154828" y="3055215"/>
                          </a:lnTo>
                          <a:cubicBezTo>
                            <a:pt x="3141892" y="3079148"/>
                            <a:pt x="3128205" y="3104178"/>
                            <a:pt x="3113694" y="3130445"/>
                          </a:cubicBezTo>
                          <a:cubicBezTo>
                            <a:pt x="3112262" y="3133035"/>
                            <a:pt x="3110917" y="3134290"/>
                            <a:pt x="3109639" y="3134458"/>
                          </a:cubicBezTo>
                          <a:lnTo>
                            <a:pt x="3109521" y="3134377"/>
                          </a:lnTo>
                          <a:lnTo>
                            <a:pt x="3107621" y="3201920"/>
                          </a:lnTo>
                          <a:cubicBezTo>
                            <a:pt x="3104216" y="3259574"/>
                            <a:pt x="3092662" y="3309168"/>
                            <a:pt x="3044803" y="3325465"/>
                          </a:cubicBezTo>
                          <a:cubicBezTo>
                            <a:pt x="2903594" y="3373548"/>
                            <a:pt x="2759238" y="3243158"/>
                            <a:pt x="2616456" y="3202005"/>
                          </a:cubicBezTo>
                          <a:lnTo>
                            <a:pt x="2472312" y="3148366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47" name="Forma libre: forma 46">
            <a:extLst>
              <a:ext uri="{FF2B5EF4-FFF2-40B4-BE49-F238E27FC236}">
                <a16:creationId xmlns:a16="http://schemas.microsoft.com/office/drawing/2014/main" id="{C4D69EE5-5B66-4958-B31A-6FFD12A78734}"/>
              </a:ext>
            </a:extLst>
          </p:cNvPr>
          <p:cNvSpPr/>
          <p:nvPr/>
        </p:nvSpPr>
        <p:spPr>
          <a:xfrm rot="9631244">
            <a:off x="9905832" y="-2242536"/>
            <a:ext cx="4010883" cy="4092951"/>
          </a:xfrm>
          <a:custGeom>
            <a:avLst/>
            <a:gdLst>
              <a:gd name="connsiteX0" fmla="*/ 1490123 w 4010883"/>
              <a:gd name="connsiteY0" fmla="*/ 4092951 h 4092951"/>
              <a:gd name="connsiteX1" fmla="*/ 1606393 w 4010883"/>
              <a:gd name="connsiteY1" fmla="*/ 3638036 h 4092951"/>
              <a:gd name="connsiteX2" fmla="*/ 1741829 w 4010883"/>
              <a:gd name="connsiteY2" fmla="*/ 3108136 h 4092951"/>
              <a:gd name="connsiteX3" fmla="*/ 1873432 w 4010883"/>
              <a:gd name="connsiteY3" fmla="*/ 2593232 h 4092951"/>
              <a:gd name="connsiteX4" fmla="*/ 1818081 w 4010883"/>
              <a:gd name="connsiteY4" fmla="*/ 2555059 h 4092951"/>
              <a:gd name="connsiteX5" fmla="*/ 1762932 w 4010883"/>
              <a:gd name="connsiteY5" fmla="*/ 2508358 h 4092951"/>
              <a:gd name="connsiteX6" fmla="*/ 1676570 w 4010883"/>
              <a:gd name="connsiteY6" fmla="*/ 2381348 h 4092951"/>
              <a:gd name="connsiteX7" fmla="*/ 1657757 w 4010883"/>
              <a:gd name="connsiteY7" fmla="*/ 2277391 h 4092951"/>
              <a:gd name="connsiteX8" fmla="*/ 1647994 w 4010883"/>
              <a:gd name="connsiteY8" fmla="*/ 2191328 h 4092951"/>
              <a:gd name="connsiteX9" fmla="*/ 1098663 w 4010883"/>
              <a:gd name="connsiteY9" fmla="*/ 2125335 h 4092951"/>
              <a:gd name="connsiteX10" fmla="*/ 516371 w 4010883"/>
              <a:gd name="connsiteY10" fmla="*/ 2055382 h 4092951"/>
              <a:gd name="connsiteX11" fmla="*/ 0 w 4010883"/>
              <a:gd name="connsiteY11" fmla="*/ 1993349 h 4092951"/>
              <a:gd name="connsiteX12" fmla="*/ 535971 w 4010883"/>
              <a:gd name="connsiteY12" fmla="*/ 1966457 h 4092951"/>
              <a:gd name="connsiteX13" fmla="*/ 1121672 w 4010883"/>
              <a:gd name="connsiteY13" fmla="*/ 1937069 h 4092951"/>
              <a:gd name="connsiteX14" fmla="*/ 1657643 w 4010883"/>
              <a:gd name="connsiteY14" fmla="*/ 1910177 h 4092951"/>
              <a:gd name="connsiteX15" fmla="*/ 1658626 w 4010883"/>
              <a:gd name="connsiteY15" fmla="*/ 1905787 h 4092951"/>
              <a:gd name="connsiteX16" fmla="*/ 1681268 w 4010883"/>
              <a:gd name="connsiteY16" fmla="*/ 1853390 h 4092951"/>
              <a:gd name="connsiteX17" fmla="*/ 1706648 w 4010883"/>
              <a:gd name="connsiteY17" fmla="*/ 1804684 h 4092951"/>
              <a:gd name="connsiteX18" fmla="*/ 1687628 w 4010883"/>
              <a:gd name="connsiteY18" fmla="*/ 1792063 h 4092951"/>
              <a:gd name="connsiteX19" fmla="*/ 1484137 w 4010883"/>
              <a:gd name="connsiteY19" fmla="*/ 1679514 h 4092951"/>
              <a:gd name="connsiteX20" fmla="*/ 1472884 w 4010883"/>
              <a:gd name="connsiteY20" fmla="*/ 1531733 h 4092951"/>
              <a:gd name="connsiteX21" fmla="*/ 1697924 w 4010883"/>
              <a:gd name="connsiteY21" fmla="*/ 1520366 h 4092951"/>
              <a:gd name="connsiteX22" fmla="*/ 1799190 w 4010883"/>
              <a:gd name="connsiteY22" fmla="*/ 1497630 h 4092951"/>
              <a:gd name="connsiteX23" fmla="*/ 1810443 w 4010883"/>
              <a:gd name="connsiteY23" fmla="*/ 1440792 h 4092951"/>
              <a:gd name="connsiteX24" fmla="*/ 1787939 w 4010883"/>
              <a:gd name="connsiteY24" fmla="*/ 1179333 h 4092951"/>
              <a:gd name="connsiteX25" fmla="*/ 1812511 w 4010883"/>
              <a:gd name="connsiteY25" fmla="*/ 1164951 h 4092951"/>
              <a:gd name="connsiteX26" fmla="*/ 1680121 w 4010883"/>
              <a:gd name="connsiteY26" fmla="*/ 559176 h 4092951"/>
              <a:gd name="connsiteX27" fmla="*/ 1557915 w 4010883"/>
              <a:gd name="connsiteY27" fmla="*/ 0 h 4092951"/>
              <a:gd name="connsiteX28" fmla="*/ 1803793 w 4010883"/>
              <a:gd name="connsiteY28" fmla="*/ 596835 h 4092951"/>
              <a:gd name="connsiteX29" fmla="*/ 2030758 w 4010883"/>
              <a:gd name="connsiteY29" fmla="*/ 1147759 h 4092951"/>
              <a:gd name="connsiteX30" fmla="*/ 2071087 w 4010883"/>
              <a:gd name="connsiteY30" fmla="*/ 1152174 h 4092951"/>
              <a:gd name="connsiteX31" fmla="*/ 2170505 w 4010883"/>
              <a:gd name="connsiteY31" fmla="*/ 1156598 h 4092951"/>
              <a:gd name="connsiteX32" fmla="*/ 2260599 w 4010883"/>
              <a:gd name="connsiteY32" fmla="*/ 1158064 h 4092951"/>
              <a:gd name="connsiteX33" fmla="*/ 2283763 w 4010883"/>
              <a:gd name="connsiteY33" fmla="*/ 1137111 h 4092951"/>
              <a:gd name="connsiteX34" fmla="*/ 2290319 w 4010883"/>
              <a:gd name="connsiteY34" fmla="*/ 1154952 h 4092951"/>
              <a:gd name="connsiteX35" fmla="*/ 2289882 w 4010883"/>
              <a:gd name="connsiteY35" fmla="*/ 1158540 h 4092951"/>
              <a:gd name="connsiteX36" fmla="*/ 2313087 w 4010883"/>
              <a:gd name="connsiteY36" fmla="*/ 1158918 h 4092951"/>
              <a:gd name="connsiteX37" fmla="*/ 2710598 w 4010883"/>
              <a:gd name="connsiteY37" fmla="*/ 1224805 h 4092951"/>
              <a:gd name="connsiteX38" fmla="*/ 2834370 w 4010883"/>
              <a:gd name="connsiteY38" fmla="*/ 1315747 h 4092951"/>
              <a:gd name="connsiteX39" fmla="*/ 2914180 w 4010883"/>
              <a:gd name="connsiteY39" fmla="*/ 1466857 h 4092951"/>
              <a:gd name="connsiteX40" fmla="*/ 3440597 w 4010883"/>
              <a:gd name="connsiteY40" fmla="*/ 1179234 h 4092951"/>
              <a:gd name="connsiteX41" fmla="*/ 4010883 w 4010883"/>
              <a:gd name="connsiteY41" fmla="*/ 867642 h 4092951"/>
              <a:gd name="connsiteX42" fmla="*/ 3534154 w 4010883"/>
              <a:gd name="connsiteY42" fmla="*/ 1249759 h 4092951"/>
              <a:gd name="connsiteX43" fmla="*/ 2996566 w 4010883"/>
              <a:gd name="connsiteY43" fmla="*/ 1680657 h 4092951"/>
              <a:gd name="connsiteX44" fmla="*/ 3003150 w 4010883"/>
              <a:gd name="connsiteY44" fmla="*/ 1702250 h 4092951"/>
              <a:gd name="connsiteX45" fmla="*/ 2991897 w 4010883"/>
              <a:gd name="connsiteY45" fmla="*/ 1929604 h 4092951"/>
              <a:gd name="connsiteX46" fmla="*/ 2915910 w 4010883"/>
              <a:gd name="connsiteY46" fmla="*/ 2171429 h 4092951"/>
              <a:gd name="connsiteX47" fmla="*/ 2881506 w 4010883"/>
              <a:gd name="connsiteY47" fmla="*/ 2268670 h 4092951"/>
              <a:gd name="connsiteX48" fmla="*/ 2907659 w 4010883"/>
              <a:gd name="connsiteY48" fmla="*/ 2303699 h 4092951"/>
              <a:gd name="connsiteX49" fmla="*/ 3070824 w 4010883"/>
              <a:gd name="connsiteY49" fmla="*/ 2488659 h 4092951"/>
              <a:gd name="connsiteX50" fmla="*/ 3049427 w 4010883"/>
              <a:gd name="connsiteY50" fmla="*/ 2549219 h 4092951"/>
              <a:gd name="connsiteX51" fmla="*/ 3044788 w 4010883"/>
              <a:gd name="connsiteY51" fmla="*/ 2569999 h 4092951"/>
              <a:gd name="connsiteX52" fmla="*/ 3488403 w 4010883"/>
              <a:gd name="connsiteY52" fmla="*/ 2967067 h 4092951"/>
              <a:gd name="connsiteX53" fmla="*/ 3968986 w 4010883"/>
              <a:gd name="connsiteY53" fmla="*/ 3397225 h 4092951"/>
              <a:gd name="connsiteX54" fmla="*/ 3577446 w 4010883"/>
              <a:gd name="connsiteY54" fmla="*/ 3151534 h 4092951"/>
              <a:gd name="connsiteX55" fmla="*/ 3173409 w 4010883"/>
              <a:gd name="connsiteY55" fmla="*/ 2898002 h 4092951"/>
              <a:gd name="connsiteX56" fmla="*/ 2719389 w 4010883"/>
              <a:gd name="connsiteY56" fmla="*/ 2613105 h 4092951"/>
              <a:gd name="connsiteX57" fmla="*/ 2712206 w 4010883"/>
              <a:gd name="connsiteY57" fmla="*/ 2626568 h 4092951"/>
              <a:gd name="connsiteX58" fmla="*/ 2676843 w 4010883"/>
              <a:gd name="connsiteY58" fmla="*/ 2691244 h 4092951"/>
              <a:gd name="connsiteX59" fmla="*/ 2673357 w 4010883"/>
              <a:gd name="connsiteY59" fmla="*/ 2694694 h 4092951"/>
              <a:gd name="connsiteX60" fmla="*/ 2673255 w 4010883"/>
              <a:gd name="connsiteY60" fmla="*/ 2694624 h 4092951"/>
              <a:gd name="connsiteX61" fmla="*/ 2671622 w 4010883"/>
              <a:gd name="connsiteY61" fmla="*/ 2752691 h 4092951"/>
              <a:gd name="connsiteX62" fmla="*/ 2617617 w 4010883"/>
              <a:gd name="connsiteY62" fmla="*/ 2858902 h 4092951"/>
              <a:gd name="connsiteX63" fmla="*/ 2249367 w 4010883"/>
              <a:gd name="connsiteY63" fmla="*/ 2752764 h 4092951"/>
              <a:gd name="connsiteX64" fmla="*/ 2125447 w 4010883"/>
              <a:gd name="connsiteY64" fmla="*/ 2706650 h 4092951"/>
              <a:gd name="connsiteX65" fmla="*/ 1900966 w 4010883"/>
              <a:gd name="connsiteY65" fmla="*/ 3196476 h 4092951"/>
              <a:gd name="connsiteX66" fmla="*/ 1682838 w 4010883"/>
              <a:gd name="connsiteY66" fmla="*/ 3672440 h 4092951"/>
              <a:gd name="connsiteX67" fmla="*/ 1490123 w 4010883"/>
              <a:gd name="connsiteY67" fmla="*/ 4092951 h 409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010883" h="4092951" fill="none" extrusionOk="0">
                <a:moveTo>
                  <a:pt x="1490123" y="4092951"/>
                </a:moveTo>
                <a:cubicBezTo>
                  <a:pt x="1546062" y="3966245"/>
                  <a:pt x="1585154" y="3731723"/>
                  <a:pt x="1606393" y="3638036"/>
                </a:cubicBezTo>
                <a:cubicBezTo>
                  <a:pt x="1627632" y="3544349"/>
                  <a:pt x="1672194" y="3276720"/>
                  <a:pt x="1741829" y="3108136"/>
                </a:cubicBezTo>
                <a:cubicBezTo>
                  <a:pt x="1811464" y="2939552"/>
                  <a:pt x="1843730" y="2722241"/>
                  <a:pt x="1873432" y="2593232"/>
                </a:cubicBezTo>
                <a:cubicBezTo>
                  <a:pt x="1861129" y="2584560"/>
                  <a:pt x="1846644" y="2570980"/>
                  <a:pt x="1818081" y="2555059"/>
                </a:cubicBezTo>
                <a:cubicBezTo>
                  <a:pt x="1795241" y="2543478"/>
                  <a:pt x="1780646" y="2526575"/>
                  <a:pt x="1762932" y="2508358"/>
                </a:cubicBezTo>
                <a:cubicBezTo>
                  <a:pt x="1719016" y="2465439"/>
                  <a:pt x="1698649" y="2434099"/>
                  <a:pt x="1676570" y="2381348"/>
                </a:cubicBezTo>
                <a:cubicBezTo>
                  <a:pt x="1676149" y="2342708"/>
                  <a:pt x="1658467" y="2306487"/>
                  <a:pt x="1657757" y="2277391"/>
                </a:cubicBezTo>
                <a:cubicBezTo>
                  <a:pt x="1656023" y="2258320"/>
                  <a:pt x="1648570" y="2216875"/>
                  <a:pt x="1647994" y="2191328"/>
                </a:cubicBezTo>
                <a:cubicBezTo>
                  <a:pt x="1420126" y="2153741"/>
                  <a:pt x="1208054" y="2158817"/>
                  <a:pt x="1098663" y="2125335"/>
                </a:cubicBezTo>
                <a:cubicBezTo>
                  <a:pt x="989272" y="2091853"/>
                  <a:pt x="777923" y="2078993"/>
                  <a:pt x="516371" y="2055382"/>
                </a:cubicBezTo>
                <a:cubicBezTo>
                  <a:pt x="254819" y="2031771"/>
                  <a:pt x="253156" y="2033638"/>
                  <a:pt x="0" y="1993349"/>
                </a:cubicBezTo>
                <a:cubicBezTo>
                  <a:pt x="131086" y="2000060"/>
                  <a:pt x="379146" y="1994928"/>
                  <a:pt x="535971" y="1966457"/>
                </a:cubicBezTo>
                <a:cubicBezTo>
                  <a:pt x="692796" y="1937986"/>
                  <a:pt x="963589" y="1929286"/>
                  <a:pt x="1121672" y="1937069"/>
                </a:cubicBezTo>
                <a:cubicBezTo>
                  <a:pt x="1279755" y="1944853"/>
                  <a:pt x="1535800" y="1912413"/>
                  <a:pt x="1657643" y="1910177"/>
                </a:cubicBezTo>
                <a:cubicBezTo>
                  <a:pt x="1657810" y="1909267"/>
                  <a:pt x="1658237" y="1907773"/>
                  <a:pt x="1658626" y="1905787"/>
                </a:cubicBezTo>
                <a:cubicBezTo>
                  <a:pt x="1663642" y="1887986"/>
                  <a:pt x="1674551" y="1868624"/>
                  <a:pt x="1681268" y="1853390"/>
                </a:cubicBezTo>
                <a:cubicBezTo>
                  <a:pt x="1690589" y="1837933"/>
                  <a:pt x="1695947" y="1820375"/>
                  <a:pt x="1706648" y="1804684"/>
                </a:cubicBezTo>
                <a:cubicBezTo>
                  <a:pt x="1696961" y="1799173"/>
                  <a:pt x="1692467" y="1796208"/>
                  <a:pt x="1687628" y="1792063"/>
                </a:cubicBezTo>
                <a:cubicBezTo>
                  <a:pt x="1633721" y="1774951"/>
                  <a:pt x="1588384" y="1725878"/>
                  <a:pt x="1484137" y="1679514"/>
                </a:cubicBezTo>
                <a:cubicBezTo>
                  <a:pt x="1483129" y="1657139"/>
                  <a:pt x="1495918" y="1681928"/>
                  <a:pt x="1472884" y="1531733"/>
                </a:cubicBezTo>
                <a:cubicBezTo>
                  <a:pt x="1545635" y="1528263"/>
                  <a:pt x="1613048" y="1525065"/>
                  <a:pt x="1697924" y="1520366"/>
                </a:cubicBezTo>
                <a:cubicBezTo>
                  <a:pt x="1731585" y="1508680"/>
                  <a:pt x="1770231" y="1524705"/>
                  <a:pt x="1799190" y="1497630"/>
                </a:cubicBezTo>
                <a:cubicBezTo>
                  <a:pt x="1813583" y="1488155"/>
                  <a:pt x="1812024" y="1461702"/>
                  <a:pt x="1810443" y="1440792"/>
                </a:cubicBezTo>
                <a:cubicBezTo>
                  <a:pt x="1797792" y="1352069"/>
                  <a:pt x="1715324" y="1236771"/>
                  <a:pt x="1787939" y="1179333"/>
                </a:cubicBezTo>
                <a:cubicBezTo>
                  <a:pt x="1797084" y="1175468"/>
                  <a:pt x="1801503" y="1170987"/>
                  <a:pt x="1812511" y="1164951"/>
                </a:cubicBezTo>
                <a:cubicBezTo>
                  <a:pt x="1771865" y="866952"/>
                  <a:pt x="1709859" y="727491"/>
                  <a:pt x="1680121" y="559176"/>
                </a:cubicBezTo>
                <a:cubicBezTo>
                  <a:pt x="1650383" y="390861"/>
                  <a:pt x="1583323" y="136183"/>
                  <a:pt x="1557915" y="0"/>
                </a:cubicBezTo>
                <a:cubicBezTo>
                  <a:pt x="1665448" y="250801"/>
                  <a:pt x="1731342" y="461990"/>
                  <a:pt x="1803793" y="596835"/>
                </a:cubicBezTo>
                <a:cubicBezTo>
                  <a:pt x="1876245" y="731680"/>
                  <a:pt x="1981958" y="1022682"/>
                  <a:pt x="2030758" y="1147759"/>
                </a:cubicBezTo>
                <a:cubicBezTo>
                  <a:pt x="2050989" y="1148353"/>
                  <a:pt x="2053303" y="1149719"/>
                  <a:pt x="2071087" y="1152174"/>
                </a:cubicBezTo>
                <a:cubicBezTo>
                  <a:pt x="2104145" y="1156332"/>
                  <a:pt x="2140805" y="1160612"/>
                  <a:pt x="2170505" y="1156598"/>
                </a:cubicBezTo>
                <a:cubicBezTo>
                  <a:pt x="2210556" y="1158184"/>
                  <a:pt x="2218135" y="1157494"/>
                  <a:pt x="2260599" y="1158064"/>
                </a:cubicBezTo>
                <a:cubicBezTo>
                  <a:pt x="2271276" y="1147578"/>
                  <a:pt x="2272749" y="1145548"/>
                  <a:pt x="2283763" y="1137111"/>
                </a:cubicBezTo>
                <a:cubicBezTo>
                  <a:pt x="2292797" y="1132172"/>
                  <a:pt x="2290292" y="1140182"/>
                  <a:pt x="2290319" y="1154952"/>
                </a:cubicBezTo>
                <a:cubicBezTo>
                  <a:pt x="2290255" y="1156076"/>
                  <a:pt x="2289775" y="1157247"/>
                  <a:pt x="2289882" y="1158540"/>
                </a:cubicBezTo>
                <a:cubicBezTo>
                  <a:pt x="2295457" y="1158073"/>
                  <a:pt x="2301856" y="1159521"/>
                  <a:pt x="2313087" y="1158918"/>
                </a:cubicBezTo>
                <a:cubicBezTo>
                  <a:pt x="2440347" y="1152986"/>
                  <a:pt x="2572942" y="1191015"/>
                  <a:pt x="2710598" y="1224805"/>
                </a:cubicBezTo>
                <a:cubicBezTo>
                  <a:pt x="2761934" y="1234023"/>
                  <a:pt x="2814890" y="1263867"/>
                  <a:pt x="2834370" y="1315747"/>
                </a:cubicBezTo>
                <a:cubicBezTo>
                  <a:pt x="2874852" y="1382793"/>
                  <a:pt x="2898546" y="1425183"/>
                  <a:pt x="2914180" y="1466857"/>
                </a:cubicBezTo>
                <a:cubicBezTo>
                  <a:pt x="3179320" y="1350015"/>
                  <a:pt x="3292661" y="1243190"/>
                  <a:pt x="3440597" y="1179234"/>
                </a:cubicBezTo>
                <a:cubicBezTo>
                  <a:pt x="3588533" y="1115278"/>
                  <a:pt x="3755503" y="987521"/>
                  <a:pt x="4010883" y="867642"/>
                </a:cubicBezTo>
                <a:cubicBezTo>
                  <a:pt x="3816688" y="1034964"/>
                  <a:pt x="3739169" y="1094799"/>
                  <a:pt x="3534154" y="1249759"/>
                </a:cubicBezTo>
                <a:cubicBezTo>
                  <a:pt x="3329139" y="1404719"/>
                  <a:pt x="3218458" y="1482924"/>
                  <a:pt x="2996566" y="1680657"/>
                </a:cubicBezTo>
                <a:cubicBezTo>
                  <a:pt x="2997333" y="1685656"/>
                  <a:pt x="3002764" y="1697525"/>
                  <a:pt x="3003150" y="1702250"/>
                </a:cubicBezTo>
                <a:cubicBezTo>
                  <a:pt x="3027099" y="1762260"/>
                  <a:pt x="3000136" y="1859703"/>
                  <a:pt x="2991897" y="1929604"/>
                </a:cubicBezTo>
                <a:cubicBezTo>
                  <a:pt x="2969254" y="2017987"/>
                  <a:pt x="2949002" y="2107352"/>
                  <a:pt x="2915910" y="2171429"/>
                </a:cubicBezTo>
                <a:cubicBezTo>
                  <a:pt x="2901300" y="2200978"/>
                  <a:pt x="2902051" y="2224380"/>
                  <a:pt x="2881506" y="2268670"/>
                </a:cubicBezTo>
                <a:cubicBezTo>
                  <a:pt x="2893278" y="2285890"/>
                  <a:pt x="2898243" y="2288735"/>
                  <a:pt x="2907659" y="2303699"/>
                </a:cubicBezTo>
                <a:cubicBezTo>
                  <a:pt x="2931366" y="2347674"/>
                  <a:pt x="2982216" y="2389261"/>
                  <a:pt x="3070824" y="2488659"/>
                </a:cubicBezTo>
                <a:cubicBezTo>
                  <a:pt x="3065705" y="2504185"/>
                  <a:pt x="3065439" y="2491790"/>
                  <a:pt x="3049427" y="2549219"/>
                </a:cubicBezTo>
                <a:cubicBezTo>
                  <a:pt x="3047182" y="2557728"/>
                  <a:pt x="3046487" y="2565778"/>
                  <a:pt x="3044788" y="2569999"/>
                </a:cubicBezTo>
                <a:cubicBezTo>
                  <a:pt x="3153138" y="2669119"/>
                  <a:pt x="3383913" y="2847116"/>
                  <a:pt x="3488403" y="2967067"/>
                </a:cubicBezTo>
                <a:cubicBezTo>
                  <a:pt x="3592893" y="3087018"/>
                  <a:pt x="3769211" y="3211642"/>
                  <a:pt x="3968986" y="3397225"/>
                </a:cubicBezTo>
                <a:cubicBezTo>
                  <a:pt x="3800724" y="3292876"/>
                  <a:pt x="3675636" y="3230182"/>
                  <a:pt x="3577446" y="3151534"/>
                </a:cubicBezTo>
                <a:cubicBezTo>
                  <a:pt x="3479256" y="3072887"/>
                  <a:pt x="3286279" y="2945679"/>
                  <a:pt x="3173409" y="2898002"/>
                </a:cubicBezTo>
                <a:cubicBezTo>
                  <a:pt x="3060539" y="2850325"/>
                  <a:pt x="2925699" y="2752217"/>
                  <a:pt x="2719389" y="2613105"/>
                </a:cubicBezTo>
                <a:cubicBezTo>
                  <a:pt x="2715211" y="2619410"/>
                  <a:pt x="2714679" y="2621264"/>
                  <a:pt x="2712206" y="2626568"/>
                </a:cubicBezTo>
                <a:cubicBezTo>
                  <a:pt x="2698597" y="2645556"/>
                  <a:pt x="2686580" y="2664089"/>
                  <a:pt x="2676843" y="2691244"/>
                </a:cubicBezTo>
                <a:cubicBezTo>
                  <a:pt x="2675476" y="2693468"/>
                  <a:pt x="2674366" y="2694720"/>
                  <a:pt x="2673357" y="2694694"/>
                </a:cubicBezTo>
                <a:cubicBezTo>
                  <a:pt x="2673322" y="2694677"/>
                  <a:pt x="2673299" y="2694661"/>
                  <a:pt x="2673255" y="2694624"/>
                </a:cubicBezTo>
                <a:cubicBezTo>
                  <a:pt x="2672512" y="2709705"/>
                  <a:pt x="2669093" y="2731802"/>
                  <a:pt x="2671622" y="2752691"/>
                </a:cubicBezTo>
                <a:cubicBezTo>
                  <a:pt x="2664848" y="2799290"/>
                  <a:pt x="2662883" y="2847044"/>
                  <a:pt x="2617617" y="2858902"/>
                </a:cubicBezTo>
                <a:cubicBezTo>
                  <a:pt x="2488139" y="2899756"/>
                  <a:pt x="2369986" y="2790544"/>
                  <a:pt x="2249367" y="2752764"/>
                </a:cubicBezTo>
                <a:cubicBezTo>
                  <a:pt x="2198768" y="2736320"/>
                  <a:pt x="2154897" y="2719858"/>
                  <a:pt x="2125447" y="2706650"/>
                </a:cubicBezTo>
                <a:cubicBezTo>
                  <a:pt x="2062539" y="2836395"/>
                  <a:pt x="1981038" y="2986997"/>
                  <a:pt x="1900966" y="3196476"/>
                </a:cubicBezTo>
                <a:cubicBezTo>
                  <a:pt x="1820894" y="3405955"/>
                  <a:pt x="1763167" y="3484841"/>
                  <a:pt x="1682838" y="3672440"/>
                </a:cubicBezTo>
                <a:cubicBezTo>
                  <a:pt x="1602509" y="3860038"/>
                  <a:pt x="1583488" y="3927757"/>
                  <a:pt x="1490123" y="4092951"/>
                </a:cubicBezTo>
                <a:close/>
              </a:path>
              <a:path w="4010883" h="4092951" stroke="0" extrusionOk="0">
                <a:moveTo>
                  <a:pt x="1490123" y="4092951"/>
                </a:moveTo>
                <a:cubicBezTo>
                  <a:pt x="1541258" y="3914482"/>
                  <a:pt x="1590902" y="3734126"/>
                  <a:pt x="1621726" y="3578047"/>
                </a:cubicBezTo>
                <a:cubicBezTo>
                  <a:pt x="1652550" y="3421968"/>
                  <a:pt x="1701733" y="3337622"/>
                  <a:pt x="1741829" y="3108136"/>
                </a:cubicBezTo>
                <a:cubicBezTo>
                  <a:pt x="1781925" y="2878650"/>
                  <a:pt x="1828655" y="2726693"/>
                  <a:pt x="1873432" y="2593232"/>
                </a:cubicBezTo>
                <a:cubicBezTo>
                  <a:pt x="1856281" y="2582702"/>
                  <a:pt x="1834458" y="2567100"/>
                  <a:pt x="1818081" y="2555059"/>
                </a:cubicBezTo>
                <a:cubicBezTo>
                  <a:pt x="1800656" y="2543326"/>
                  <a:pt x="1781033" y="2521658"/>
                  <a:pt x="1762932" y="2508358"/>
                </a:cubicBezTo>
                <a:cubicBezTo>
                  <a:pt x="1724099" y="2484227"/>
                  <a:pt x="1686701" y="2423213"/>
                  <a:pt x="1676570" y="2381348"/>
                </a:cubicBezTo>
                <a:cubicBezTo>
                  <a:pt x="1677375" y="2346738"/>
                  <a:pt x="1655367" y="2307837"/>
                  <a:pt x="1657757" y="2277391"/>
                </a:cubicBezTo>
                <a:cubicBezTo>
                  <a:pt x="1659213" y="2253595"/>
                  <a:pt x="1654463" y="2223796"/>
                  <a:pt x="1647994" y="2191328"/>
                </a:cubicBezTo>
                <a:cubicBezTo>
                  <a:pt x="1457971" y="2142105"/>
                  <a:pt x="1230111" y="2132466"/>
                  <a:pt x="1082183" y="2123355"/>
                </a:cubicBezTo>
                <a:cubicBezTo>
                  <a:pt x="934255" y="2114244"/>
                  <a:pt x="767904" y="2082538"/>
                  <a:pt x="582291" y="2063302"/>
                </a:cubicBezTo>
                <a:cubicBezTo>
                  <a:pt x="396679" y="2044065"/>
                  <a:pt x="254341" y="2004216"/>
                  <a:pt x="0" y="1993349"/>
                </a:cubicBezTo>
                <a:cubicBezTo>
                  <a:pt x="175401" y="2003810"/>
                  <a:pt x="287808" y="1970837"/>
                  <a:pt x="519395" y="1967288"/>
                </a:cubicBezTo>
                <a:cubicBezTo>
                  <a:pt x="750983" y="1963739"/>
                  <a:pt x="856043" y="1924677"/>
                  <a:pt x="1055366" y="1940396"/>
                </a:cubicBezTo>
                <a:cubicBezTo>
                  <a:pt x="1254689" y="1956115"/>
                  <a:pt x="1449008" y="1928264"/>
                  <a:pt x="1657643" y="1910177"/>
                </a:cubicBezTo>
                <a:cubicBezTo>
                  <a:pt x="1657948" y="1908187"/>
                  <a:pt x="1658424" y="1906718"/>
                  <a:pt x="1658626" y="1905787"/>
                </a:cubicBezTo>
                <a:cubicBezTo>
                  <a:pt x="1664540" y="1887566"/>
                  <a:pt x="1669429" y="1873389"/>
                  <a:pt x="1681268" y="1853390"/>
                </a:cubicBezTo>
                <a:cubicBezTo>
                  <a:pt x="1693987" y="1832478"/>
                  <a:pt x="1699863" y="1817487"/>
                  <a:pt x="1706648" y="1804684"/>
                </a:cubicBezTo>
                <a:cubicBezTo>
                  <a:pt x="1700449" y="1801635"/>
                  <a:pt x="1692803" y="1796496"/>
                  <a:pt x="1687628" y="1792063"/>
                </a:cubicBezTo>
                <a:cubicBezTo>
                  <a:pt x="1647670" y="1756137"/>
                  <a:pt x="1585953" y="1738838"/>
                  <a:pt x="1484137" y="1679514"/>
                </a:cubicBezTo>
                <a:cubicBezTo>
                  <a:pt x="1486838" y="1651597"/>
                  <a:pt x="1498782" y="1682470"/>
                  <a:pt x="1472884" y="1531733"/>
                </a:cubicBezTo>
                <a:cubicBezTo>
                  <a:pt x="1547244" y="1526129"/>
                  <a:pt x="1625877" y="1523373"/>
                  <a:pt x="1697924" y="1520366"/>
                </a:cubicBezTo>
                <a:cubicBezTo>
                  <a:pt x="1730992" y="1524003"/>
                  <a:pt x="1771154" y="1516244"/>
                  <a:pt x="1799190" y="1497630"/>
                </a:cubicBezTo>
                <a:cubicBezTo>
                  <a:pt x="1811209" y="1487538"/>
                  <a:pt x="1812847" y="1459232"/>
                  <a:pt x="1810443" y="1440792"/>
                </a:cubicBezTo>
                <a:cubicBezTo>
                  <a:pt x="1810234" y="1367311"/>
                  <a:pt x="1729170" y="1231687"/>
                  <a:pt x="1787939" y="1179333"/>
                </a:cubicBezTo>
                <a:cubicBezTo>
                  <a:pt x="1794798" y="1176236"/>
                  <a:pt x="1803956" y="1169619"/>
                  <a:pt x="1812511" y="1164951"/>
                </a:cubicBezTo>
                <a:cubicBezTo>
                  <a:pt x="1779097" y="879212"/>
                  <a:pt x="1741980" y="757223"/>
                  <a:pt x="1687759" y="594125"/>
                </a:cubicBezTo>
                <a:cubicBezTo>
                  <a:pt x="1633538" y="431027"/>
                  <a:pt x="1649429" y="284390"/>
                  <a:pt x="1557915" y="0"/>
                </a:cubicBezTo>
                <a:cubicBezTo>
                  <a:pt x="1657489" y="192371"/>
                  <a:pt x="1743531" y="435956"/>
                  <a:pt x="1794337" y="573880"/>
                </a:cubicBezTo>
                <a:cubicBezTo>
                  <a:pt x="1845143" y="711804"/>
                  <a:pt x="1955295" y="958893"/>
                  <a:pt x="2030758" y="1147759"/>
                </a:cubicBezTo>
                <a:cubicBezTo>
                  <a:pt x="2043237" y="1149006"/>
                  <a:pt x="2051954" y="1150773"/>
                  <a:pt x="2071087" y="1152174"/>
                </a:cubicBezTo>
                <a:cubicBezTo>
                  <a:pt x="2107631" y="1158894"/>
                  <a:pt x="2138713" y="1155031"/>
                  <a:pt x="2170505" y="1156598"/>
                </a:cubicBezTo>
                <a:cubicBezTo>
                  <a:pt x="2213093" y="1158254"/>
                  <a:pt x="2224427" y="1155010"/>
                  <a:pt x="2260599" y="1158064"/>
                </a:cubicBezTo>
                <a:cubicBezTo>
                  <a:pt x="2265704" y="1152301"/>
                  <a:pt x="2277573" y="1142009"/>
                  <a:pt x="2283763" y="1137111"/>
                </a:cubicBezTo>
                <a:cubicBezTo>
                  <a:pt x="2291387" y="1129237"/>
                  <a:pt x="2292286" y="1142089"/>
                  <a:pt x="2290319" y="1154952"/>
                </a:cubicBezTo>
                <a:cubicBezTo>
                  <a:pt x="2290125" y="1156021"/>
                  <a:pt x="2290108" y="1157229"/>
                  <a:pt x="2289882" y="1158540"/>
                </a:cubicBezTo>
                <a:cubicBezTo>
                  <a:pt x="2299706" y="1157729"/>
                  <a:pt x="2303099" y="1159642"/>
                  <a:pt x="2313087" y="1158918"/>
                </a:cubicBezTo>
                <a:cubicBezTo>
                  <a:pt x="2424316" y="1149094"/>
                  <a:pt x="2573339" y="1183917"/>
                  <a:pt x="2710598" y="1224805"/>
                </a:cubicBezTo>
                <a:cubicBezTo>
                  <a:pt x="2759628" y="1242780"/>
                  <a:pt x="2812641" y="1261179"/>
                  <a:pt x="2834370" y="1315747"/>
                </a:cubicBezTo>
                <a:cubicBezTo>
                  <a:pt x="2857734" y="1365907"/>
                  <a:pt x="2896369" y="1416900"/>
                  <a:pt x="2914180" y="1466857"/>
                </a:cubicBezTo>
                <a:cubicBezTo>
                  <a:pt x="3071902" y="1403804"/>
                  <a:pt x="3185876" y="1346725"/>
                  <a:pt x="3429630" y="1185226"/>
                </a:cubicBezTo>
                <a:cubicBezTo>
                  <a:pt x="3673384" y="1023727"/>
                  <a:pt x="3724622" y="1022164"/>
                  <a:pt x="4010883" y="867642"/>
                </a:cubicBezTo>
                <a:cubicBezTo>
                  <a:pt x="3803809" y="1061586"/>
                  <a:pt x="3629185" y="1139425"/>
                  <a:pt x="3503725" y="1274150"/>
                </a:cubicBezTo>
                <a:cubicBezTo>
                  <a:pt x="3378265" y="1408875"/>
                  <a:pt x="3174343" y="1550962"/>
                  <a:pt x="2996566" y="1680657"/>
                </a:cubicBezTo>
                <a:cubicBezTo>
                  <a:pt x="2999434" y="1690084"/>
                  <a:pt x="3001021" y="1692971"/>
                  <a:pt x="3003150" y="1702250"/>
                </a:cubicBezTo>
                <a:cubicBezTo>
                  <a:pt x="3011035" y="1781514"/>
                  <a:pt x="2983622" y="1860149"/>
                  <a:pt x="2991897" y="1929604"/>
                </a:cubicBezTo>
                <a:cubicBezTo>
                  <a:pt x="2959281" y="2026938"/>
                  <a:pt x="2940971" y="2102613"/>
                  <a:pt x="2915910" y="2171429"/>
                </a:cubicBezTo>
                <a:cubicBezTo>
                  <a:pt x="2905806" y="2209335"/>
                  <a:pt x="2894267" y="2231840"/>
                  <a:pt x="2881506" y="2268670"/>
                </a:cubicBezTo>
                <a:cubicBezTo>
                  <a:pt x="2894034" y="2286520"/>
                  <a:pt x="2898786" y="2294247"/>
                  <a:pt x="2907659" y="2303699"/>
                </a:cubicBezTo>
                <a:cubicBezTo>
                  <a:pt x="2940921" y="2346044"/>
                  <a:pt x="2982361" y="2399286"/>
                  <a:pt x="3070824" y="2488659"/>
                </a:cubicBezTo>
                <a:cubicBezTo>
                  <a:pt x="3068878" y="2507877"/>
                  <a:pt x="3063501" y="2493982"/>
                  <a:pt x="3049427" y="2549219"/>
                </a:cubicBezTo>
                <a:cubicBezTo>
                  <a:pt x="3047829" y="2558372"/>
                  <a:pt x="3046240" y="2561287"/>
                  <a:pt x="3044788" y="2569999"/>
                </a:cubicBezTo>
                <a:cubicBezTo>
                  <a:pt x="3209255" y="2723196"/>
                  <a:pt x="3300418" y="2775049"/>
                  <a:pt x="3488403" y="2967067"/>
                </a:cubicBezTo>
                <a:cubicBezTo>
                  <a:pt x="3676387" y="3159085"/>
                  <a:pt x="3804822" y="3277244"/>
                  <a:pt x="3968986" y="3397225"/>
                </a:cubicBezTo>
                <a:cubicBezTo>
                  <a:pt x="3857144" y="3343114"/>
                  <a:pt x="3726559" y="3221639"/>
                  <a:pt x="3589942" y="3159375"/>
                </a:cubicBezTo>
                <a:cubicBezTo>
                  <a:pt x="3453325" y="3097111"/>
                  <a:pt x="3362358" y="3018545"/>
                  <a:pt x="3210897" y="2921526"/>
                </a:cubicBezTo>
                <a:cubicBezTo>
                  <a:pt x="3059436" y="2824506"/>
                  <a:pt x="2962397" y="2759469"/>
                  <a:pt x="2719389" y="2613105"/>
                </a:cubicBezTo>
                <a:cubicBezTo>
                  <a:pt x="2718074" y="2616885"/>
                  <a:pt x="2714447" y="2622119"/>
                  <a:pt x="2712206" y="2626568"/>
                </a:cubicBezTo>
                <a:cubicBezTo>
                  <a:pt x="2703472" y="2647002"/>
                  <a:pt x="2688483" y="2674272"/>
                  <a:pt x="2676843" y="2691244"/>
                </a:cubicBezTo>
                <a:cubicBezTo>
                  <a:pt x="2675596" y="2693412"/>
                  <a:pt x="2674487" y="2694483"/>
                  <a:pt x="2673357" y="2694694"/>
                </a:cubicBezTo>
                <a:cubicBezTo>
                  <a:pt x="2673315" y="2694665"/>
                  <a:pt x="2673282" y="2694648"/>
                  <a:pt x="2673255" y="2694624"/>
                </a:cubicBezTo>
                <a:cubicBezTo>
                  <a:pt x="2669474" y="2712001"/>
                  <a:pt x="2669772" y="2734763"/>
                  <a:pt x="2671622" y="2752691"/>
                </a:cubicBezTo>
                <a:cubicBezTo>
                  <a:pt x="2675787" y="2795253"/>
                  <a:pt x="2657507" y="2846373"/>
                  <a:pt x="2617617" y="2858902"/>
                </a:cubicBezTo>
                <a:cubicBezTo>
                  <a:pt x="2507356" y="2887715"/>
                  <a:pt x="2353970" y="2792678"/>
                  <a:pt x="2249367" y="2752764"/>
                </a:cubicBezTo>
                <a:cubicBezTo>
                  <a:pt x="2221375" y="2739278"/>
                  <a:pt x="2149612" y="2722521"/>
                  <a:pt x="2125447" y="2706650"/>
                </a:cubicBezTo>
                <a:cubicBezTo>
                  <a:pt x="2030221" y="2909727"/>
                  <a:pt x="1956201" y="3027947"/>
                  <a:pt x="1926379" y="3141024"/>
                </a:cubicBezTo>
                <a:cubicBezTo>
                  <a:pt x="1896557" y="3254101"/>
                  <a:pt x="1824284" y="3375194"/>
                  <a:pt x="1733664" y="3561536"/>
                </a:cubicBezTo>
                <a:cubicBezTo>
                  <a:pt x="1643044" y="3747878"/>
                  <a:pt x="1556940" y="3958900"/>
                  <a:pt x="1490123" y="4092951"/>
                </a:cubicBezTo>
                <a:close/>
              </a:path>
            </a:pathLst>
          </a:custGeom>
          <a:solidFill>
            <a:srgbClr val="C9C9C9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977324640">
                  <a:custGeom>
                    <a:avLst/>
                    <a:gdLst>
                      <a:gd name="connsiteX0" fmla="*/ 1733306 w 4665444"/>
                      <a:gd name="connsiteY0" fmla="*/ 4760905 h 4760905"/>
                      <a:gd name="connsiteX1" fmla="*/ 2179170 w 4665444"/>
                      <a:gd name="connsiteY1" fmla="*/ 3016438 h 4760905"/>
                      <a:gd name="connsiteX2" fmla="*/ 2114785 w 4665444"/>
                      <a:gd name="connsiteY2" fmla="*/ 2972036 h 4760905"/>
                      <a:gd name="connsiteX3" fmla="*/ 2050636 w 4665444"/>
                      <a:gd name="connsiteY3" fmla="*/ 2917713 h 4760905"/>
                      <a:gd name="connsiteX4" fmla="*/ 1950181 w 4665444"/>
                      <a:gd name="connsiteY4" fmla="*/ 2769976 h 4760905"/>
                      <a:gd name="connsiteX5" fmla="*/ 1928297 w 4665444"/>
                      <a:gd name="connsiteY5" fmla="*/ 2649053 h 4760905"/>
                      <a:gd name="connsiteX6" fmla="*/ 1916941 w 4665444"/>
                      <a:gd name="connsiteY6" fmla="*/ 2548945 h 4760905"/>
                      <a:gd name="connsiteX7" fmla="*/ 0 w 4665444"/>
                      <a:gd name="connsiteY7" fmla="*/ 2318657 h 4760905"/>
                      <a:gd name="connsiteX8" fmla="*/ 1928165 w 4665444"/>
                      <a:gd name="connsiteY8" fmla="*/ 2221911 h 4760905"/>
                      <a:gd name="connsiteX9" fmla="*/ 1929308 w 4665444"/>
                      <a:gd name="connsiteY9" fmla="*/ 2216805 h 4760905"/>
                      <a:gd name="connsiteX10" fmla="*/ 1955645 w 4665444"/>
                      <a:gd name="connsiteY10" fmla="*/ 2155857 h 4760905"/>
                      <a:gd name="connsiteX11" fmla="*/ 1985167 w 4665444"/>
                      <a:gd name="connsiteY11" fmla="*/ 2099202 h 4760905"/>
                      <a:gd name="connsiteX12" fmla="*/ 1963043 w 4665444"/>
                      <a:gd name="connsiteY12" fmla="*/ 2084522 h 4760905"/>
                      <a:gd name="connsiteX13" fmla="*/ 1726343 w 4665444"/>
                      <a:gd name="connsiteY13" fmla="*/ 1953605 h 4760905"/>
                      <a:gd name="connsiteX14" fmla="*/ 1713254 w 4665444"/>
                      <a:gd name="connsiteY14" fmla="*/ 1781707 h 4760905"/>
                      <a:gd name="connsiteX15" fmla="*/ 1975019 w 4665444"/>
                      <a:gd name="connsiteY15" fmla="*/ 1768484 h 4760905"/>
                      <a:gd name="connsiteX16" fmla="*/ 2092812 w 4665444"/>
                      <a:gd name="connsiteY16" fmla="*/ 1742038 h 4760905"/>
                      <a:gd name="connsiteX17" fmla="*/ 2105901 w 4665444"/>
                      <a:gd name="connsiteY17" fmla="*/ 1675924 h 4760905"/>
                      <a:gd name="connsiteX18" fmla="*/ 2079724 w 4665444"/>
                      <a:gd name="connsiteY18" fmla="*/ 1371796 h 4760905"/>
                      <a:gd name="connsiteX19" fmla="*/ 2108306 w 4665444"/>
                      <a:gd name="connsiteY19" fmla="*/ 1355067 h 4760905"/>
                      <a:gd name="connsiteX20" fmla="*/ 1812161 w 4665444"/>
                      <a:gd name="connsiteY20" fmla="*/ 0 h 4760905"/>
                      <a:gd name="connsiteX21" fmla="*/ 2362171 w 4665444"/>
                      <a:gd name="connsiteY21" fmla="*/ 1335069 h 4760905"/>
                      <a:gd name="connsiteX22" fmla="*/ 2409081 w 4665444"/>
                      <a:gd name="connsiteY22" fmla="*/ 1340205 h 4760905"/>
                      <a:gd name="connsiteX23" fmla="*/ 2524724 w 4665444"/>
                      <a:gd name="connsiteY23" fmla="*/ 1345351 h 4760905"/>
                      <a:gd name="connsiteX24" fmla="*/ 2629521 w 4665444"/>
                      <a:gd name="connsiteY24" fmla="*/ 1347056 h 4760905"/>
                      <a:gd name="connsiteX25" fmla="*/ 2656465 w 4665444"/>
                      <a:gd name="connsiteY25" fmla="*/ 1322684 h 4760905"/>
                      <a:gd name="connsiteX26" fmla="*/ 2664091 w 4665444"/>
                      <a:gd name="connsiteY26" fmla="*/ 1343436 h 4760905"/>
                      <a:gd name="connsiteX27" fmla="*/ 2663583 w 4665444"/>
                      <a:gd name="connsiteY27" fmla="*/ 1347610 h 4760905"/>
                      <a:gd name="connsiteX28" fmla="*/ 2690575 w 4665444"/>
                      <a:gd name="connsiteY28" fmla="*/ 1348049 h 4760905"/>
                      <a:gd name="connsiteX29" fmla="*/ 3152958 w 4665444"/>
                      <a:gd name="connsiteY29" fmla="*/ 1424689 h 4760905"/>
                      <a:gd name="connsiteX30" fmla="*/ 3296929 w 4665444"/>
                      <a:gd name="connsiteY30" fmla="*/ 1530472 h 4760905"/>
                      <a:gd name="connsiteX31" fmla="*/ 3389764 w 4665444"/>
                      <a:gd name="connsiteY31" fmla="*/ 1706243 h 4760905"/>
                      <a:gd name="connsiteX32" fmla="*/ 4665444 w 4665444"/>
                      <a:gd name="connsiteY32" fmla="*/ 1009239 h 4760905"/>
                      <a:gd name="connsiteX33" fmla="*/ 3485595 w 4665444"/>
                      <a:gd name="connsiteY33" fmla="*/ 1954934 h 4760905"/>
                      <a:gd name="connsiteX34" fmla="*/ 3493253 w 4665444"/>
                      <a:gd name="connsiteY34" fmla="*/ 1980051 h 4760905"/>
                      <a:gd name="connsiteX35" fmla="*/ 3480164 w 4665444"/>
                      <a:gd name="connsiteY35" fmla="*/ 2244509 h 4760905"/>
                      <a:gd name="connsiteX36" fmla="*/ 3391776 w 4665444"/>
                      <a:gd name="connsiteY36" fmla="*/ 2525799 h 4760905"/>
                      <a:gd name="connsiteX37" fmla="*/ 3351757 w 4665444"/>
                      <a:gd name="connsiteY37" fmla="*/ 2638909 h 4760905"/>
                      <a:gd name="connsiteX38" fmla="*/ 3382178 w 4665444"/>
                      <a:gd name="connsiteY38" fmla="*/ 2679654 h 4760905"/>
                      <a:gd name="connsiteX39" fmla="*/ 3571971 w 4665444"/>
                      <a:gd name="connsiteY39" fmla="*/ 2894799 h 4760905"/>
                      <a:gd name="connsiteX40" fmla="*/ 3547083 w 4665444"/>
                      <a:gd name="connsiteY40" fmla="*/ 2965242 h 4760905"/>
                      <a:gd name="connsiteX41" fmla="*/ 3541687 w 4665444"/>
                      <a:gd name="connsiteY41" fmla="*/ 2989414 h 4760905"/>
                      <a:gd name="connsiteX42" fmla="*/ 4616710 w 4665444"/>
                      <a:gd name="connsiteY42" fmla="*/ 3951640 h 4760905"/>
                      <a:gd name="connsiteX43" fmla="*/ 3163184 w 4665444"/>
                      <a:gd name="connsiteY43" fmla="*/ 3039554 h 4760905"/>
                      <a:gd name="connsiteX44" fmla="*/ 3154828 w 4665444"/>
                      <a:gd name="connsiteY44" fmla="*/ 3055215 h 4760905"/>
                      <a:gd name="connsiteX45" fmla="*/ 3113694 w 4665444"/>
                      <a:gd name="connsiteY45" fmla="*/ 3130445 h 4760905"/>
                      <a:gd name="connsiteX46" fmla="*/ 3109639 w 4665444"/>
                      <a:gd name="connsiteY46" fmla="*/ 3134458 h 4760905"/>
                      <a:gd name="connsiteX47" fmla="*/ 3109521 w 4665444"/>
                      <a:gd name="connsiteY47" fmla="*/ 3134377 h 4760905"/>
                      <a:gd name="connsiteX48" fmla="*/ 3107621 w 4665444"/>
                      <a:gd name="connsiteY48" fmla="*/ 3201920 h 4760905"/>
                      <a:gd name="connsiteX49" fmla="*/ 3044803 w 4665444"/>
                      <a:gd name="connsiteY49" fmla="*/ 3325465 h 4760905"/>
                      <a:gd name="connsiteX50" fmla="*/ 2616456 w 4665444"/>
                      <a:gd name="connsiteY50" fmla="*/ 3202005 h 4760905"/>
                      <a:gd name="connsiteX51" fmla="*/ 2472312 w 4665444"/>
                      <a:gd name="connsiteY51" fmla="*/ 3148366 h 4760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</a:cxnLst>
                    <a:rect l="l" t="t" r="r" b="b"/>
                    <a:pathLst>
                      <a:path w="4665444" h="4760905">
                        <a:moveTo>
                          <a:pt x="1733306" y="4760905"/>
                        </a:moveTo>
                        <a:lnTo>
                          <a:pt x="2179170" y="3016438"/>
                        </a:lnTo>
                        <a:lnTo>
                          <a:pt x="2114785" y="2972036"/>
                        </a:lnTo>
                        <a:cubicBezTo>
                          <a:pt x="2093195" y="2955562"/>
                          <a:pt x="2071827" y="2937559"/>
                          <a:pt x="2050636" y="2917713"/>
                        </a:cubicBezTo>
                        <a:cubicBezTo>
                          <a:pt x="2007254" y="2877085"/>
                          <a:pt x="1962629" y="2828447"/>
                          <a:pt x="1950181" y="2769976"/>
                        </a:cubicBezTo>
                        <a:cubicBezTo>
                          <a:pt x="1941678" y="2730037"/>
                          <a:pt x="1934322" y="2689676"/>
                          <a:pt x="1928297" y="2649053"/>
                        </a:cubicBezTo>
                        <a:lnTo>
                          <a:pt x="1916941" y="2548945"/>
                        </a:lnTo>
                        <a:lnTo>
                          <a:pt x="0" y="2318657"/>
                        </a:lnTo>
                        <a:lnTo>
                          <a:pt x="1928165" y="2221911"/>
                        </a:lnTo>
                        <a:lnTo>
                          <a:pt x="1929308" y="2216805"/>
                        </a:lnTo>
                        <a:cubicBezTo>
                          <a:pt x="1936482" y="2196101"/>
                          <a:pt x="1945662" y="2175882"/>
                          <a:pt x="1955645" y="2155857"/>
                        </a:cubicBezTo>
                        <a:lnTo>
                          <a:pt x="1985167" y="2099202"/>
                        </a:lnTo>
                        <a:lnTo>
                          <a:pt x="1963043" y="2084522"/>
                        </a:lnTo>
                        <a:cubicBezTo>
                          <a:pt x="1910944" y="2052855"/>
                          <a:pt x="1847889" y="2019727"/>
                          <a:pt x="1726343" y="1953605"/>
                        </a:cubicBezTo>
                        <a:cubicBezTo>
                          <a:pt x="1724161" y="1924955"/>
                          <a:pt x="1740094" y="1957961"/>
                          <a:pt x="1713254" y="1781707"/>
                        </a:cubicBezTo>
                        <a:cubicBezTo>
                          <a:pt x="1800509" y="1777299"/>
                          <a:pt x="1888119" y="1777566"/>
                          <a:pt x="1975019" y="1768484"/>
                        </a:cubicBezTo>
                        <a:cubicBezTo>
                          <a:pt x="2015028" y="1764303"/>
                          <a:pt x="2059861" y="1765342"/>
                          <a:pt x="2092812" y="1742038"/>
                        </a:cubicBezTo>
                        <a:cubicBezTo>
                          <a:pt x="2111037" y="1729150"/>
                          <a:pt x="2106695" y="1698384"/>
                          <a:pt x="2105901" y="1675924"/>
                        </a:cubicBezTo>
                        <a:cubicBezTo>
                          <a:pt x="2102306" y="1574230"/>
                          <a:pt x="2000353" y="1434444"/>
                          <a:pt x="2079724" y="1371796"/>
                        </a:cubicBezTo>
                        <a:lnTo>
                          <a:pt x="2108306" y="1355067"/>
                        </a:lnTo>
                        <a:lnTo>
                          <a:pt x="1812161" y="0"/>
                        </a:lnTo>
                        <a:lnTo>
                          <a:pt x="2362171" y="1335069"/>
                        </a:lnTo>
                        <a:lnTo>
                          <a:pt x="2409081" y="1340205"/>
                        </a:lnTo>
                        <a:cubicBezTo>
                          <a:pt x="2448605" y="1344533"/>
                          <a:pt x="2487641" y="1347555"/>
                          <a:pt x="2524724" y="1345351"/>
                        </a:cubicBezTo>
                        <a:lnTo>
                          <a:pt x="2629521" y="1347056"/>
                        </a:lnTo>
                        <a:lnTo>
                          <a:pt x="2656465" y="1322684"/>
                        </a:lnTo>
                        <a:cubicBezTo>
                          <a:pt x="2665318" y="1314823"/>
                          <a:pt x="2665756" y="1326667"/>
                          <a:pt x="2664091" y="1343436"/>
                        </a:cubicBezTo>
                        <a:lnTo>
                          <a:pt x="2663583" y="1347610"/>
                        </a:lnTo>
                        <a:lnTo>
                          <a:pt x="2690575" y="1348049"/>
                        </a:lnTo>
                        <a:cubicBezTo>
                          <a:pt x="2849935" y="1349664"/>
                          <a:pt x="2993382" y="1354827"/>
                          <a:pt x="3152958" y="1424689"/>
                        </a:cubicBezTo>
                        <a:cubicBezTo>
                          <a:pt x="3207406" y="1448525"/>
                          <a:pt x="3265696" y="1479498"/>
                          <a:pt x="3296929" y="1530472"/>
                        </a:cubicBezTo>
                        <a:lnTo>
                          <a:pt x="3389764" y="1706243"/>
                        </a:lnTo>
                        <a:lnTo>
                          <a:pt x="4665444" y="1009239"/>
                        </a:lnTo>
                        <a:lnTo>
                          <a:pt x="3485595" y="1954934"/>
                        </a:lnTo>
                        <a:lnTo>
                          <a:pt x="3493253" y="1980051"/>
                        </a:lnTo>
                        <a:cubicBezTo>
                          <a:pt x="3515178" y="2065489"/>
                          <a:pt x="3484527" y="2156356"/>
                          <a:pt x="3480164" y="2244509"/>
                        </a:cubicBezTo>
                        <a:cubicBezTo>
                          <a:pt x="3444792" y="2357672"/>
                          <a:pt x="3418414" y="2445583"/>
                          <a:pt x="3391776" y="2525799"/>
                        </a:cubicBezTo>
                        <a:lnTo>
                          <a:pt x="3351757" y="2638909"/>
                        </a:lnTo>
                        <a:lnTo>
                          <a:pt x="3382178" y="2679654"/>
                        </a:lnTo>
                        <a:cubicBezTo>
                          <a:pt x="3422597" y="2730588"/>
                          <a:pt x="3471019" y="2782578"/>
                          <a:pt x="3571971" y="2894799"/>
                        </a:cubicBezTo>
                        <a:cubicBezTo>
                          <a:pt x="3566348" y="2915602"/>
                          <a:pt x="3562685" y="2900311"/>
                          <a:pt x="3547083" y="2965242"/>
                        </a:cubicBezTo>
                        <a:lnTo>
                          <a:pt x="3541687" y="2989414"/>
                        </a:lnTo>
                        <a:lnTo>
                          <a:pt x="4616710" y="3951640"/>
                        </a:lnTo>
                        <a:lnTo>
                          <a:pt x="3163184" y="3039554"/>
                        </a:lnTo>
                        <a:lnTo>
                          <a:pt x="3154828" y="3055215"/>
                        </a:lnTo>
                        <a:cubicBezTo>
                          <a:pt x="3141892" y="3079148"/>
                          <a:pt x="3128205" y="3104178"/>
                          <a:pt x="3113694" y="3130445"/>
                        </a:cubicBezTo>
                        <a:cubicBezTo>
                          <a:pt x="3112262" y="3133035"/>
                          <a:pt x="3110917" y="3134290"/>
                          <a:pt x="3109639" y="3134458"/>
                        </a:cubicBezTo>
                        <a:lnTo>
                          <a:pt x="3109521" y="3134377"/>
                        </a:lnTo>
                        <a:lnTo>
                          <a:pt x="3107621" y="3201920"/>
                        </a:lnTo>
                        <a:cubicBezTo>
                          <a:pt x="3104216" y="3259574"/>
                          <a:pt x="3092662" y="3309168"/>
                          <a:pt x="3044803" y="3325465"/>
                        </a:cubicBezTo>
                        <a:cubicBezTo>
                          <a:pt x="2903594" y="3373548"/>
                          <a:pt x="2759238" y="3243158"/>
                          <a:pt x="2616456" y="3202005"/>
                        </a:cubicBezTo>
                        <a:lnTo>
                          <a:pt x="2472312" y="3148366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 dirty="0"/>
          </a:p>
        </p:txBody>
      </p:sp>
      <p:sp>
        <p:nvSpPr>
          <p:cNvPr id="43" name="Rectángulo 42">
            <a:hlinkClick r:id="rId4" action="ppaction://hlinksldjump">
              <a:snd r:embed="rId5" name="coin.wav"/>
            </a:hlinkClick>
            <a:hlinkHover r:id="rId4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01C7C384-2969-41DC-BE25-043039877367}"/>
              </a:ext>
            </a:extLst>
          </p:cNvPr>
          <p:cNvSpPr/>
          <p:nvPr/>
        </p:nvSpPr>
        <p:spPr>
          <a:xfrm rot="5400000">
            <a:off x="1083329" y="3395673"/>
            <a:ext cx="497358" cy="1244963"/>
          </a:xfrm>
          <a:custGeom>
            <a:avLst/>
            <a:gdLst>
              <a:gd name="connsiteX0" fmla="*/ 0 w 497358"/>
              <a:gd name="connsiteY0" fmla="*/ 0 h 1244963"/>
              <a:gd name="connsiteX1" fmla="*/ 497358 w 497358"/>
              <a:gd name="connsiteY1" fmla="*/ 0 h 1244963"/>
              <a:gd name="connsiteX2" fmla="*/ 497358 w 497358"/>
              <a:gd name="connsiteY2" fmla="*/ 634931 h 1244963"/>
              <a:gd name="connsiteX3" fmla="*/ 497358 w 497358"/>
              <a:gd name="connsiteY3" fmla="*/ 1244963 h 1244963"/>
              <a:gd name="connsiteX4" fmla="*/ 0 w 497358"/>
              <a:gd name="connsiteY4" fmla="*/ 1244963 h 1244963"/>
              <a:gd name="connsiteX5" fmla="*/ 0 w 497358"/>
              <a:gd name="connsiteY5" fmla="*/ 597582 h 1244963"/>
              <a:gd name="connsiteX6" fmla="*/ 0 w 497358"/>
              <a:gd name="connsiteY6" fmla="*/ 0 h 1244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358" h="1244963" fill="none" extrusionOk="0">
                <a:moveTo>
                  <a:pt x="0" y="0"/>
                </a:moveTo>
                <a:cubicBezTo>
                  <a:pt x="119616" y="-2176"/>
                  <a:pt x="394811" y="17785"/>
                  <a:pt x="497358" y="0"/>
                </a:cubicBezTo>
                <a:cubicBezTo>
                  <a:pt x="484118" y="231552"/>
                  <a:pt x="513526" y="402606"/>
                  <a:pt x="497358" y="634931"/>
                </a:cubicBezTo>
                <a:cubicBezTo>
                  <a:pt x="481190" y="867256"/>
                  <a:pt x="523822" y="1028408"/>
                  <a:pt x="497358" y="1244963"/>
                </a:cubicBezTo>
                <a:cubicBezTo>
                  <a:pt x="332955" y="1243311"/>
                  <a:pt x="127492" y="1223317"/>
                  <a:pt x="0" y="1244963"/>
                </a:cubicBezTo>
                <a:cubicBezTo>
                  <a:pt x="1084" y="1013133"/>
                  <a:pt x="951" y="869932"/>
                  <a:pt x="0" y="597582"/>
                </a:cubicBezTo>
                <a:cubicBezTo>
                  <a:pt x="-951" y="325232"/>
                  <a:pt x="-19291" y="166491"/>
                  <a:pt x="0" y="0"/>
                </a:cubicBezTo>
                <a:close/>
              </a:path>
              <a:path w="497358" h="1244963" stroke="0" extrusionOk="0">
                <a:moveTo>
                  <a:pt x="0" y="0"/>
                </a:moveTo>
                <a:cubicBezTo>
                  <a:pt x="130514" y="17983"/>
                  <a:pt x="344856" y="18986"/>
                  <a:pt x="497358" y="0"/>
                </a:cubicBezTo>
                <a:cubicBezTo>
                  <a:pt x="521672" y="141665"/>
                  <a:pt x="516078" y="340936"/>
                  <a:pt x="497358" y="610032"/>
                </a:cubicBezTo>
                <a:cubicBezTo>
                  <a:pt x="478638" y="879128"/>
                  <a:pt x="489372" y="1033246"/>
                  <a:pt x="497358" y="1244963"/>
                </a:cubicBezTo>
                <a:cubicBezTo>
                  <a:pt x="395043" y="1224009"/>
                  <a:pt x="235057" y="1244066"/>
                  <a:pt x="0" y="1244963"/>
                </a:cubicBezTo>
                <a:cubicBezTo>
                  <a:pt x="28644" y="1086864"/>
                  <a:pt x="-5008" y="786349"/>
                  <a:pt x="0" y="647381"/>
                </a:cubicBezTo>
                <a:cubicBezTo>
                  <a:pt x="5008" y="508413"/>
                  <a:pt x="-5191" y="194187"/>
                  <a:pt x="0" y="0"/>
                </a:cubicBezTo>
                <a:close/>
              </a:path>
            </a:pathLst>
          </a:custGeom>
          <a:solidFill>
            <a:srgbClr val="FF0000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55068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59" name="Forma libre: forma 58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7EE22AAE-D492-4B92-B911-56A8DB95CF89}"/>
              </a:ext>
            </a:extLst>
          </p:cNvPr>
          <p:cNvSpPr/>
          <p:nvPr/>
        </p:nvSpPr>
        <p:spPr>
          <a:xfrm>
            <a:off x="-553868" y="-1579121"/>
            <a:ext cx="15731938" cy="9576980"/>
          </a:xfrm>
          <a:custGeom>
            <a:avLst/>
            <a:gdLst>
              <a:gd name="connsiteX0" fmla="*/ 6705247 w 15731938"/>
              <a:gd name="connsiteY0" fmla="*/ 1623998 h 9576980"/>
              <a:gd name="connsiteX1" fmla="*/ 6557658 w 15731938"/>
              <a:gd name="connsiteY1" fmla="*/ 1634319 h 9576980"/>
              <a:gd name="connsiteX2" fmla="*/ 6466283 w 15731938"/>
              <a:gd name="connsiteY2" fmla="*/ 1643170 h 9576980"/>
              <a:gd name="connsiteX3" fmla="*/ 6378659 w 15731938"/>
              <a:gd name="connsiteY3" fmla="*/ 1653187 h 9576980"/>
              <a:gd name="connsiteX4" fmla="*/ 6283502 w 15731938"/>
              <a:gd name="connsiteY4" fmla="*/ 1654586 h 9576980"/>
              <a:gd name="connsiteX5" fmla="*/ 6184564 w 15731938"/>
              <a:gd name="connsiteY5" fmla="*/ 1658496 h 9576980"/>
              <a:gd name="connsiteX6" fmla="*/ 5622469 w 15731938"/>
              <a:gd name="connsiteY6" fmla="*/ 1634319 h 9576980"/>
              <a:gd name="connsiteX7" fmla="*/ 5532121 w 15731938"/>
              <a:gd name="connsiteY7" fmla="*/ 1627185 h 9576980"/>
              <a:gd name="connsiteX8" fmla="*/ 5479918 w 15731938"/>
              <a:gd name="connsiteY8" fmla="*/ 1628537 h 9576980"/>
              <a:gd name="connsiteX9" fmla="*/ 5385183 w 15731938"/>
              <a:gd name="connsiteY9" fmla="*/ 1634319 h 9576980"/>
              <a:gd name="connsiteX10" fmla="*/ 5217581 w 15731938"/>
              <a:gd name="connsiteY10" fmla="*/ 1629407 h 9576980"/>
              <a:gd name="connsiteX11" fmla="*/ 5161856 w 15731938"/>
              <a:gd name="connsiteY11" fmla="*/ 1634319 h 9576980"/>
              <a:gd name="connsiteX12" fmla="*/ 5030574 w 15731938"/>
              <a:gd name="connsiteY12" fmla="*/ 1635069 h 9576980"/>
              <a:gd name="connsiteX13" fmla="*/ 4905080 w 15731938"/>
              <a:gd name="connsiteY13" fmla="*/ 1642510 h 9576980"/>
              <a:gd name="connsiteX14" fmla="*/ 4433651 w 15731938"/>
              <a:gd name="connsiteY14" fmla="*/ 1649107 h 9576980"/>
              <a:gd name="connsiteX15" fmla="*/ 4366197 w 15731938"/>
              <a:gd name="connsiteY15" fmla="*/ 1644288 h 9576980"/>
              <a:gd name="connsiteX16" fmla="*/ 4294210 w 15731938"/>
              <a:gd name="connsiteY16" fmla="*/ 1645360 h 9576980"/>
              <a:gd name="connsiteX17" fmla="*/ 4003339 w 15731938"/>
              <a:gd name="connsiteY17" fmla="*/ 1634319 h 9576980"/>
              <a:gd name="connsiteX18" fmla="*/ 3954362 w 15731938"/>
              <a:gd name="connsiteY18" fmla="*/ 1633155 h 9576980"/>
              <a:gd name="connsiteX19" fmla="*/ 3884696 w 15731938"/>
              <a:gd name="connsiteY19" fmla="*/ 1634319 h 9576980"/>
              <a:gd name="connsiteX20" fmla="*/ 3365888 w 15731938"/>
              <a:gd name="connsiteY20" fmla="*/ 1640250 h 9576980"/>
              <a:gd name="connsiteX21" fmla="*/ 3275102 w 15731938"/>
              <a:gd name="connsiteY21" fmla="*/ 1637244 h 9576980"/>
              <a:gd name="connsiteX22" fmla="*/ 3248201 w 15731938"/>
              <a:gd name="connsiteY22" fmla="*/ 1638546 h 9576980"/>
              <a:gd name="connsiteX23" fmla="*/ 3082111 w 15731938"/>
              <a:gd name="connsiteY23" fmla="*/ 1634319 h 9576980"/>
              <a:gd name="connsiteX24" fmla="*/ 2981065 w 15731938"/>
              <a:gd name="connsiteY24" fmla="*/ 1630934 h 9576980"/>
              <a:gd name="connsiteX25" fmla="*/ 2772036 w 15731938"/>
              <a:gd name="connsiteY25" fmla="*/ 1636635 h 9576980"/>
              <a:gd name="connsiteX26" fmla="*/ 2370251 w 15731938"/>
              <a:gd name="connsiteY26" fmla="*/ 1634319 h 9576980"/>
              <a:gd name="connsiteX27" fmla="*/ 2325404 w 15731938"/>
              <a:gd name="connsiteY27" fmla="*/ 1630817 h 9576980"/>
              <a:gd name="connsiteX28" fmla="*/ 2265566 w 15731938"/>
              <a:gd name="connsiteY28" fmla="*/ 1634319 h 9576980"/>
              <a:gd name="connsiteX29" fmla="*/ 2067873 w 15731938"/>
              <a:gd name="connsiteY29" fmla="*/ 1642418 h 9576980"/>
              <a:gd name="connsiteX30" fmla="*/ 1941696 w 15731938"/>
              <a:gd name="connsiteY30" fmla="*/ 1635335 h 9576980"/>
              <a:gd name="connsiteX31" fmla="*/ 1823922 w 15731938"/>
              <a:gd name="connsiteY31" fmla="*/ 1636717 h 9576980"/>
              <a:gd name="connsiteX32" fmla="*/ 865381 w 15731938"/>
              <a:gd name="connsiteY32" fmla="*/ 1636639 h 9576980"/>
              <a:gd name="connsiteX33" fmla="*/ 835832 w 15731938"/>
              <a:gd name="connsiteY33" fmla="*/ 1636434 h 9576980"/>
              <a:gd name="connsiteX34" fmla="*/ 839826 w 15731938"/>
              <a:gd name="connsiteY34" fmla="*/ 1700352 h 9576980"/>
              <a:gd name="connsiteX35" fmla="*/ 841074 w 15731938"/>
              <a:gd name="connsiteY35" fmla="*/ 1789301 h 9576980"/>
              <a:gd name="connsiteX36" fmla="*/ 839704 w 15731938"/>
              <a:gd name="connsiteY36" fmla="*/ 1828944 h 9576980"/>
              <a:gd name="connsiteX37" fmla="*/ 839066 w 15731938"/>
              <a:gd name="connsiteY37" fmla="*/ 2000679 h 9576980"/>
              <a:gd name="connsiteX38" fmla="*/ 834281 w 15731938"/>
              <a:gd name="connsiteY38" fmla="*/ 2310926 h 9576980"/>
              <a:gd name="connsiteX39" fmla="*/ 834069 w 15731938"/>
              <a:gd name="connsiteY39" fmla="*/ 2357193 h 9576980"/>
              <a:gd name="connsiteX40" fmla="*/ 836995 w 15731938"/>
              <a:gd name="connsiteY40" fmla="*/ 2409040 h 9576980"/>
              <a:gd name="connsiteX41" fmla="*/ 839808 w 15731938"/>
              <a:gd name="connsiteY41" fmla="*/ 2650773 h 9576980"/>
              <a:gd name="connsiteX42" fmla="*/ 839418 w 15731938"/>
              <a:gd name="connsiteY42" fmla="*/ 2657914 h 9576980"/>
              <a:gd name="connsiteX43" fmla="*/ 840944 w 15731938"/>
              <a:gd name="connsiteY43" fmla="*/ 2691520 h 9576980"/>
              <a:gd name="connsiteX44" fmla="*/ 833754 w 15731938"/>
              <a:gd name="connsiteY44" fmla="*/ 3100075 h 9576980"/>
              <a:gd name="connsiteX45" fmla="*/ 829621 w 15731938"/>
              <a:gd name="connsiteY45" fmla="*/ 3154867 h 9576980"/>
              <a:gd name="connsiteX46" fmla="*/ 829087 w 15731938"/>
              <a:gd name="connsiteY46" fmla="*/ 3173131 h 9576980"/>
              <a:gd name="connsiteX47" fmla="*/ 833754 w 15731938"/>
              <a:gd name="connsiteY47" fmla="*/ 3403503 h 9576980"/>
              <a:gd name="connsiteX48" fmla="*/ 833204 w 15731938"/>
              <a:gd name="connsiteY48" fmla="*/ 3656862 h 9576980"/>
              <a:gd name="connsiteX49" fmla="*/ 831923 w 15731938"/>
              <a:gd name="connsiteY49" fmla="*/ 3689200 h 9576980"/>
              <a:gd name="connsiteX50" fmla="*/ 831859 w 15731938"/>
              <a:gd name="connsiteY50" fmla="*/ 3694011 h 9576980"/>
              <a:gd name="connsiteX51" fmla="*/ 837970 w 15731938"/>
              <a:gd name="connsiteY51" fmla="*/ 4117206 h 9576980"/>
              <a:gd name="connsiteX52" fmla="*/ 835852 w 15731938"/>
              <a:gd name="connsiteY52" fmla="*/ 4171946 h 9576980"/>
              <a:gd name="connsiteX53" fmla="*/ 847291 w 15731938"/>
              <a:gd name="connsiteY53" fmla="*/ 4280969 h 9576980"/>
              <a:gd name="connsiteX54" fmla="*/ 833754 w 15731938"/>
              <a:gd name="connsiteY54" fmla="*/ 4677899 h 9576980"/>
              <a:gd name="connsiteX55" fmla="*/ 837477 w 15731938"/>
              <a:gd name="connsiteY55" fmla="*/ 5022324 h 9576980"/>
              <a:gd name="connsiteX56" fmla="*/ 837452 w 15731938"/>
              <a:gd name="connsiteY56" fmla="*/ 5023034 h 9576980"/>
              <a:gd name="connsiteX57" fmla="*/ 840141 w 15731938"/>
              <a:gd name="connsiteY57" fmla="*/ 5058264 h 9576980"/>
              <a:gd name="connsiteX58" fmla="*/ 840962 w 15731938"/>
              <a:gd name="connsiteY58" fmla="*/ 5167778 h 9576980"/>
              <a:gd name="connsiteX59" fmla="*/ 840651 w 15731938"/>
              <a:gd name="connsiteY59" fmla="*/ 5173704 h 9576980"/>
              <a:gd name="connsiteX60" fmla="*/ 845520 w 15731938"/>
              <a:gd name="connsiteY60" fmla="*/ 5173442 h 9576980"/>
              <a:gd name="connsiteX61" fmla="*/ 845462 w 15731938"/>
              <a:gd name="connsiteY61" fmla="*/ 5174032 h 9576980"/>
              <a:gd name="connsiteX62" fmla="*/ 851711 w 15731938"/>
              <a:gd name="connsiteY62" fmla="*/ 5597182 h 9576980"/>
              <a:gd name="connsiteX63" fmla="*/ 851068 w 15731938"/>
              <a:gd name="connsiteY63" fmla="*/ 5668265 h 9576980"/>
              <a:gd name="connsiteX64" fmla="*/ 850798 w 15731938"/>
              <a:gd name="connsiteY64" fmla="*/ 5699906 h 9576980"/>
              <a:gd name="connsiteX65" fmla="*/ 863600 w 15731938"/>
              <a:gd name="connsiteY65" fmla="*/ 5698666 h 9576980"/>
              <a:gd name="connsiteX66" fmla="*/ 1297425 w 15731938"/>
              <a:gd name="connsiteY66" fmla="*/ 5711762 h 9576980"/>
              <a:gd name="connsiteX67" fmla="*/ 1929726 w 15731938"/>
              <a:gd name="connsiteY67" fmla="*/ 5711762 h 9576980"/>
              <a:gd name="connsiteX68" fmla="*/ 1971631 w 15731938"/>
              <a:gd name="connsiteY68" fmla="*/ 5711149 h 9576980"/>
              <a:gd name="connsiteX69" fmla="*/ 2148413 w 15731938"/>
              <a:gd name="connsiteY69" fmla="*/ 5700631 h 9576980"/>
              <a:gd name="connsiteX70" fmla="*/ 2498796 w 15731938"/>
              <a:gd name="connsiteY70" fmla="*/ 5711762 h 9576980"/>
              <a:gd name="connsiteX71" fmla="*/ 2520726 w 15731938"/>
              <a:gd name="connsiteY71" fmla="*/ 5711927 h 9576980"/>
              <a:gd name="connsiteX72" fmla="*/ 2530411 w 15731938"/>
              <a:gd name="connsiteY72" fmla="*/ 5711762 h 9576980"/>
              <a:gd name="connsiteX73" fmla="*/ 2715033 w 15731938"/>
              <a:gd name="connsiteY73" fmla="*/ 5709472 h 9576980"/>
              <a:gd name="connsiteX74" fmla="*/ 2820176 w 15731938"/>
              <a:gd name="connsiteY74" fmla="*/ 5711788 h 9576980"/>
              <a:gd name="connsiteX75" fmla="*/ 2819778 w 15731938"/>
              <a:gd name="connsiteY75" fmla="*/ 5643386 h 9576980"/>
              <a:gd name="connsiteX76" fmla="*/ 2816512 w 15731938"/>
              <a:gd name="connsiteY76" fmla="*/ 5603326 h 9576980"/>
              <a:gd name="connsiteX77" fmla="*/ 2822919 w 15731938"/>
              <a:gd name="connsiteY77" fmla="*/ 5500507 h 9576980"/>
              <a:gd name="connsiteX78" fmla="*/ 2819624 w 15731938"/>
              <a:gd name="connsiteY78" fmla="*/ 5372809 h 9576980"/>
              <a:gd name="connsiteX79" fmla="*/ 2815486 w 15731938"/>
              <a:gd name="connsiteY79" fmla="*/ 5264357 h 9576980"/>
              <a:gd name="connsiteX80" fmla="*/ 2816386 w 15731938"/>
              <a:gd name="connsiteY80" fmla="*/ 5231757 h 9576980"/>
              <a:gd name="connsiteX81" fmla="*/ 2817008 w 15731938"/>
              <a:gd name="connsiteY81" fmla="*/ 5173972 h 9576980"/>
              <a:gd name="connsiteX82" fmla="*/ 2849486 w 15731938"/>
              <a:gd name="connsiteY82" fmla="*/ 5173575 h 9576980"/>
              <a:gd name="connsiteX83" fmla="*/ 2850555 w 15731938"/>
              <a:gd name="connsiteY83" fmla="*/ 5123394 h 9576980"/>
              <a:gd name="connsiteX84" fmla="*/ 2851747 w 15731938"/>
              <a:gd name="connsiteY84" fmla="*/ 4842055 h 9576980"/>
              <a:gd name="connsiteX85" fmla="*/ 2838211 w 15731938"/>
              <a:gd name="connsiteY85" fmla="*/ 4278839 h 9576980"/>
              <a:gd name="connsiteX86" fmla="*/ 2845674 w 15731938"/>
              <a:gd name="connsiteY86" fmla="*/ 4203097 h 9576980"/>
              <a:gd name="connsiteX87" fmla="*/ 2826377 w 15731938"/>
              <a:gd name="connsiteY87" fmla="*/ 4202505 h 9576980"/>
              <a:gd name="connsiteX88" fmla="*/ 2826377 w 15731938"/>
              <a:gd name="connsiteY88" fmla="*/ 3523277 h 9576980"/>
              <a:gd name="connsiteX89" fmla="*/ 2823591 w 15731938"/>
              <a:gd name="connsiteY89" fmla="*/ 3433329 h 9576980"/>
              <a:gd name="connsiteX90" fmla="*/ 2781066 w 15731938"/>
              <a:gd name="connsiteY90" fmla="*/ 3433315 h 9576980"/>
              <a:gd name="connsiteX91" fmla="*/ 2664643 w 15731938"/>
              <a:gd name="connsiteY91" fmla="*/ 3434346 h 9576980"/>
              <a:gd name="connsiteX92" fmla="*/ 2519357 w 15731938"/>
              <a:gd name="connsiteY92" fmla="*/ 3436630 h 9576980"/>
              <a:gd name="connsiteX93" fmla="*/ 2510860 w 15731938"/>
              <a:gd name="connsiteY93" fmla="*/ 3437161 h 9576980"/>
              <a:gd name="connsiteX94" fmla="*/ 1866359 w 15731938"/>
              <a:gd name="connsiteY94" fmla="*/ 3437161 h 9576980"/>
              <a:gd name="connsiteX95" fmla="*/ 1866359 w 15731938"/>
              <a:gd name="connsiteY95" fmla="*/ 2866225 h 9576980"/>
              <a:gd name="connsiteX96" fmla="*/ 2193160 w 15731938"/>
              <a:gd name="connsiteY96" fmla="*/ 2856806 h 9576980"/>
              <a:gd name="connsiteX97" fmla="*/ 2349529 w 15731938"/>
              <a:gd name="connsiteY97" fmla="*/ 2861308 h 9576980"/>
              <a:gd name="connsiteX98" fmla="*/ 2510855 w 15731938"/>
              <a:gd name="connsiteY98" fmla="*/ 2865868 h 9576980"/>
              <a:gd name="connsiteX99" fmla="*/ 2681767 w 15731938"/>
              <a:gd name="connsiteY99" fmla="*/ 2863451 h 9576980"/>
              <a:gd name="connsiteX100" fmla="*/ 2826530 w 15731938"/>
              <a:gd name="connsiteY100" fmla="*/ 2868968 h 9576980"/>
              <a:gd name="connsiteX101" fmla="*/ 2826377 w 15731938"/>
              <a:gd name="connsiteY101" fmla="*/ 2863273 h 9576980"/>
              <a:gd name="connsiteX102" fmla="*/ 2826377 w 15731938"/>
              <a:gd name="connsiteY102" fmla="*/ 2280163 h 9576980"/>
              <a:gd name="connsiteX103" fmla="*/ 2898253 w 15731938"/>
              <a:gd name="connsiteY103" fmla="*/ 2279075 h 9576980"/>
              <a:gd name="connsiteX104" fmla="*/ 3135898 w 15731938"/>
              <a:gd name="connsiteY104" fmla="*/ 2280163 h 9576980"/>
              <a:gd name="connsiteX105" fmla="*/ 3143763 w 15731938"/>
              <a:gd name="connsiteY105" fmla="*/ 2398255 h 9576980"/>
              <a:gd name="connsiteX106" fmla="*/ 3136498 w 15731938"/>
              <a:gd name="connsiteY106" fmla="*/ 2546454 h 9576980"/>
              <a:gd name="connsiteX107" fmla="*/ 3136657 w 15731938"/>
              <a:gd name="connsiteY107" fmla="*/ 2616822 h 9576980"/>
              <a:gd name="connsiteX108" fmla="*/ 3135043 w 15731938"/>
              <a:gd name="connsiteY108" fmla="*/ 2783622 h 9576980"/>
              <a:gd name="connsiteX109" fmla="*/ 3135434 w 15731938"/>
              <a:gd name="connsiteY109" fmla="*/ 2864143 h 9576980"/>
              <a:gd name="connsiteX110" fmla="*/ 3211120 w 15731938"/>
              <a:gd name="connsiteY110" fmla="*/ 2867741 h 9576980"/>
              <a:gd name="connsiteX111" fmla="*/ 3547869 w 15731938"/>
              <a:gd name="connsiteY111" fmla="*/ 2866224 h 9576980"/>
              <a:gd name="connsiteX112" fmla="*/ 4133905 w 15731938"/>
              <a:gd name="connsiteY112" fmla="*/ 2866224 h 9576980"/>
              <a:gd name="connsiteX113" fmla="*/ 4283479 w 15731938"/>
              <a:gd name="connsiteY113" fmla="*/ 2860212 h 9576980"/>
              <a:gd name="connsiteX114" fmla="*/ 4382978 w 15731938"/>
              <a:gd name="connsiteY114" fmla="*/ 2862236 h 9576980"/>
              <a:gd name="connsiteX115" fmla="*/ 4450985 w 15731938"/>
              <a:gd name="connsiteY115" fmla="*/ 2853703 h 9576980"/>
              <a:gd name="connsiteX116" fmla="*/ 4565182 w 15731938"/>
              <a:gd name="connsiteY116" fmla="*/ 2850719 h 9576980"/>
              <a:gd name="connsiteX117" fmla="*/ 4700789 w 15731938"/>
              <a:gd name="connsiteY117" fmla="*/ 2855488 h 9576980"/>
              <a:gd name="connsiteX118" fmla="*/ 4787072 w 15731938"/>
              <a:gd name="connsiteY118" fmla="*/ 2861136 h 9576980"/>
              <a:gd name="connsiteX119" fmla="*/ 4921026 w 15731938"/>
              <a:gd name="connsiteY119" fmla="*/ 2859451 h 9576980"/>
              <a:gd name="connsiteX120" fmla="*/ 5305980 w 15731938"/>
              <a:gd name="connsiteY120" fmla="*/ 2866224 h 9576980"/>
              <a:gd name="connsiteX121" fmla="*/ 5376247 w 15731938"/>
              <a:gd name="connsiteY121" fmla="*/ 2866310 h 9576980"/>
              <a:gd name="connsiteX122" fmla="*/ 5378410 w 15731938"/>
              <a:gd name="connsiteY122" fmla="*/ 2866224 h 9576980"/>
              <a:gd name="connsiteX123" fmla="*/ 5690712 w 15731938"/>
              <a:gd name="connsiteY123" fmla="*/ 2855786 h 9576980"/>
              <a:gd name="connsiteX124" fmla="*/ 5709446 w 15731938"/>
              <a:gd name="connsiteY124" fmla="*/ 2857303 h 9576980"/>
              <a:gd name="connsiteX125" fmla="*/ 5885175 w 15731938"/>
              <a:gd name="connsiteY125" fmla="*/ 2853414 h 9576980"/>
              <a:gd name="connsiteX126" fmla="*/ 6036877 w 15731938"/>
              <a:gd name="connsiteY126" fmla="*/ 2866224 h 9576980"/>
              <a:gd name="connsiteX127" fmla="*/ 6088538 w 15731938"/>
              <a:gd name="connsiteY127" fmla="*/ 2872383 h 9576980"/>
              <a:gd name="connsiteX128" fmla="*/ 6226600 w 15731938"/>
              <a:gd name="connsiteY128" fmla="*/ 2869981 h 9576980"/>
              <a:gd name="connsiteX129" fmla="*/ 6622913 w 15731938"/>
              <a:gd name="connsiteY129" fmla="*/ 2866224 h 9576980"/>
              <a:gd name="connsiteX130" fmla="*/ 6632594 w 15731938"/>
              <a:gd name="connsiteY130" fmla="*/ 2866510 h 9576980"/>
              <a:gd name="connsiteX131" fmla="*/ 6726261 w 15731938"/>
              <a:gd name="connsiteY131" fmla="*/ 2866836 h 9576980"/>
              <a:gd name="connsiteX132" fmla="*/ 7281380 w 15731938"/>
              <a:gd name="connsiteY132" fmla="*/ 2866224 h 9576980"/>
              <a:gd name="connsiteX133" fmla="*/ 7419043 w 15731938"/>
              <a:gd name="connsiteY133" fmla="*/ 2871887 h 9576980"/>
              <a:gd name="connsiteX134" fmla="*/ 7471362 w 15731938"/>
              <a:gd name="connsiteY134" fmla="*/ 2872742 h 9576980"/>
              <a:gd name="connsiteX135" fmla="*/ 7577690 w 15731938"/>
              <a:gd name="connsiteY135" fmla="*/ 2866224 h 9576980"/>
              <a:gd name="connsiteX136" fmla="*/ 7714360 w 15731938"/>
              <a:gd name="connsiteY136" fmla="*/ 2861765 h 9576980"/>
              <a:gd name="connsiteX137" fmla="*/ 7826441 w 15731938"/>
              <a:gd name="connsiteY137" fmla="*/ 2864967 h 9576980"/>
              <a:gd name="connsiteX138" fmla="*/ 8160019 w 15731938"/>
              <a:gd name="connsiteY138" fmla="*/ 2851642 h 9576980"/>
              <a:gd name="connsiteX139" fmla="*/ 8356136 w 15731938"/>
              <a:gd name="connsiteY139" fmla="*/ 2854481 h 9576980"/>
              <a:gd name="connsiteX140" fmla="*/ 8419803 w 15731938"/>
              <a:gd name="connsiteY140" fmla="*/ 2858886 h 9576980"/>
              <a:gd name="connsiteX141" fmla="*/ 8479352 w 15731938"/>
              <a:gd name="connsiteY141" fmla="*/ 2854956 h 9576980"/>
              <a:gd name="connsiteX142" fmla="*/ 8826233 w 15731938"/>
              <a:gd name="connsiteY142" fmla="*/ 2854497 h 9576980"/>
              <a:gd name="connsiteX143" fmla="*/ 9035793 w 15731938"/>
              <a:gd name="connsiteY143" fmla="*/ 2866021 h 9576980"/>
              <a:gd name="connsiteX144" fmla="*/ 9119712 w 15731938"/>
              <a:gd name="connsiteY144" fmla="*/ 2863764 h 9576980"/>
              <a:gd name="connsiteX145" fmla="*/ 9329211 w 15731938"/>
              <a:gd name="connsiteY145" fmla="*/ 2866224 h 9576980"/>
              <a:gd name="connsiteX146" fmla="*/ 9413053 w 15731938"/>
              <a:gd name="connsiteY146" fmla="*/ 2867406 h 9576980"/>
              <a:gd name="connsiteX147" fmla="*/ 9469024 w 15731938"/>
              <a:gd name="connsiteY147" fmla="*/ 2864755 h 9576980"/>
              <a:gd name="connsiteX148" fmla="*/ 9625521 w 15731938"/>
              <a:gd name="connsiteY148" fmla="*/ 2866224 h 9576980"/>
              <a:gd name="connsiteX149" fmla="*/ 9626337 w 15731938"/>
              <a:gd name="connsiteY149" fmla="*/ 2866261 h 9576980"/>
              <a:gd name="connsiteX150" fmla="*/ 9724921 w 15731938"/>
              <a:gd name="connsiteY150" fmla="*/ 2863624 h 9576980"/>
              <a:gd name="connsiteX151" fmla="*/ 10204972 w 15731938"/>
              <a:gd name="connsiteY151" fmla="*/ 2866224 h 9576980"/>
              <a:gd name="connsiteX152" fmla="*/ 10204972 w 15731938"/>
              <a:gd name="connsiteY152" fmla="*/ 3433284 h 9576980"/>
              <a:gd name="connsiteX153" fmla="*/ 9474073 w 15731938"/>
              <a:gd name="connsiteY153" fmla="*/ 3433284 h 9576980"/>
              <a:gd name="connsiteX154" fmla="*/ 9032900 w 15731938"/>
              <a:gd name="connsiteY154" fmla="*/ 3433284 h 9576980"/>
              <a:gd name="connsiteX155" fmla="*/ 8926664 w 15731938"/>
              <a:gd name="connsiteY155" fmla="*/ 3427594 h 9576980"/>
              <a:gd name="connsiteX156" fmla="*/ 8815606 w 15731938"/>
              <a:gd name="connsiteY156" fmla="*/ 3433284 h 9576980"/>
              <a:gd name="connsiteX157" fmla="*/ 8302002 w 15731938"/>
              <a:gd name="connsiteY157" fmla="*/ 3433284 h 9576980"/>
              <a:gd name="connsiteX158" fmla="*/ 8034216 w 15731938"/>
              <a:gd name="connsiteY158" fmla="*/ 3444983 h 9576980"/>
              <a:gd name="connsiteX159" fmla="*/ 7988448 w 15731938"/>
              <a:gd name="connsiteY159" fmla="*/ 3442805 h 9576980"/>
              <a:gd name="connsiteX160" fmla="*/ 7897227 w 15731938"/>
              <a:gd name="connsiteY160" fmla="*/ 3441811 h 9576980"/>
              <a:gd name="connsiteX161" fmla="*/ 7426241 w 15731938"/>
              <a:gd name="connsiteY161" fmla="*/ 3433284 h 9576980"/>
              <a:gd name="connsiteX162" fmla="*/ 6854796 w 15731938"/>
              <a:gd name="connsiteY162" fmla="*/ 3438872 h 9576980"/>
              <a:gd name="connsiteX163" fmla="*/ 6836024 w 15731938"/>
              <a:gd name="connsiteY163" fmla="*/ 3438214 h 9576980"/>
              <a:gd name="connsiteX164" fmla="*/ 6772651 w 15731938"/>
              <a:gd name="connsiteY164" fmla="*/ 3441228 h 9576980"/>
              <a:gd name="connsiteX165" fmla="*/ 6603317 w 15731938"/>
              <a:gd name="connsiteY165" fmla="*/ 3444254 h 9576980"/>
              <a:gd name="connsiteX166" fmla="*/ 6425123 w 15731938"/>
              <a:gd name="connsiteY166" fmla="*/ 3434685 h 9576980"/>
              <a:gd name="connsiteX167" fmla="*/ 6424062 w 15731938"/>
              <a:gd name="connsiteY167" fmla="*/ 3434722 h 9576980"/>
              <a:gd name="connsiteX168" fmla="*/ 6181742 w 15731938"/>
              <a:gd name="connsiteY168" fmla="*/ 3433284 h 9576980"/>
              <a:gd name="connsiteX169" fmla="*/ 5523271 w 15731938"/>
              <a:gd name="connsiteY169" fmla="*/ 3433284 h 9576980"/>
              <a:gd name="connsiteX170" fmla="*/ 5448696 w 15731938"/>
              <a:gd name="connsiteY170" fmla="*/ 3430800 h 9576980"/>
              <a:gd name="connsiteX171" fmla="*/ 5371826 w 15731938"/>
              <a:gd name="connsiteY171" fmla="*/ 3433284 h 9576980"/>
              <a:gd name="connsiteX172" fmla="*/ 4785789 w 15731938"/>
              <a:gd name="connsiteY172" fmla="*/ 3433284 h 9576980"/>
              <a:gd name="connsiteX173" fmla="*/ 4761310 w 15731938"/>
              <a:gd name="connsiteY173" fmla="*/ 3432618 h 9576980"/>
              <a:gd name="connsiteX174" fmla="*/ 4719940 w 15731938"/>
              <a:gd name="connsiteY174" fmla="*/ 3433284 h 9576980"/>
              <a:gd name="connsiteX175" fmla="*/ 4523022 w 15731938"/>
              <a:gd name="connsiteY175" fmla="*/ 3435347 h 9576980"/>
              <a:gd name="connsiteX176" fmla="*/ 4494287 w 15731938"/>
              <a:gd name="connsiteY176" fmla="*/ 3436727 h 9576980"/>
              <a:gd name="connsiteX177" fmla="*/ 4342432 w 15731938"/>
              <a:gd name="connsiteY177" fmla="*/ 3442267 h 9576980"/>
              <a:gd name="connsiteX178" fmla="*/ 4263186 w 15731938"/>
              <a:gd name="connsiteY178" fmla="*/ 3437278 h 9576980"/>
              <a:gd name="connsiteX179" fmla="*/ 4241690 w 15731938"/>
              <a:gd name="connsiteY179" fmla="*/ 3437368 h 9576980"/>
              <a:gd name="connsiteX180" fmla="*/ 4061473 w 15731938"/>
              <a:gd name="connsiteY180" fmla="*/ 3433284 h 9576980"/>
              <a:gd name="connsiteX181" fmla="*/ 3265079 w 15731938"/>
              <a:gd name="connsiteY181" fmla="*/ 3440371 h 9576980"/>
              <a:gd name="connsiteX182" fmla="*/ 3136535 w 15731938"/>
              <a:gd name="connsiteY182" fmla="*/ 3437367 h 9576980"/>
              <a:gd name="connsiteX183" fmla="*/ 3134271 w 15731938"/>
              <a:gd name="connsiteY183" fmla="*/ 3485398 h 9576980"/>
              <a:gd name="connsiteX184" fmla="*/ 3135898 w 15731938"/>
              <a:gd name="connsiteY184" fmla="*/ 3619395 h 9576980"/>
              <a:gd name="connsiteX185" fmla="*/ 3150955 w 15731938"/>
              <a:gd name="connsiteY185" fmla="*/ 3930804 h 9576980"/>
              <a:gd name="connsiteX186" fmla="*/ 3135898 w 15731938"/>
              <a:gd name="connsiteY186" fmla="*/ 4202505 h 9576980"/>
              <a:gd name="connsiteX187" fmla="*/ 3130337 w 15731938"/>
              <a:gd name="connsiteY187" fmla="*/ 4203011 h 9576980"/>
              <a:gd name="connsiteX188" fmla="*/ 3129753 w 15731938"/>
              <a:gd name="connsiteY188" fmla="*/ 4227910 h 9576980"/>
              <a:gd name="connsiteX189" fmla="*/ 3129574 w 15731938"/>
              <a:gd name="connsiteY189" fmla="*/ 4274218 h 9576980"/>
              <a:gd name="connsiteX190" fmla="*/ 3134864 w 15731938"/>
              <a:gd name="connsiteY190" fmla="*/ 4758991 h 9576980"/>
              <a:gd name="connsiteX191" fmla="*/ 3134041 w 15731938"/>
              <a:gd name="connsiteY191" fmla="*/ 4782286 h 9576980"/>
              <a:gd name="connsiteX192" fmla="*/ 3139115 w 15731938"/>
              <a:gd name="connsiteY192" fmla="*/ 4843497 h 9576980"/>
              <a:gd name="connsiteX193" fmla="*/ 3130548 w 15731938"/>
              <a:gd name="connsiteY193" fmla="*/ 5126962 h 9576980"/>
              <a:gd name="connsiteX194" fmla="*/ 3130348 w 15731938"/>
              <a:gd name="connsiteY194" fmla="*/ 5174406 h 9576980"/>
              <a:gd name="connsiteX195" fmla="*/ 3230600 w 15731938"/>
              <a:gd name="connsiteY195" fmla="*/ 5170671 h 9576980"/>
              <a:gd name="connsiteX196" fmla="*/ 3389753 w 15731938"/>
              <a:gd name="connsiteY196" fmla="*/ 5172254 h 9576980"/>
              <a:gd name="connsiteX197" fmla="*/ 3571628 w 15731938"/>
              <a:gd name="connsiteY197" fmla="*/ 5172228 h 9576980"/>
              <a:gd name="connsiteX198" fmla="*/ 3739500 w 15731938"/>
              <a:gd name="connsiteY198" fmla="*/ 5165833 h 9576980"/>
              <a:gd name="connsiteX199" fmla="*/ 3818073 w 15731938"/>
              <a:gd name="connsiteY199" fmla="*/ 5159683 h 9576980"/>
              <a:gd name="connsiteX200" fmla="*/ 3923407 w 15731938"/>
              <a:gd name="connsiteY200" fmla="*/ 5159520 h 9576980"/>
              <a:gd name="connsiteX201" fmla="*/ 3951126 w 15731938"/>
              <a:gd name="connsiteY201" fmla="*/ 5161830 h 9576980"/>
              <a:gd name="connsiteX202" fmla="*/ 3984773 w 15731938"/>
              <a:gd name="connsiteY202" fmla="*/ 5161276 h 9576980"/>
              <a:gd name="connsiteX203" fmla="*/ 4254725 w 15731938"/>
              <a:gd name="connsiteY203" fmla="*/ 5172254 h 9576980"/>
              <a:gd name="connsiteX204" fmla="*/ 4336877 w 15731938"/>
              <a:gd name="connsiteY204" fmla="*/ 5177949 h 9576980"/>
              <a:gd name="connsiteX205" fmla="*/ 4463055 w 15731938"/>
              <a:gd name="connsiteY205" fmla="*/ 5179388 h 9576980"/>
              <a:gd name="connsiteX206" fmla="*/ 4833846 w 15731938"/>
              <a:gd name="connsiteY206" fmla="*/ 5173856 h 9576980"/>
              <a:gd name="connsiteX207" fmla="*/ 4851970 w 15731938"/>
              <a:gd name="connsiteY207" fmla="*/ 5172254 h 9576980"/>
              <a:gd name="connsiteX208" fmla="*/ 5035842 w 15731938"/>
              <a:gd name="connsiteY208" fmla="*/ 5163678 h 9576980"/>
              <a:gd name="connsiteX209" fmla="*/ 5102629 w 15731938"/>
              <a:gd name="connsiteY209" fmla="*/ 5164770 h 9576980"/>
              <a:gd name="connsiteX210" fmla="*/ 5186592 w 15731938"/>
              <a:gd name="connsiteY210" fmla="*/ 5160878 h 9576980"/>
              <a:gd name="connsiteX211" fmla="*/ 5269241 w 15731938"/>
              <a:gd name="connsiteY211" fmla="*/ 5163052 h 9576980"/>
              <a:gd name="connsiteX212" fmla="*/ 5355571 w 15731938"/>
              <a:gd name="connsiteY212" fmla="*/ 5171808 h 9576980"/>
              <a:gd name="connsiteX213" fmla="*/ 5538453 w 15731938"/>
              <a:gd name="connsiteY213" fmla="*/ 5172254 h 9576980"/>
              <a:gd name="connsiteX214" fmla="*/ 6135699 w 15731938"/>
              <a:gd name="connsiteY214" fmla="*/ 5172254 h 9576980"/>
              <a:gd name="connsiteX215" fmla="*/ 6732940 w 15731938"/>
              <a:gd name="connsiteY215" fmla="*/ 5172254 h 9576980"/>
              <a:gd name="connsiteX216" fmla="*/ 7019960 w 15731938"/>
              <a:gd name="connsiteY216" fmla="*/ 5155564 h 9576980"/>
              <a:gd name="connsiteX217" fmla="*/ 7419427 w 15731938"/>
              <a:gd name="connsiteY217" fmla="*/ 5172254 h 9576980"/>
              <a:gd name="connsiteX218" fmla="*/ 7504560 w 15731938"/>
              <a:gd name="connsiteY218" fmla="*/ 5175857 h 9576980"/>
              <a:gd name="connsiteX219" fmla="*/ 7597911 w 15731938"/>
              <a:gd name="connsiteY219" fmla="*/ 5172254 h 9576980"/>
              <a:gd name="connsiteX220" fmla="*/ 8195153 w 15731938"/>
              <a:gd name="connsiteY220" fmla="*/ 5172254 h 9576980"/>
              <a:gd name="connsiteX221" fmla="*/ 8317780 w 15731938"/>
              <a:gd name="connsiteY221" fmla="*/ 5173385 h 9576980"/>
              <a:gd name="connsiteX222" fmla="*/ 8346179 w 15731938"/>
              <a:gd name="connsiteY222" fmla="*/ 5172254 h 9576980"/>
              <a:gd name="connsiteX223" fmla="*/ 9032665 w 15731938"/>
              <a:gd name="connsiteY223" fmla="*/ 5172254 h 9576980"/>
              <a:gd name="connsiteX224" fmla="*/ 9050027 w 15731938"/>
              <a:gd name="connsiteY224" fmla="*/ 5173263 h 9576980"/>
              <a:gd name="connsiteX225" fmla="*/ 9189983 w 15731938"/>
              <a:gd name="connsiteY225" fmla="*/ 5175049 h 9576980"/>
              <a:gd name="connsiteX226" fmla="*/ 9389638 w 15731938"/>
              <a:gd name="connsiteY226" fmla="*/ 5172254 h 9576980"/>
              <a:gd name="connsiteX227" fmla="*/ 9871331 w 15731938"/>
              <a:gd name="connsiteY227" fmla="*/ 5158749 h 9576980"/>
              <a:gd name="connsiteX228" fmla="*/ 10028127 w 15731938"/>
              <a:gd name="connsiteY228" fmla="*/ 5169089 h 9576980"/>
              <a:gd name="connsiteX229" fmla="*/ 10271107 w 15731938"/>
              <a:gd name="connsiteY229" fmla="*/ 5157895 h 9576980"/>
              <a:gd name="connsiteX230" fmla="*/ 10457454 w 15731938"/>
              <a:gd name="connsiteY230" fmla="*/ 5158136 h 9576980"/>
              <a:gd name="connsiteX231" fmla="*/ 10596845 w 15731938"/>
              <a:gd name="connsiteY231" fmla="*/ 5168578 h 9576980"/>
              <a:gd name="connsiteX232" fmla="*/ 10795566 w 15731938"/>
              <a:gd name="connsiteY232" fmla="*/ 5161415 h 9576980"/>
              <a:gd name="connsiteX233" fmla="*/ 11092122 w 15731938"/>
              <a:gd name="connsiteY233" fmla="*/ 5172254 h 9576980"/>
              <a:gd name="connsiteX234" fmla="*/ 11806067 w 15731938"/>
              <a:gd name="connsiteY234" fmla="*/ 5172254 h 9576980"/>
              <a:gd name="connsiteX235" fmla="*/ 11809689 w 15731938"/>
              <a:gd name="connsiteY235" fmla="*/ 5267663 h 9576980"/>
              <a:gd name="connsiteX236" fmla="*/ 11809875 w 15731938"/>
              <a:gd name="connsiteY236" fmla="*/ 5277327 h 9576980"/>
              <a:gd name="connsiteX237" fmla="*/ 11810908 w 15731938"/>
              <a:gd name="connsiteY237" fmla="*/ 5305837 h 9576980"/>
              <a:gd name="connsiteX238" fmla="*/ 11806067 w 15731938"/>
              <a:gd name="connsiteY238" fmla="*/ 5739314 h 9576980"/>
              <a:gd name="connsiteX239" fmla="*/ 11298068 w 15731938"/>
              <a:gd name="connsiteY239" fmla="*/ 5739314 h 9576980"/>
              <a:gd name="connsiteX240" fmla="*/ 10611582 w 15731938"/>
              <a:gd name="connsiteY240" fmla="*/ 5739314 h 9576980"/>
              <a:gd name="connsiteX241" fmla="*/ 10574195 w 15731938"/>
              <a:gd name="connsiteY241" fmla="*/ 5737362 h 9576980"/>
              <a:gd name="connsiteX242" fmla="*/ 10460555 w 15731938"/>
              <a:gd name="connsiteY242" fmla="*/ 5739314 h 9576980"/>
              <a:gd name="connsiteX243" fmla="*/ 10041799 w 15731938"/>
              <a:gd name="connsiteY243" fmla="*/ 5739314 h 9576980"/>
              <a:gd name="connsiteX244" fmla="*/ 9901249 w 15731938"/>
              <a:gd name="connsiteY244" fmla="*/ 5738693 h 9576980"/>
              <a:gd name="connsiteX245" fmla="*/ 9876111 w 15731938"/>
              <a:gd name="connsiteY245" fmla="*/ 5737793 h 9576980"/>
              <a:gd name="connsiteX246" fmla="*/ 9746610 w 15731938"/>
              <a:gd name="connsiteY246" fmla="*/ 5739314 h 9576980"/>
              <a:gd name="connsiteX247" fmla="*/ 9408113 w 15731938"/>
              <a:gd name="connsiteY247" fmla="*/ 5743405 h 9576980"/>
              <a:gd name="connsiteX248" fmla="*/ 9271319 w 15731938"/>
              <a:gd name="connsiteY248" fmla="*/ 5744625 h 9576980"/>
              <a:gd name="connsiteX249" fmla="*/ 9250725 w 15731938"/>
              <a:gd name="connsiteY249" fmla="*/ 5745257 h 9576980"/>
              <a:gd name="connsiteX250" fmla="*/ 9237901 w 15731938"/>
              <a:gd name="connsiteY250" fmla="*/ 5744923 h 9576980"/>
              <a:gd name="connsiteX251" fmla="*/ 9210917 w 15731938"/>
              <a:gd name="connsiteY251" fmla="*/ 5745164 h 9576980"/>
              <a:gd name="connsiteX252" fmla="*/ 8970881 w 15731938"/>
              <a:gd name="connsiteY252" fmla="*/ 5739314 h 9576980"/>
              <a:gd name="connsiteX253" fmla="*/ 8912071 w 15731938"/>
              <a:gd name="connsiteY253" fmla="*/ 5737440 h 9576980"/>
              <a:gd name="connsiteX254" fmla="*/ 8847314 w 15731938"/>
              <a:gd name="connsiteY254" fmla="*/ 5739314 h 9576980"/>
              <a:gd name="connsiteX255" fmla="*/ 8349470 w 15731938"/>
              <a:gd name="connsiteY255" fmla="*/ 5738186 h 9576980"/>
              <a:gd name="connsiteX256" fmla="*/ 8207559 w 15731938"/>
              <a:gd name="connsiteY256" fmla="*/ 5739034 h 9576980"/>
              <a:gd name="connsiteX257" fmla="*/ 8195153 w 15731938"/>
              <a:gd name="connsiteY257" fmla="*/ 5739314 h 9576980"/>
              <a:gd name="connsiteX258" fmla="*/ 8168351 w 15731938"/>
              <a:gd name="connsiteY258" fmla="*/ 5739269 h 9576980"/>
              <a:gd name="connsiteX259" fmla="*/ 8160828 w 15731938"/>
              <a:gd name="connsiteY259" fmla="*/ 5739314 h 9576980"/>
              <a:gd name="connsiteX260" fmla="*/ 7579282 w 15731938"/>
              <a:gd name="connsiteY260" fmla="*/ 5752641 h 9576980"/>
              <a:gd name="connsiteX261" fmla="*/ 7403120 w 15731938"/>
              <a:gd name="connsiteY261" fmla="*/ 5740550 h 9576980"/>
              <a:gd name="connsiteX262" fmla="*/ 7275424 w 15731938"/>
              <a:gd name="connsiteY262" fmla="*/ 5750233 h 9576980"/>
              <a:gd name="connsiteX263" fmla="*/ 7170401 w 15731938"/>
              <a:gd name="connsiteY263" fmla="*/ 5752202 h 9576980"/>
              <a:gd name="connsiteX264" fmla="*/ 7030609 w 15731938"/>
              <a:gd name="connsiteY264" fmla="*/ 5741587 h 9576980"/>
              <a:gd name="connsiteX265" fmla="*/ 6907326 w 15731938"/>
              <a:gd name="connsiteY265" fmla="*/ 5747876 h 9576980"/>
              <a:gd name="connsiteX266" fmla="*/ 6698617 w 15731938"/>
              <a:gd name="connsiteY266" fmla="*/ 5739314 h 9576980"/>
              <a:gd name="connsiteX267" fmla="*/ 6647709 w 15731938"/>
              <a:gd name="connsiteY267" fmla="*/ 5736116 h 9576980"/>
              <a:gd name="connsiteX268" fmla="*/ 6492670 w 15731938"/>
              <a:gd name="connsiteY268" fmla="*/ 5739314 h 9576980"/>
              <a:gd name="connsiteX269" fmla="*/ 6323299 w 15731938"/>
              <a:gd name="connsiteY269" fmla="*/ 5740577 h 9576980"/>
              <a:gd name="connsiteX270" fmla="*/ 6300866 w 15731938"/>
              <a:gd name="connsiteY270" fmla="*/ 5741793 h 9576980"/>
              <a:gd name="connsiteX271" fmla="*/ 5977315 w 15731938"/>
              <a:gd name="connsiteY271" fmla="*/ 5748598 h 9576980"/>
              <a:gd name="connsiteX272" fmla="*/ 5845186 w 15731938"/>
              <a:gd name="connsiteY272" fmla="*/ 5740059 h 9576980"/>
              <a:gd name="connsiteX273" fmla="*/ 5716941 w 15731938"/>
              <a:gd name="connsiteY273" fmla="*/ 5739314 h 9576980"/>
              <a:gd name="connsiteX274" fmla="*/ 5208942 w 15731938"/>
              <a:gd name="connsiteY274" fmla="*/ 5739314 h 9576980"/>
              <a:gd name="connsiteX275" fmla="*/ 5171530 w 15731938"/>
              <a:gd name="connsiteY275" fmla="*/ 5735925 h 9576980"/>
              <a:gd name="connsiteX276" fmla="*/ 5147159 w 15731938"/>
              <a:gd name="connsiteY276" fmla="*/ 5739314 h 9576980"/>
              <a:gd name="connsiteX277" fmla="*/ 4571041 w 15731938"/>
              <a:gd name="connsiteY277" fmla="*/ 5727375 h 9576980"/>
              <a:gd name="connsiteX278" fmla="*/ 4493357 w 15731938"/>
              <a:gd name="connsiteY278" fmla="*/ 5729140 h 9576980"/>
              <a:gd name="connsiteX279" fmla="*/ 4429812 w 15731938"/>
              <a:gd name="connsiteY279" fmla="*/ 5733467 h 9576980"/>
              <a:gd name="connsiteX280" fmla="*/ 4371428 w 15731938"/>
              <a:gd name="connsiteY280" fmla="*/ 5739314 h 9576980"/>
              <a:gd name="connsiteX281" fmla="*/ 4191632 w 15731938"/>
              <a:gd name="connsiteY281" fmla="*/ 5755604 h 9576980"/>
              <a:gd name="connsiteX282" fmla="*/ 4163613 w 15731938"/>
              <a:gd name="connsiteY282" fmla="*/ 5755496 h 9576980"/>
              <a:gd name="connsiteX283" fmla="*/ 4107965 w 15731938"/>
              <a:gd name="connsiteY283" fmla="*/ 5760488 h 9576980"/>
              <a:gd name="connsiteX284" fmla="*/ 3739306 w 15731938"/>
              <a:gd name="connsiteY284" fmla="*/ 5758425 h 9576980"/>
              <a:gd name="connsiteX285" fmla="*/ 3485751 w 15731938"/>
              <a:gd name="connsiteY285" fmla="*/ 5739810 h 9576980"/>
              <a:gd name="connsiteX286" fmla="*/ 3241220 w 15731938"/>
              <a:gd name="connsiteY286" fmla="*/ 5740913 h 9576980"/>
              <a:gd name="connsiteX287" fmla="*/ 3196714 w 15731938"/>
              <a:gd name="connsiteY287" fmla="*/ 5741314 h 9576980"/>
              <a:gd name="connsiteX288" fmla="*/ 3202660 w 15731938"/>
              <a:gd name="connsiteY288" fmla="*/ 5814916 h 9576980"/>
              <a:gd name="connsiteX289" fmla="*/ 3203226 w 15731938"/>
              <a:gd name="connsiteY289" fmla="*/ 5934534 h 9576980"/>
              <a:gd name="connsiteX290" fmla="*/ 3194326 w 15731938"/>
              <a:gd name="connsiteY290" fmla="*/ 6233316 h 9576980"/>
              <a:gd name="connsiteX291" fmla="*/ 3019530 w 15731938"/>
              <a:gd name="connsiteY291" fmla="*/ 6243565 h 9576980"/>
              <a:gd name="connsiteX292" fmla="*/ 2970804 w 15731938"/>
              <a:gd name="connsiteY292" fmla="*/ 6241897 h 9576980"/>
              <a:gd name="connsiteX293" fmla="*/ 2929065 w 15731938"/>
              <a:gd name="connsiteY293" fmla="*/ 6242596 h 9576980"/>
              <a:gd name="connsiteX294" fmla="*/ 2625256 w 15731938"/>
              <a:gd name="connsiteY294" fmla="*/ 6233316 h 9576980"/>
              <a:gd name="connsiteX295" fmla="*/ 2620601 w 15731938"/>
              <a:gd name="connsiteY295" fmla="*/ 6233118 h 9576980"/>
              <a:gd name="connsiteX296" fmla="*/ 2593641 w 15731938"/>
              <a:gd name="connsiteY296" fmla="*/ 6233316 h 9576980"/>
              <a:gd name="connsiteX297" fmla="*/ 2158211 w 15731938"/>
              <a:gd name="connsiteY297" fmla="*/ 6240031 h 9576980"/>
              <a:gd name="connsiteX298" fmla="*/ 2022081 w 15731938"/>
              <a:gd name="connsiteY298" fmla="*/ 6234499 h 9576980"/>
              <a:gd name="connsiteX299" fmla="*/ 1704990 w 15731938"/>
              <a:gd name="connsiteY299" fmla="*/ 6245504 h 9576980"/>
              <a:gd name="connsiteX300" fmla="*/ 1399649 w 15731938"/>
              <a:gd name="connsiteY300" fmla="*/ 6233603 h 9576980"/>
              <a:gd name="connsiteX301" fmla="*/ 1125089 w 15731938"/>
              <a:gd name="connsiteY301" fmla="*/ 6235017 h 9576980"/>
              <a:gd name="connsiteX302" fmla="*/ 848543 w 15731938"/>
              <a:gd name="connsiteY302" fmla="*/ 6233729 h 9576980"/>
              <a:gd name="connsiteX303" fmla="*/ 844797 w 15731938"/>
              <a:gd name="connsiteY303" fmla="*/ 6320647 h 9576980"/>
              <a:gd name="connsiteX304" fmla="*/ 843125 w 15731938"/>
              <a:gd name="connsiteY304" fmla="*/ 6428916 h 9576980"/>
              <a:gd name="connsiteX305" fmla="*/ 843129 w 15731938"/>
              <a:gd name="connsiteY305" fmla="*/ 6428962 h 9576980"/>
              <a:gd name="connsiteX306" fmla="*/ 839614 w 15731938"/>
              <a:gd name="connsiteY306" fmla="*/ 6429067 h 9576980"/>
              <a:gd name="connsiteX307" fmla="*/ 840893 w 15731938"/>
              <a:gd name="connsiteY307" fmla="*/ 6496889 h 9576980"/>
              <a:gd name="connsiteX308" fmla="*/ 837322 w 15731938"/>
              <a:gd name="connsiteY308" fmla="*/ 6693432 h 9576980"/>
              <a:gd name="connsiteX309" fmla="*/ 833636 w 15731938"/>
              <a:gd name="connsiteY309" fmla="*/ 6832393 h 9576980"/>
              <a:gd name="connsiteX310" fmla="*/ 833754 w 15731938"/>
              <a:gd name="connsiteY310" fmla="*/ 6849093 h 9576980"/>
              <a:gd name="connsiteX311" fmla="*/ 831675 w 15731938"/>
              <a:gd name="connsiteY311" fmla="*/ 6945245 h 9576980"/>
              <a:gd name="connsiteX312" fmla="*/ 831409 w 15731938"/>
              <a:gd name="connsiteY312" fmla="*/ 6990705 h 9576980"/>
              <a:gd name="connsiteX313" fmla="*/ 833754 w 15731938"/>
              <a:gd name="connsiteY313" fmla="*/ 7078349 h 9576980"/>
              <a:gd name="connsiteX314" fmla="*/ 822367 w 15731938"/>
              <a:gd name="connsiteY314" fmla="*/ 7505792 h 9576980"/>
              <a:gd name="connsiteX315" fmla="*/ 821943 w 15731938"/>
              <a:gd name="connsiteY315" fmla="*/ 7516338 h 9576980"/>
              <a:gd name="connsiteX316" fmla="*/ 823080 w 15731938"/>
              <a:gd name="connsiteY316" fmla="*/ 7543710 h 9576980"/>
              <a:gd name="connsiteX317" fmla="*/ 833754 w 15731938"/>
              <a:gd name="connsiteY317" fmla="*/ 7671719 h 9576980"/>
              <a:gd name="connsiteX318" fmla="*/ 833754 w 15731938"/>
              <a:gd name="connsiteY318" fmla="*/ 8346003 h 9576980"/>
              <a:gd name="connsiteX319" fmla="*/ 937282 w 15731938"/>
              <a:gd name="connsiteY319" fmla="*/ 8346804 h 9576980"/>
              <a:gd name="connsiteX320" fmla="*/ 957161 w 15731938"/>
              <a:gd name="connsiteY320" fmla="*/ 8346704 h 9576980"/>
              <a:gd name="connsiteX321" fmla="*/ 1421051 w 15731938"/>
              <a:gd name="connsiteY321" fmla="*/ 8346003 h 9576980"/>
              <a:gd name="connsiteX322" fmla="*/ 1444803 w 15731938"/>
              <a:gd name="connsiteY322" fmla="*/ 8346866 h 9576980"/>
              <a:gd name="connsiteX323" fmla="*/ 1508808 w 15731938"/>
              <a:gd name="connsiteY323" fmla="*/ 8346003 h 9576980"/>
              <a:gd name="connsiteX324" fmla="*/ 2183861 w 15731938"/>
              <a:gd name="connsiteY324" fmla="*/ 8346003 h 9576980"/>
              <a:gd name="connsiteX325" fmla="*/ 2184669 w 15731938"/>
              <a:gd name="connsiteY325" fmla="*/ 8346083 h 9576980"/>
              <a:gd name="connsiteX326" fmla="*/ 2244616 w 15731938"/>
              <a:gd name="connsiteY326" fmla="*/ 8346003 h 9576980"/>
              <a:gd name="connsiteX327" fmla="*/ 2457714 w 15731938"/>
              <a:gd name="connsiteY327" fmla="*/ 8353652 h 9576980"/>
              <a:gd name="connsiteX328" fmla="*/ 2535487 w 15731938"/>
              <a:gd name="connsiteY328" fmla="*/ 8354002 h 9576980"/>
              <a:gd name="connsiteX329" fmla="*/ 2595644 w 15731938"/>
              <a:gd name="connsiteY329" fmla="*/ 8346003 h 9576980"/>
              <a:gd name="connsiteX330" fmla="*/ 2715334 w 15731938"/>
              <a:gd name="connsiteY330" fmla="*/ 8340962 h 9576980"/>
              <a:gd name="connsiteX331" fmla="*/ 2720677 w 15731938"/>
              <a:gd name="connsiteY331" fmla="*/ 8341160 h 9576980"/>
              <a:gd name="connsiteX332" fmla="*/ 2778099 w 15731938"/>
              <a:gd name="connsiteY332" fmla="*/ 8340427 h 9576980"/>
              <a:gd name="connsiteX333" fmla="*/ 3331452 w 15731938"/>
              <a:gd name="connsiteY333" fmla="*/ 8346003 h 9576980"/>
              <a:gd name="connsiteX334" fmla="*/ 3918749 w 15731938"/>
              <a:gd name="connsiteY334" fmla="*/ 8346003 h 9576980"/>
              <a:gd name="connsiteX335" fmla="*/ 4255241 w 15731938"/>
              <a:gd name="connsiteY335" fmla="*/ 8355485 h 9576980"/>
              <a:gd name="connsiteX336" fmla="*/ 4354830 w 15731938"/>
              <a:gd name="connsiteY336" fmla="*/ 8352632 h 9576980"/>
              <a:gd name="connsiteX337" fmla="*/ 4445290 w 15731938"/>
              <a:gd name="connsiteY337" fmla="*/ 8346003 h 9576980"/>
              <a:gd name="connsiteX338" fmla="*/ 4873887 w 15731938"/>
              <a:gd name="connsiteY338" fmla="*/ 8340928 h 9576980"/>
              <a:gd name="connsiteX339" fmla="*/ 4904026 w 15731938"/>
              <a:gd name="connsiteY339" fmla="*/ 8341955 h 9576980"/>
              <a:gd name="connsiteX340" fmla="*/ 5024159 w 15731938"/>
              <a:gd name="connsiteY340" fmla="*/ 8341016 h 9576980"/>
              <a:gd name="connsiteX341" fmla="*/ 5262593 w 15731938"/>
              <a:gd name="connsiteY341" fmla="*/ 8341215 h 9576980"/>
              <a:gd name="connsiteX342" fmla="*/ 5341469 w 15731938"/>
              <a:gd name="connsiteY342" fmla="*/ 8342530 h 9576980"/>
              <a:gd name="connsiteX343" fmla="*/ 5367040 w 15731938"/>
              <a:gd name="connsiteY343" fmla="*/ 8340583 h 9576980"/>
              <a:gd name="connsiteX344" fmla="*/ 5795403 w 15731938"/>
              <a:gd name="connsiteY344" fmla="*/ 8346003 h 9576980"/>
              <a:gd name="connsiteX345" fmla="*/ 5959939 w 15731938"/>
              <a:gd name="connsiteY345" fmla="*/ 8348148 h 9576980"/>
              <a:gd name="connsiteX346" fmla="*/ 6000609 w 15731938"/>
              <a:gd name="connsiteY346" fmla="*/ 8347676 h 9576980"/>
              <a:gd name="connsiteX347" fmla="*/ 6004838 w 15731938"/>
              <a:gd name="connsiteY347" fmla="*/ 8347642 h 9576980"/>
              <a:gd name="connsiteX348" fmla="*/ 6156160 w 15731938"/>
              <a:gd name="connsiteY348" fmla="*/ 8342709 h 9576980"/>
              <a:gd name="connsiteX349" fmla="*/ 6157108 w 15731938"/>
              <a:gd name="connsiteY349" fmla="*/ 8303388 h 9576980"/>
              <a:gd name="connsiteX350" fmla="*/ 6648514 w 15731938"/>
              <a:gd name="connsiteY350" fmla="*/ 8303388 h 9576980"/>
              <a:gd name="connsiteX351" fmla="*/ 6674762 w 15731938"/>
              <a:gd name="connsiteY351" fmla="*/ 8304109 h 9576980"/>
              <a:gd name="connsiteX352" fmla="*/ 6855665 w 15731938"/>
              <a:gd name="connsiteY352" fmla="*/ 8297482 h 9576980"/>
              <a:gd name="connsiteX353" fmla="*/ 7030714 w 15731938"/>
              <a:gd name="connsiteY353" fmla="*/ 8303388 h 9576980"/>
              <a:gd name="connsiteX354" fmla="*/ 7036151 w 15731938"/>
              <a:gd name="connsiteY354" fmla="*/ 8303619 h 9576980"/>
              <a:gd name="connsiteX355" fmla="*/ 7044365 w 15731938"/>
              <a:gd name="connsiteY355" fmla="*/ 8303388 h 9576980"/>
              <a:gd name="connsiteX356" fmla="*/ 7917971 w 15731938"/>
              <a:gd name="connsiteY356" fmla="*/ 8303388 h 9576980"/>
              <a:gd name="connsiteX357" fmla="*/ 7982504 w 15731938"/>
              <a:gd name="connsiteY357" fmla="*/ 8310789 h 9576980"/>
              <a:gd name="connsiteX358" fmla="*/ 8109073 w 15731938"/>
              <a:gd name="connsiteY358" fmla="*/ 8303388 h 9576980"/>
              <a:gd name="connsiteX359" fmla="*/ 8490727 w 15731938"/>
              <a:gd name="connsiteY359" fmla="*/ 8296818 h 9576980"/>
              <a:gd name="connsiteX360" fmla="*/ 8558515 w 15731938"/>
              <a:gd name="connsiteY360" fmla="*/ 8297941 h 9576980"/>
              <a:gd name="connsiteX361" fmla="*/ 8632736 w 15731938"/>
              <a:gd name="connsiteY361" fmla="*/ 8290397 h 9576980"/>
              <a:gd name="connsiteX362" fmla="*/ 9091881 w 15731938"/>
              <a:gd name="connsiteY362" fmla="*/ 8303388 h 9576980"/>
              <a:gd name="connsiteX363" fmla="*/ 9255376 w 15731938"/>
              <a:gd name="connsiteY363" fmla="*/ 8303388 h 9576980"/>
              <a:gd name="connsiteX364" fmla="*/ 9255407 w 15731938"/>
              <a:gd name="connsiteY364" fmla="*/ 8304143 h 9576980"/>
              <a:gd name="connsiteX365" fmla="*/ 9282982 w 15731938"/>
              <a:gd name="connsiteY365" fmla="*/ 8303388 h 9576980"/>
              <a:gd name="connsiteX366" fmla="*/ 9678836 w 15731938"/>
              <a:gd name="connsiteY366" fmla="*/ 8303388 h 9576980"/>
              <a:gd name="connsiteX367" fmla="*/ 9876530 w 15731938"/>
              <a:gd name="connsiteY367" fmla="*/ 8295904 h 9576980"/>
              <a:gd name="connsiteX368" fmla="*/ 9913044 w 15731938"/>
              <a:gd name="connsiteY368" fmla="*/ 8297283 h 9576980"/>
              <a:gd name="connsiteX369" fmla="*/ 9977320 w 15731938"/>
              <a:gd name="connsiteY369" fmla="*/ 8294453 h 9576980"/>
              <a:gd name="connsiteX370" fmla="*/ 10107136 w 15731938"/>
              <a:gd name="connsiteY370" fmla="*/ 8300692 h 9576980"/>
              <a:gd name="connsiteX371" fmla="*/ 10121606 w 15731938"/>
              <a:gd name="connsiteY371" fmla="*/ 8301964 h 9576980"/>
              <a:gd name="connsiteX372" fmla="*/ 10219452 w 15731938"/>
              <a:gd name="connsiteY372" fmla="*/ 8298993 h 9576980"/>
              <a:gd name="connsiteX373" fmla="*/ 10351008 w 15731938"/>
              <a:gd name="connsiteY373" fmla="*/ 8293412 h 9576980"/>
              <a:gd name="connsiteX374" fmla="*/ 10381620 w 15731938"/>
              <a:gd name="connsiteY374" fmla="*/ 8289829 h 9576980"/>
              <a:gd name="connsiteX375" fmla="*/ 10564242 w 15731938"/>
              <a:gd name="connsiteY375" fmla="*/ 8282966 h 9576980"/>
              <a:gd name="connsiteX376" fmla="*/ 11043847 w 15731938"/>
              <a:gd name="connsiteY376" fmla="*/ 8303388 h 9576980"/>
              <a:gd name="connsiteX377" fmla="*/ 11149312 w 15731938"/>
              <a:gd name="connsiteY377" fmla="*/ 8310887 h 9576980"/>
              <a:gd name="connsiteX378" fmla="*/ 11166287 w 15731938"/>
              <a:gd name="connsiteY378" fmla="*/ 8308794 h 9576980"/>
              <a:gd name="connsiteX379" fmla="*/ 11248599 w 15731938"/>
              <a:gd name="connsiteY379" fmla="*/ 8303388 h 9576980"/>
              <a:gd name="connsiteX380" fmla="*/ 11931105 w 15731938"/>
              <a:gd name="connsiteY380" fmla="*/ 8303388 h 9576980"/>
              <a:gd name="connsiteX381" fmla="*/ 12072539 w 15731938"/>
              <a:gd name="connsiteY381" fmla="*/ 8313913 h 9576980"/>
              <a:gd name="connsiteX382" fmla="*/ 12217757 w 15731938"/>
              <a:gd name="connsiteY382" fmla="*/ 8303388 h 9576980"/>
              <a:gd name="connsiteX383" fmla="*/ 12278583 w 15731938"/>
              <a:gd name="connsiteY383" fmla="*/ 8299781 h 9576980"/>
              <a:gd name="connsiteX384" fmla="*/ 12347570 w 15731938"/>
              <a:gd name="connsiteY384" fmla="*/ 8296936 h 9576980"/>
              <a:gd name="connsiteX385" fmla="*/ 12349463 w 15731938"/>
              <a:gd name="connsiteY385" fmla="*/ 8259466 h 9576980"/>
              <a:gd name="connsiteX386" fmla="*/ 12353689 w 15731938"/>
              <a:gd name="connsiteY386" fmla="*/ 8200767 h 9576980"/>
              <a:gd name="connsiteX387" fmla="*/ 12355478 w 15731938"/>
              <a:gd name="connsiteY387" fmla="*/ 8167709 h 9576980"/>
              <a:gd name="connsiteX388" fmla="*/ 12353689 w 15731938"/>
              <a:gd name="connsiteY388" fmla="*/ 8091567 h 9576980"/>
              <a:gd name="connsiteX389" fmla="*/ 12345458 w 15731938"/>
              <a:gd name="connsiteY389" fmla="*/ 7632118 h 9576980"/>
              <a:gd name="connsiteX390" fmla="*/ 12347792 w 15731938"/>
              <a:gd name="connsiteY390" fmla="*/ 7595965 h 9576980"/>
              <a:gd name="connsiteX391" fmla="*/ 12348297 w 15731938"/>
              <a:gd name="connsiteY391" fmla="*/ 7538259 h 9576980"/>
              <a:gd name="connsiteX392" fmla="*/ 12353689 w 15731938"/>
              <a:gd name="connsiteY392" fmla="*/ 7217959 h 9576980"/>
              <a:gd name="connsiteX393" fmla="*/ 12353680 w 15731938"/>
              <a:gd name="connsiteY393" fmla="*/ 7213252 h 9576980"/>
              <a:gd name="connsiteX394" fmla="*/ 12353603 w 15731938"/>
              <a:gd name="connsiteY394" fmla="*/ 7210862 h 9576980"/>
              <a:gd name="connsiteX395" fmla="*/ 12353689 w 15731938"/>
              <a:gd name="connsiteY395" fmla="*/ 6822106 h 9576980"/>
              <a:gd name="connsiteX396" fmla="*/ 12355198 w 15731938"/>
              <a:gd name="connsiteY396" fmla="*/ 6770100 h 9576980"/>
              <a:gd name="connsiteX397" fmla="*/ 12355546 w 15731938"/>
              <a:gd name="connsiteY397" fmla="*/ 6691513 h 9576980"/>
              <a:gd name="connsiteX398" fmla="*/ 12353689 w 15731938"/>
              <a:gd name="connsiteY398" fmla="*/ 6535453 h 9576980"/>
              <a:gd name="connsiteX399" fmla="*/ 12353716 w 15731938"/>
              <a:gd name="connsiteY399" fmla="*/ 6369358 h 9576980"/>
              <a:gd name="connsiteX400" fmla="*/ 12350318 w 15731938"/>
              <a:gd name="connsiteY400" fmla="*/ 6241150 h 9576980"/>
              <a:gd name="connsiteX401" fmla="*/ 12353689 w 15731938"/>
              <a:gd name="connsiteY401" fmla="*/ 6044049 h 9576980"/>
              <a:gd name="connsiteX402" fmla="*/ 12354432 w 15731938"/>
              <a:gd name="connsiteY402" fmla="*/ 6017119 h 9576980"/>
              <a:gd name="connsiteX403" fmla="*/ 12354919 w 15731938"/>
              <a:gd name="connsiteY403" fmla="*/ 5992135 h 9576980"/>
              <a:gd name="connsiteX404" fmla="*/ 12358252 w 15731938"/>
              <a:gd name="connsiteY404" fmla="*/ 5859621 h 9576980"/>
              <a:gd name="connsiteX405" fmla="*/ 12355814 w 15731938"/>
              <a:gd name="connsiteY405" fmla="*/ 5737111 h 9576980"/>
              <a:gd name="connsiteX406" fmla="*/ 12353689 w 15731938"/>
              <a:gd name="connsiteY406" fmla="*/ 5457094 h 9576980"/>
              <a:gd name="connsiteX407" fmla="*/ 12356024 w 15731938"/>
              <a:gd name="connsiteY407" fmla="*/ 5319476 h 9576980"/>
              <a:gd name="connsiteX408" fmla="*/ 12353689 w 15731938"/>
              <a:gd name="connsiteY408" fmla="*/ 5265993 h 9576980"/>
              <a:gd name="connsiteX409" fmla="*/ 12348918 w 15731938"/>
              <a:gd name="connsiteY409" fmla="*/ 5039963 h 9576980"/>
              <a:gd name="connsiteX410" fmla="*/ 12353161 w 15731938"/>
              <a:gd name="connsiteY410" fmla="*/ 4991076 h 9576980"/>
              <a:gd name="connsiteX411" fmla="*/ 12352633 w 15731938"/>
              <a:gd name="connsiteY411" fmla="*/ 4920867 h 9576980"/>
              <a:gd name="connsiteX412" fmla="*/ 12346399 w 15731938"/>
              <a:gd name="connsiteY412" fmla="*/ 4791339 h 9576980"/>
              <a:gd name="connsiteX413" fmla="*/ 12342911 w 15731938"/>
              <a:gd name="connsiteY413" fmla="*/ 4692327 h 9576980"/>
              <a:gd name="connsiteX414" fmla="*/ 12335273 w 15731938"/>
              <a:gd name="connsiteY414" fmla="*/ 4692760 h 9576980"/>
              <a:gd name="connsiteX415" fmla="*/ 11936567 w 15731938"/>
              <a:gd name="connsiteY415" fmla="*/ 4686562 h 9576980"/>
              <a:gd name="connsiteX416" fmla="*/ 11672155 w 15731938"/>
              <a:gd name="connsiteY416" fmla="*/ 4676948 h 9576980"/>
              <a:gd name="connsiteX417" fmla="*/ 11579594 w 15731938"/>
              <a:gd name="connsiteY417" fmla="*/ 4686562 h 9576980"/>
              <a:gd name="connsiteX418" fmla="*/ 11292224 w 15731938"/>
              <a:gd name="connsiteY418" fmla="*/ 4696308 h 9576980"/>
              <a:gd name="connsiteX419" fmla="*/ 11216864 w 15731938"/>
              <a:gd name="connsiteY419" fmla="*/ 4688343 h 9576980"/>
              <a:gd name="connsiteX420" fmla="*/ 11147692 w 15731938"/>
              <a:gd name="connsiteY420" fmla="*/ 4689349 h 9576980"/>
              <a:gd name="connsiteX421" fmla="*/ 11085376 w 15731938"/>
              <a:gd name="connsiteY421" fmla="*/ 4686476 h 9576980"/>
              <a:gd name="connsiteX422" fmla="*/ 11071595 w 15731938"/>
              <a:gd name="connsiteY422" fmla="*/ 4686562 h 9576980"/>
              <a:gd name="connsiteX423" fmla="*/ 10709908 w 15731938"/>
              <a:gd name="connsiteY423" fmla="*/ 4697331 h 9576980"/>
              <a:gd name="connsiteX424" fmla="*/ 10541538 w 15731938"/>
              <a:gd name="connsiteY424" fmla="*/ 4693728 h 9576980"/>
              <a:gd name="connsiteX425" fmla="*/ 10500682 w 15731938"/>
              <a:gd name="connsiteY425" fmla="*/ 4696359 h 9576980"/>
              <a:gd name="connsiteX426" fmla="*/ 10402546 w 15731938"/>
              <a:gd name="connsiteY426" fmla="*/ 4691047 h 9576980"/>
              <a:gd name="connsiteX427" fmla="*/ 10398684 w 15731938"/>
              <a:gd name="connsiteY427" fmla="*/ 4690672 h 9576980"/>
              <a:gd name="connsiteX428" fmla="*/ 10226776 w 15731938"/>
              <a:gd name="connsiteY428" fmla="*/ 4686994 h 9576980"/>
              <a:gd name="connsiteX429" fmla="*/ 10100164 w 15731938"/>
              <a:gd name="connsiteY429" fmla="*/ 4694467 h 9576980"/>
              <a:gd name="connsiteX430" fmla="*/ 9547597 w 15731938"/>
              <a:gd name="connsiteY430" fmla="*/ 4686562 h 9576980"/>
              <a:gd name="connsiteX431" fmla="*/ 9370573 w 15731938"/>
              <a:gd name="connsiteY431" fmla="*/ 4685824 h 9576980"/>
              <a:gd name="connsiteX432" fmla="*/ 9345214 w 15731938"/>
              <a:gd name="connsiteY432" fmla="*/ 4686284 h 9576980"/>
              <a:gd name="connsiteX433" fmla="*/ 9341651 w 15731938"/>
              <a:gd name="connsiteY433" fmla="*/ 4686562 h 9576980"/>
              <a:gd name="connsiteX434" fmla="*/ 8744409 w 15731938"/>
              <a:gd name="connsiteY434" fmla="*/ 4686562 h 9576980"/>
              <a:gd name="connsiteX435" fmla="*/ 8325652 w 15731938"/>
              <a:gd name="connsiteY435" fmla="*/ 4686562 h 9576980"/>
              <a:gd name="connsiteX436" fmla="*/ 8199494 w 15731938"/>
              <a:gd name="connsiteY436" fmla="*/ 4684951 h 9576980"/>
              <a:gd name="connsiteX437" fmla="*/ 8085382 w 15731938"/>
              <a:gd name="connsiteY437" fmla="*/ 4686562 h 9576980"/>
              <a:gd name="connsiteX438" fmla="*/ 7802895 w 15731938"/>
              <a:gd name="connsiteY438" fmla="*/ 4683260 h 9576980"/>
              <a:gd name="connsiteX439" fmla="*/ 7792800 w 15731938"/>
              <a:gd name="connsiteY439" fmla="*/ 4682746 h 9576980"/>
              <a:gd name="connsiteX440" fmla="*/ 7728414 w 15731938"/>
              <a:gd name="connsiteY440" fmla="*/ 4686562 h 9576980"/>
              <a:gd name="connsiteX441" fmla="*/ 7434297 w 15731938"/>
              <a:gd name="connsiteY441" fmla="*/ 4700302 h 9576980"/>
              <a:gd name="connsiteX442" fmla="*/ 7058745 w 15731938"/>
              <a:gd name="connsiteY442" fmla="*/ 4687151 h 9576980"/>
              <a:gd name="connsiteX443" fmla="*/ 6936923 w 15731938"/>
              <a:gd name="connsiteY443" fmla="*/ 4693895 h 9576980"/>
              <a:gd name="connsiteX444" fmla="*/ 6382899 w 15731938"/>
              <a:gd name="connsiteY444" fmla="*/ 4686562 h 9576980"/>
              <a:gd name="connsiteX445" fmla="*/ 6339885 w 15731938"/>
              <a:gd name="connsiteY445" fmla="*/ 4688296 h 9576980"/>
              <a:gd name="connsiteX446" fmla="*/ 6204773 w 15731938"/>
              <a:gd name="connsiteY446" fmla="*/ 4703355 h 9576980"/>
              <a:gd name="connsiteX447" fmla="*/ 5668956 w 15731938"/>
              <a:gd name="connsiteY447" fmla="*/ 4686562 h 9576980"/>
              <a:gd name="connsiteX448" fmla="*/ 5614063 w 15731938"/>
              <a:gd name="connsiteY448" fmla="*/ 4684883 h 9576980"/>
              <a:gd name="connsiteX449" fmla="*/ 5545388 w 15731938"/>
              <a:gd name="connsiteY449" fmla="*/ 4686562 h 9576980"/>
              <a:gd name="connsiteX450" fmla="*/ 5387911 w 15731938"/>
              <a:gd name="connsiteY450" fmla="*/ 4689465 h 9576980"/>
              <a:gd name="connsiteX451" fmla="*/ 5367683 w 15731938"/>
              <a:gd name="connsiteY451" fmla="*/ 4689178 h 9576980"/>
              <a:gd name="connsiteX452" fmla="*/ 5248212 w 15731938"/>
              <a:gd name="connsiteY452" fmla="*/ 4694368 h 9576980"/>
              <a:gd name="connsiteX453" fmla="*/ 5071711 w 15731938"/>
              <a:gd name="connsiteY453" fmla="*/ 4686562 h 9576980"/>
              <a:gd name="connsiteX454" fmla="*/ 5040719 w 15731938"/>
              <a:gd name="connsiteY454" fmla="*/ 4685196 h 9576980"/>
              <a:gd name="connsiteX455" fmla="*/ 4948147 w 15731938"/>
              <a:gd name="connsiteY455" fmla="*/ 4686562 h 9576980"/>
              <a:gd name="connsiteX456" fmla="*/ 4750857 w 15731938"/>
              <a:gd name="connsiteY456" fmla="*/ 4684776 h 9576980"/>
              <a:gd name="connsiteX457" fmla="*/ 4627990 w 15731938"/>
              <a:gd name="connsiteY457" fmla="*/ 4691270 h 9576980"/>
              <a:gd name="connsiteX458" fmla="*/ 4474468 w 15731938"/>
              <a:gd name="connsiteY458" fmla="*/ 4686562 h 9576980"/>
              <a:gd name="connsiteX459" fmla="*/ 4307275 w 15731938"/>
              <a:gd name="connsiteY459" fmla="*/ 4675035 h 9576980"/>
              <a:gd name="connsiteX460" fmla="*/ 3972376 w 15731938"/>
              <a:gd name="connsiteY460" fmla="*/ 4672266 h 9576980"/>
              <a:gd name="connsiteX461" fmla="*/ 3520254 w 15731938"/>
              <a:gd name="connsiteY461" fmla="*/ 4686562 h 9576980"/>
              <a:gd name="connsiteX462" fmla="*/ 3520254 w 15731938"/>
              <a:gd name="connsiteY462" fmla="*/ 4119502 h 9576980"/>
              <a:gd name="connsiteX463" fmla="*/ 3632520 w 15731938"/>
              <a:gd name="connsiteY463" fmla="*/ 4114026 h 9576980"/>
              <a:gd name="connsiteX464" fmla="*/ 3659547 w 15731938"/>
              <a:gd name="connsiteY464" fmla="*/ 4114791 h 9576980"/>
              <a:gd name="connsiteX465" fmla="*/ 3809468 w 15731938"/>
              <a:gd name="connsiteY465" fmla="*/ 4109720 h 9576980"/>
              <a:gd name="connsiteX466" fmla="*/ 4028253 w 15731938"/>
              <a:gd name="connsiteY466" fmla="*/ 4119502 h 9576980"/>
              <a:gd name="connsiteX467" fmla="*/ 4625495 w 15731938"/>
              <a:gd name="connsiteY467" fmla="*/ 4119502 h 9576980"/>
              <a:gd name="connsiteX468" fmla="*/ 4691956 w 15731938"/>
              <a:gd name="connsiteY468" fmla="*/ 4120121 h 9576980"/>
              <a:gd name="connsiteX469" fmla="*/ 4714738 w 15731938"/>
              <a:gd name="connsiteY469" fmla="*/ 4119502 h 9576980"/>
              <a:gd name="connsiteX470" fmla="*/ 5133497 w 15731938"/>
              <a:gd name="connsiteY470" fmla="*/ 4119502 h 9576980"/>
              <a:gd name="connsiteX471" fmla="*/ 5998468 w 15731938"/>
              <a:gd name="connsiteY471" fmla="*/ 4119502 h 9576980"/>
              <a:gd name="connsiteX472" fmla="*/ 6022259 w 15731938"/>
              <a:gd name="connsiteY472" fmla="*/ 4120910 h 9576980"/>
              <a:gd name="connsiteX473" fmla="*/ 6060250 w 15731938"/>
              <a:gd name="connsiteY473" fmla="*/ 4119502 h 9576980"/>
              <a:gd name="connsiteX474" fmla="*/ 6298187 w 15731938"/>
              <a:gd name="connsiteY474" fmla="*/ 4122142 h 9576980"/>
              <a:gd name="connsiteX475" fmla="*/ 6371077 w 15731938"/>
              <a:gd name="connsiteY475" fmla="*/ 4124906 h 9576980"/>
              <a:gd name="connsiteX476" fmla="*/ 6417226 w 15731938"/>
              <a:gd name="connsiteY476" fmla="*/ 4119502 h 9576980"/>
              <a:gd name="connsiteX477" fmla="*/ 6619275 w 15731938"/>
              <a:gd name="connsiteY477" fmla="*/ 4111758 h 9576980"/>
              <a:gd name="connsiteX478" fmla="*/ 6652446 w 15731938"/>
              <a:gd name="connsiteY478" fmla="*/ 4112944 h 9576980"/>
              <a:gd name="connsiteX479" fmla="*/ 6730219 w 15731938"/>
              <a:gd name="connsiteY479" fmla="*/ 4106886 h 9576980"/>
              <a:gd name="connsiteX480" fmla="*/ 6890112 w 15731938"/>
              <a:gd name="connsiteY480" fmla="*/ 4102587 h 9576980"/>
              <a:gd name="connsiteX481" fmla="*/ 7060698 w 15731938"/>
              <a:gd name="connsiteY481" fmla="*/ 4106746 h 9576980"/>
              <a:gd name="connsiteX482" fmla="*/ 7109135 w 15731938"/>
              <a:gd name="connsiteY482" fmla="*/ 4109930 h 9576980"/>
              <a:gd name="connsiteX483" fmla="*/ 7119358 w 15731938"/>
              <a:gd name="connsiteY483" fmla="*/ 4109516 h 9576980"/>
              <a:gd name="connsiteX484" fmla="*/ 7522466 w 15731938"/>
              <a:gd name="connsiteY484" fmla="*/ 4119502 h 9576980"/>
              <a:gd name="connsiteX485" fmla="*/ 7582943 w 15731938"/>
              <a:gd name="connsiteY485" fmla="*/ 4123318 h 9576980"/>
              <a:gd name="connsiteX486" fmla="*/ 7626537 w 15731938"/>
              <a:gd name="connsiteY486" fmla="*/ 4122152 h 9576980"/>
              <a:gd name="connsiteX487" fmla="*/ 8030463 w 15731938"/>
              <a:gd name="connsiteY487" fmla="*/ 4119502 h 9576980"/>
              <a:gd name="connsiteX488" fmla="*/ 8340289 w 15731938"/>
              <a:gd name="connsiteY488" fmla="*/ 4118506 h 9576980"/>
              <a:gd name="connsiteX489" fmla="*/ 8455110 w 15731938"/>
              <a:gd name="connsiteY489" fmla="*/ 4118904 h 9576980"/>
              <a:gd name="connsiteX490" fmla="*/ 8478978 w 15731938"/>
              <a:gd name="connsiteY490" fmla="*/ 4118079 h 9576980"/>
              <a:gd name="connsiteX491" fmla="*/ 8627706 w 15731938"/>
              <a:gd name="connsiteY491" fmla="*/ 4119502 h 9576980"/>
              <a:gd name="connsiteX492" fmla="*/ 8837964 w 15731938"/>
              <a:gd name="connsiteY492" fmla="*/ 4122341 h 9576980"/>
              <a:gd name="connsiteX493" fmla="*/ 8926937 w 15731938"/>
              <a:gd name="connsiteY493" fmla="*/ 4121619 h 9576980"/>
              <a:gd name="connsiteX494" fmla="*/ 9135705 w 15731938"/>
              <a:gd name="connsiteY494" fmla="*/ 4119502 h 9576980"/>
              <a:gd name="connsiteX495" fmla="*/ 10000677 w 15731938"/>
              <a:gd name="connsiteY495" fmla="*/ 4119502 h 9576980"/>
              <a:gd name="connsiteX496" fmla="*/ 10032338 w 15731938"/>
              <a:gd name="connsiteY496" fmla="*/ 4123665 h 9576980"/>
              <a:gd name="connsiteX497" fmla="*/ 10134428 w 15731938"/>
              <a:gd name="connsiteY497" fmla="*/ 4120123 h 9576980"/>
              <a:gd name="connsiteX498" fmla="*/ 10330190 w 15731938"/>
              <a:gd name="connsiteY498" fmla="*/ 4119502 h 9576980"/>
              <a:gd name="connsiteX499" fmla="*/ 10460626 w 15731938"/>
              <a:gd name="connsiteY499" fmla="*/ 4123936 h 9576980"/>
              <a:gd name="connsiteX500" fmla="*/ 10508677 w 15731938"/>
              <a:gd name="connsiteY500" fmla="*/ 4119502 h 9576980"/>
              <a:gd name="connsiteX501" fmla="*/ 10713230 w 15731938"/>
              <a:gd name="connsiteY501" fmla="*/ 4114323 h 9576980"/>
              <a:gd name="connsiteX502" fmla="*/ 10910440 w 15731938"/>
              <a:gd name="connsiteY502" fmla="*/ 4120565 h 9576980"/>
              <a:gd name="connsiteX503" fmla="*/ 10927433 w 15731938"/>
              <a:gd name="connsiteY503" fmla="*/ 4119502 h 9576980"/>
              <a:gd name="connsiteX504" fmla="*/ 11331270 w 15731938"/>
              <a:gd name="connsiteY504" fmla="*/ 4106339 h 9576980"/>
              <a:gd name="connsiteX505" fmla="*/ 11563054 w 15731938"/>
              <a:gd name="connsiteY505" fmla="*/ 4112955 h 9576980"/>
              <a:gd name="connsiteX506" fmla="*/ 11608898 w 15731938"/>
              <a:gd name="connsiteY506" fmla="*/ 4111371 h 9576980"/>
              <a:gd name="connsiteX507" fmla="*/ 12279138 w 15731938"/>
              <a:gd name="connsiteY507" fmla="*/ 4125585 h 9576980"/>
              <a:gd name="connsiteX508" fmla="*/ 12350709 w 15731938"/>
              <a:gd name="connsiteY508" fmla="*/ 4124390 h 9576980"/>
              <a:gd name="connsiteX509" fmla="*/ 12349090 w 15731938"/>
              <a:gd name="connsiteY509" fmla="*/ 4090045 h 9576980"/>
              <a:gd name="connsiteX510" fmla="*/ 12353689 w 15731938"/>
              <a:gd name="connsiteY510" fmla="*/ 3600678 h 9576980"/>
              <a:gd name="connsiteX511" fmla="*/ 12353689 w 15731938"/>
              <a:gd name="connsiteY511" fmla="*/ 2822622 h 9576980"/>
              <a:gd name="connsiteX512" fmla="*/ 12355598 w 15731938"/>
              <a:gd name="connsiteY512" fmla="*/ 2750785 h 9576980"/>
              <a:gd name="connsiteX513" fmla="*/ 12353689 w 15731938"/>
              <a:gd name="connsiteY513" fmla="*/ 2727071 h 9576980"/>
              <a:gd name="connsiteX514" fmla="*/ 12350240 w 15731938"/>
              <a:gd name="connsiteY514" fmla="*/ 2490622 h 9576980"/>
              <a:gd name="connsiteX515" fmla="*/ 12351719 w 15731938"/>
              <a:gd name="connsiteY515" fmla="*/ 2462193 h 9576980"/>
              <a:gd name="connsiteX516" fmla="*/ 12351123 w 15731938"/>
              <a:gd name="connsiteY516" fmla="*/ 2445709 h 9576980"/>
              <a:gd name="connsiteX517" fmla="*/ 12345152 w 15731938"/>
              <a:gd name="connsiteY517" fmla="*/ 2239086 h 9576980"/>
              <a:gd name="connsiteX518" fmla="*/ 12351870 w 15731938"/>
              <a:gd name="connsiteY518" fmla="*/ 2086013 h 9576980"/>
              <a:gd name="connsiteX519" fmla="*/ 12351672 w 15731938"/>
              <a:gd name="connsiteY519" fmla="*/ 2069719 h 9576980"/>
              <a:gd name="connsiteX520" fmla="*/ 12357953 w 15731938"/>
              <a:gd name="connsiteY520" fmla="*/ 1914298 h 9576980"/>
              <a:gd name="connsiteX521" fmla="*/ 12360089 w 15731938"/>
              <a:gd name="connsiteY521" fmla="*/ 1841457 h 9576980"/>
              <a:gd name="connsiteX522" fmla="*/ 12358845 w 15731938"/>
              <a:gd name="connsiteY522" fmla="*/ 1816776 h 9576980"/>
              <a:gd name="connsiteX523" fmla="*/ 12353689 w 15731938"/>
              <a:gd name="connsiteY523" fmla="*/ 1648712 h 9576980"/>
              <a:gd name="connsiteX524" fmla="*/ 12351558 w 15731938"/>
              <a:gd name="connsiteY524" fmla="*/ 1631074 h 9576980"/>
              <a:gd name="connsiteX525" fmla="*/ 12328511 w 15731938"/>
              <a:gd name="connsiteY525" fmla="*/ 1630436 h 9576980"/>
              <a:gd name="connsiteX526" fmla="*/ 12197689 w 15731938"/>
              <a:gd name="connsiteY526" fmla="*/ 1625867 h 9576980"/>
              <a:gd name="connsiteX527" fmla="*/ 12147083 w 15731938"/>
              <a:gd name="connsiteY527" fmla="*/ 1625573 h 9576980"/>
              <a:gd name="connsiteX528" fmla="*/ 12008258 w 15731938"/>
              <a:gd name="connsiteY528" fmla="*/ 1634319 h 9576980"/>
              <a:gd name="connsiteX529" fmla="*/ 11282222 w 15731938"/>
              <a:gd name="connsiteY529" fmla="*/ 1650365 h 9576980"/>
              <a:gd name="connsiteX530" fmla="*/ 11127527 w 15731938"/>
              <a:gd name="connsiteY530" fmla="*/ 1638497 h 9576980"/>
              <a:gd name="connsiteX531" fmla="*/ 11036660 w 15731938"/>
              <a:gd name="connsiteY531" fmla="*/ 1640573 h 9576980"/>
              <a:gd name="connsiteX532" fmla="*/ 10612457 w 15731938"/>
              <a:gd name="connsiteY532" fmla="*/ 1634319 h 9576980"/>
              <a:gd name="connsiteX533" fmla="*/ 10435687 w 15731938"/>
              <a:gd name="connsiteY533" fmla="*/ 1631432 h 9576980"/>
              <a:gd name="connsiteX534" fmla="*/ 10350588 w 15731938"/>
              <a:gd name="connsiteY534" fmla="*/ 1632297 h 9576980"/>
              <a:gd name="connsiteX535" fmla="*/ 10214226 w 15731938"/>
              <a:gd name="connsiteY535" fmla="*/ 1636694 h 9576980"/>
              <a:gd name="connsiteX536" fmla="*/ 10026411 w 15731938"/>
              <a:gd name="connsiteY536" fmla="*/ 1641401 h 9576980"/>
              <a:gd name="connsiteX537" fmla="*/ 9824175 w 15731938"/>
              <a:gd name="connsiteY537" fmla="*/ 1635187 h 9576980"/>
              <a:gd name="connsiteX538" fmla="*/ 9813214 w 15731938"/>
              <a:gd name="connsiteY538" fmla="*/ 1635217 h 9576980"/>
              <a:gd name="connsiteX539" fmla="*/ 9486007 w 15731938"/>
              <a:gd name="connsiteY539" fmla="*/ 1634399 h 9576980"/>
              <a:gd name="connsiteX540" fmla="*/ 9448867 w 15731938"/>
              <a:gd name="connsiteY540" fmla="*/ 1636457 h 9576980"/>
              <a:gd name="connsiteX541" fmla="*/ 9341717 w 15731938"/>
              <a:gd name="connsiteY541" fmla="*/ 1642915 h 9576980"/>
              <a:gd name="connsiteX542" fmla="*/ 9262101 w 15731938"/>
              <a:gd name="connsiteY542" fmla="*/ 1637443 h 9576980"/>
              <a:gd name="connsiteX543" fmla="*/ 9208918 w 15731938"/>
              <a:gd name="connsiteY543" fmla="*/ 1640230 h 9576980"/>
              <a:gd name="connsiteX544" fmla="*/ 9111970 w 15731938"/>
              <a:gd name="connsiteY544" fmla="*/ 1634319 h 9576980"/>
              <a:gd name="connsiteX545" fmla="*/ 8936310 w 15731938"/>
              <a:gd name="connsiteY545" fmla="*/ 1627178 h 9576980"/>
              <a:gd name="connsiteX546" fmla="*/ 8874684 w 15731938"/>
              <a:gd name="connsiteY546" fmla="*/ 1634319 h 9576980"/>
              <a:gd name="connsiteX547" fmla="*/ 8315273 w 15731938"/>
              <a:gd name="connsiteY547" fmla="*/ 1630181 h 9576980"/>
              <a:gd name="connsiteX548" fmla="*/ 8292086 w 15731938"/>
              <a:gd name="connsiteY548" fmla="*/ 1630554 h 9576980"/>
              <a:gd name="connsiteX549" fmla="*/ 8176784 w 15731938"/>
              <a:gd name="connsiteY549" fmla="*/ 1634319 h 9576980"/>
              <a:gd name="connsiteX550" fmla="*/ 7944139 w 15731938"/>
              <a:gd name="connsiteY550" fmla="*/ 1641541 h 9576980"/>
              <a:gd name="connsiteX551" fmla="*/ 7894219 w 15731938"/>
              <a:gd name="connsiteY551" fmla="*/ 1639458 h 9576980"/>
              <a:gd name="connsiteX552" fmla="*/ 7842395 w 15731938"/>
              <a:gd name="connsiteY552" fmla="*/ 1641083 h 9576980"/>
              <a:gd name="connsiteX553" fmla="*/ 7690896 w 15731938"/>
              <a:gd name="connsiteY553" fmla="*/ 1641401 h 9576980"/>
              <a:gd name="connsiteX554" fmla="*/ 7498431 w 15731938"/>
              <a:gd name="connsiteY554" fmla="*/ 1637279 h 9576980"/>
              <a:gd name="connsiteX555" fmla="*/ 7136914 w 15731938"/>
              <a:gd name="connsiteY555" fmla="*/ 1634319 h 9576980"/>
              <a:gd name="connsiteX556" fmla="*/ 6705247 w 15731938"/>
              <a:gd name="connsiteY556" fmla="*/ 1623998 h 9576980"/>
              <a:gd name="connsiteX557" fmla="*/ 13382260 w 15731938"/>
              <a:gd name="connsiteY557" fmla="*/ 7 h 9576980"/>
              <a:gd name="connsiteX558" fmla="*/ 13510526 w 15731938"/>
              <a:gd name="connsiteY558" fmla="*/ 3789 h 9576980"/>
              <a:gd name="connsiteX559" fmla="*/ 13556055 w 15731938"/>
              <a:gd name="connsiteY559" fmla="*/ 9277 h 9576980"/>
              <a:gd name="connsiteX560" fmla="*/ 13600806 w 15731938"/>
              <a:gd name="connsiteY560" fmla="*/ 8320 h 9576980"/>
              <a:gd name="connsiteX561" fmla="*/ 13966751 w 15731938"/>
              <a:gd name="connsiteY561" fmla="*/ 4140 h 9576980"/>
              <a:gd name="connsiteX562" fmla="*/ 14022464 w 15731938"/>
              <a:gd name="connsiteY562" fmla="*/ 5605 h 9576980"/>
              <a:gd name="connsiteX563" fmla="*/ 14037368 w 15731938"/>
              <a:gd name="connsiteY563" fmla="*/ 5676 h 9576980"/>
              <a:gd name="connsiteX564" fmla="*/ 14137756 w 15731938"/>
              <a:gd name="connsiteY564" fmla="*/ 10698 h 9576980"/>
              <a:gd name="connsiteX565" fmla="*/ 14327297 w 15731938"/>
              <a:gd name="connsiteY565" fmla="*/ 21320 h 9576980"/>
              <a:gd name="connsiteX566" fmla="*/ 14328163 w 15731938"/>
              <a:gd name="connsiteY566" fmla="*/ 21342 h 9576980"/>
              <a:gd name="connsiteX567" fmla="*/ 14831560 w 15731938"/>
              <a:gd name="connsiteY567" fmla="*/ 10698 h 9576980"/>
              <a:gd name="connsiteX568" fmla="*/ 14831560 w 15731938"/>
              <a:gd name="connsiteY568" fmla="*/ 693204 h 9576980"/>
              <a:gd name="connsiteX569" fmla="*/ 14826664 w 15731938"/>
              <a:gd name="connsiteY569" fmla="*/ 753705 h 9576980"/>
              <a:gd name="connsiteX570" fmla="*/ 14826985 w 15731938"/>
              <a:gd name="connsiteY570" fmla="*/ 781531 h 9576980"/>
              <a:gd name="connsiteX571" fmla="*/ 14831560 w 15731938"/>
              <a:gd name="connsiteY571" fmla="*/ 897956 h 9576980"/>
              <a:gd name="connsiteX572" fmla="*/ 14848376 w 15731938"/>
              <a:gd name="connsiteY572" fmla="*/ 1564589 h 9576980"/>
              <a:gd name="connsiteX573" fmla="*/ 14845858 w 15731938"/>
              <a:gd name="connsiteY573" fmla="*/ 1595578 h 9576980"/>
              <a:gd name="connsiteX574" fmla="*/ 14846386 w 15731938"/>
              <a:gd name="connsiteY574" fmla="*/ 1653643 h 9576980"/>
              <a:gd name="connsiteX575" fmla="*/ 14831560 w 15731938"/>
              <a:gd name="connsiteY575" fmla="*/ 1867114 h 9576980"/>
              <a:gd name="connsiteX576" fmla="*/ 14831560 w 15731938"/>
              <a:gd name="connsiteY576" fmla="*/ 2262967 h 9576980"/>
              <a:gd name="connsiteX577" fmla="*/ 14834673 w 15731938"/>
              <a:gd name="connsiteY577" fmla="*/ 2389143 h 9576980"/>
              <a:gd name="connsiteX578" fmla="*/ 14844551 w 15731938"/>
              <a:gd name="connsiteY578" fmla="*/ 2486328 h 9576980"/>
              <a:gd name="connsiteX579" fmla="*/ 14831560 w 15731938"/>
              <a:gd name="connsiteY579" fmla="*/ 2945473 h 9576980"/>
              <a:gd name="connsiteX580" fmla="*/ 14820707 w 15731938"/>
              <a:gd name="connsiteY580" fmla="*/ 3093912 h 9576980"/>
              <a:gd name="connsiteX581" fmla="*/ 14818998 w 15731938"/>
              <a:gd name="connsiteY581" fmla="*/ 3259105 h 9576980"/>
              <a:gd name="connsiteX582" fmla="*/ 14831560 w 15731938"/>
              <a:gd name="connsiteY582" fmla="*/ 3627980 h 9576980"/>
              <a:gd name="connsiteX583" fmla="*/ 14834257 w 15731938"/>
              <a:gd name="connsiteY583" fmla="*/ 3960728 h 9576980"/>
              <a:gd name="connsiteX584" fmla="*/ 14832455 w 15731938"/>
              <a:gd name="connsiteY584" fmla="*/ 3981215 h 9576980"/>
              <a:gd name="connsiteX585" fmla="*/ 14831560 w 15731938"/>
              <a:gd name="connsiteY585" fmla="*/ 4023833 h 9576980"/>
              <a:gd name="connsiteX586" fmla="*/ 14829681 w 15731938"/>
              <a:gd name="connsiteY586" fmla="*/ 4091573 h 9576980"/>
              <a:gd name="connsiteX587" fmla="*/ 14831560 w 15731938"/>
              <a:gd name="connsiteY587" fmla="*/ 4119383 h 9576980"/>
              <a:gd name="connsiteX588" fmla="*/ 14851982 w 15731938"/>
              <a:gd name="connsiteY588" fmla="*/ 4417833 h 9576980"/>
              <a:gd name="connsiteX589" fmla="*/ 14848634 w 15731938"/>
              <a:gd name="connsiteY589" fmla="*/ 4645744 h 9576980"/>
              <a:gd name="connsiteX590" fmla="*/ 14840801 w 15731938"/>
              <a:gd name="connsiteY590" fmla="*/ 4761205 h 9576980"/>
              <a:gd name="connsiteX591" fmla="*/ 14840806 w 15731938"/>
              <a:gd name="connsiteY591" fmla="*/ 4762341 h 9576980"/>
              <a:gd name="connsiteX592" fmla="*/ 14831560 w 15731938"/>
              <a:gd name="connsiteY592" fmla="*/ 5197742 h 9576980"/>
              <a:gd name="connsiteX593" fmla="*/ 14829183 w 15731938"/>
              <a:gd name="connsiteY593" fmla="*/ 5302989 h 9576980"/>
              <a:gd name="connsiteX594" fmla="*/ 14827955 w 15731938"/>
              <a:gd name="connsiteY594" fmla="*/ 5348998 h 9576980"/>
              <a:gd name="connsiteX595" fmla="*/ 14836014 w 15731938"/>
              <a:gd name="connsiteY595" fmla="*/ 5510019 h 9576980"/>
              <a:gd name="connsiteX596" fmla="*/ 14832927 w 15731938"/>
              <a:gd name="connsiteY596" fmla="*/ 5624713 h 9576980"/>
              <a:gd name="connsiteX597" fmla="*/ 14836607 w 15731938"/>
              <a:gd name="connsiteY597" fmla="*/ 5708493 h 9576980"/>
              <a:gd name="connsiteX598" fmla="*/ 14835722 w 15731938"/>
              <a:gd name="connsiteY598" fmla="*/ 5889652 h 9576980"/>
              <a:gd name="connsiteX599" fmla="*/ 14832779 w 15731938"/>
              <a:gd name="connsiteY599" fmla="*/ 6091902 h 9576980"/>
              <a:gd name="connsiteX600" fmla="*/ 14835167 w 15731938"/>
              <a:gd name="connsiteY600" fmla="*/ 6132175 h 9576980"/>
              <a:gd name="connsiteX601" fmla="*/ 14831560 w 15731938"/>
              <a:gd name="connsiteY601" fmla="*/ 6944957 h 9576980"/>
              <a:gd name="connsiteX602" fmla="*/ 14831503 w 15731938"/>
              <a:gd name="connsiteY602" fmla="*/ 6945936 h 9576980"/>
              <a:gd name="connsiteX603" fmla="*/ 14831560 w 15731938"/>
              <a:gd name="connsiteY603" fmla="*/ 6958607 h 9576980"/>
              <a:gd name="connsiteX604" fmla="*/ 14830878 w 15731938"/>
              <a:gd name="connsiteY604" fmla="*/ 7175150 h 9576980"/>
              <a:gd name="connsiteX605" fmla="*/ 14828741 w 15731938"/>
              <a:gd name="connsiteY605" fmla="*/ 7305274 h 9576980"/>
              <a:gd name="connsiteX606" fmla="*/ 14833986 w 15731938"/>
              <a:gd name="connsiteY606" fmla="*/ 7416339 h 9576980"/>
              <a:gd name="connsiteX607" fmla="*/ 14831560 w 15731938"/>
              <a:gd name="connsiteY607" fmla="*/ 7531912 h 9576980"/>
              <a:gd name="connsiteX608" fmla="*/ 14827920 w 15731938"/>
              <a:gd name="connsiteY608" fmla="*/ 7599995 h 9576980"/>
              <a:gd name="connsiteX609" fmla="*/ 14831560 w 15731938"/>
              <a:gd name="connsiteY609" fmla="*/ 7736663 h 9576980"/>
              <a:gd name="connsiteX610" fmla="*/ 14831560 w 15731938"/>
              <a:gd name="connsiteY610" fmla="*/ 8228068 h 9576980"/>
              <a:gd name="connsiteX611" fmla="*/ 14830485 w 15731938"/>
              <a:gd name="connsiteY611" fmla="*/ 8262043 h 9576980"/>
              <a:gd name="connsiteX612" fmla="*/ 14828559 w 15731938"/>
              <a:gd name="connsiteY612" fmla="*/ 8300624 h 9576980"/>
              <a:gd name="connsiteX613" fmla="*/ 14843407 w 15731938"/>
              <a:gd name="connsiteY613" fmla="*/ 8300782 h 9576980"/>
              <a:gd name="connsiteX614" fmla="*/ 14962203 w 15731938"/>
              <a:gd name="connsiteY614" fmla="*/ 8297212 h 9576980"/>
              <a:gd name="connsiteX615" fmla="*/ 15712187 w 15731938"/>
              <a:gd name="connsiteY615" fmla="*/ 8303388 h 9576980"/>
              <a:gd name="connsiteX616" fmla="*/ 15712187 w 15731938"/>
              <a:gd name="connsiteY616" fmla="*/ 8900976 h 9576980"/>
              <a:gd name="connsiteX617" fmla="*/ 15340799 w 15731938"/>
              <a:gd name="connsiteY617" fmla="*/ 8907349 h 9576980"/>
              <a:gd name="connsiteX618" fmla="*/ 15234095 w 15731938"/>
              <a:gd name="connsiteY618" fmla="*/ 8901683 h 9576980"/>
              <a:gd name="connsiteX619" fmla="*/ 15187244 w 15731938"/>
              <a:gd name="connsiteY619" fmla="*/ 8902086 h 9576980"/>
              <a:gd name="connsiteX620" fmla="*/ 14881076 w 15731938"/>
              <a:gd name="connsiteY620" fmla="*/ 8908853 h 9576980"/>
              <a:gd name="connsiteX621" fmla="*/ 14836628 w 15731938"/>
              <a:gd name="connsiteY621" fmla="*/ 8908688 h 9576980"/>
              <a:gd name="connsiteX622" fmla="*/ 14835124 w 15731938"/>
              <a:gd name="connsiteY622" fmla="*/ 9034772 h 9576980"/>
              <a:gd name="connsiteX623" fmla="*/ 14831560 w 15731938"/>
              <a:gd name="connsiteY623" fmla="*/ 9565779 h 9576980"/>
              <a:gd name="connsiteX624" fmla="*/ 14482372 w 15731938"/>
              <a:gd name="connsiteY624" fmla="*/ 9571528 h 9576980"/>
              <a:gd name="connsiteX625" fmla="*/ 14371058 w 15731938"/>
              <a:gd name="connsiteY625" fmla="*/ 9567545 h 9576980"/>
              <a:gd name="connsiteX626" fmla="*/ 14308482 w 15731938"/>
              <a:gd name="connsiteY626" fmla="*/ 9571041 h 9576980"/>
              <a:gd name="connsiteX627" fmla="*/ 14173226 w 15731938"/>
              <a:gd name="connsiteY627" fmla="*/ 9566164 h 9576980"/>
              <a:gd name="connsiteX628" fmla="*/ 14032726 w 15731938"/>
              <a:gd name="connsiteY628" fmla="*/ 9570008 h 9576980"/>
              <a:gd name="connsiteX629" fmla="*/ 13617403 w 15731938"/>
              <a:gd name="connsiteY629" fmla="*/ 9565779 h 9576980"/>
              <a:gd name="connsiteX630" fmla="*/ 13553996 w 15731938"/>
              <a:gd name="connsiteY630" fmla="*/ 9563480 h 9576980"/>
              <a:gd name="connsiteX631" fmla="*/ 13518288 w 15731938"/>
              <a:gd name="connsiteY631" fmla="*/ 9565779 h 9576980"/>
              <a:gd name="connsiteX632" fmla="*/ 13210744 w 15731938"/>
              <a:gd name="connsiteY632" fmla="*/ 9576506 h 9576980"/>
              <a:gd name="connsiteX633" fmla="*/ 13180887 w 15731938"/>
              <a:gd name="connsiteY633" fmla="*/ 9575628 h 9576980"/>
              <a:gd name="connsiteX634" fmla="*/ 13130533 w 15731938"/>
              <a:gd name="connsiteY634" fmla="*/ 9576980 h 9576980"/>
              <a:gd name="connsiteX635" fmla="*/ 13023964 w 15731938"/>
              <a:gd name="connsiteY635" fmla="*/ 9569395 h 9576980"/>
              <a:gd name="connsiteX636" fmla="*/ 13014634 w 15731938"/>
              <a:gd name="connsiteY636" fmla="*/ 9569000 h 9576980"/>
              <a:gd name="connsiteX637" fmla="*/ 12923599 w 15731938"/>
              <a:gd name="connsiteY637" fmla="*/ 9565779 h 9576980"/>
              <a:gd name="connsiteX638" fmla="*/ 12353689 w 15731938"/>
              <a:gd name="connsiteY638" fmla="*/ 9565779 h 9576980"/>
              <a:gd name="connsiteX639" fmla="*/ 12356704 w 15731938"/>
              <a:gd name="connsiteY639" fmla="*/ 9438797 h 9576980"/>
              <a:gd name="connsiteX640" fmla="*/ 12360726 w 15731938"/>
              <a:gd name="connsiteY640" fmla="*/ 9353397 h 9576980"/>
              <a:gd name="connsiteX641" fmla="*/ 12353689 w 15731938"/>
              <a:gd name="connsiteY641" fmla="*/ 9169926 h 9576980"/>
              <a:gd name="connsiteX642" fmla="*/ 12349544 w 15731938"/>
              <a:gd name="connsiteY642" fmla="*/ 9059206 h 9576980"/>
              <a:gd name="connsiteX643" fmla="*/ 12349204 w 15731938"/>
              <a:gd name="connsiteY643" fmla="*/ 9050808 h 9576980"/>
              <a:gd name="connsiteX644" fmla="*/ 12273408 w 15731938"/>
              <a:gd name="connsiteY644" fmla="*/ 9051798 h 9576980"/>
              <a:gd name="connsiteX645" fmla="*/ 10656095 w 15731938"/>
              <a:gd name="connsiteY645" fmla="*/ 9067234 h 9576980"/>
              <a:gd name="connsiteX646" fmla="*/ 10621107 w 15731938"/>
              <a:gd name="connsiteY646" fmla="*/ 9066232 h 9576980"/>
              <a:gd name="connsiteX647" fmla="*/ 10081018 w 15731938"/>
              <a:gd name="connsiteY647" fmla="*/ 9061893 h 9576980"/>
              <a:gd name="connsiteX648" fmla="*/ 9645022 w 15731938"/>
              <a:gd name="connsiteY648" fmla="*/ 9065903 h 9576980"/>
              <a:gd name="connsiteX649" fmla="*/ 9607815 w 15731938"/>
              <a:gd name="connsiteY649" fmla="*/ 9066390 h 9576980"/>
              <a:gd name="connsiteX650" fmla="*/ 9609450 w 15731938"/>
              <a:gd name="connsiteY650" fmla="*/ 9163486 h 9576980"/>
              <a:gd name="connsiteX651" fmla="*/ 9160503 w 15731938"/>
              <a:gd name="connsiteY651" fmla="*/ 9166588 h 9576980"/>
              <a:gd name="connsiteX652" fmla="*/ 9047695 w 15731938"/>
              <a:gd name="connsiteY652" fmla="*/ 9163785 h 9576980"/>
              <a:gd name="connsiteX653" fmla="*/ 9034016 w 15731938"/>
              <a:gd name="connsiteY653" fmla="*/ 9163990 h 9576980"/>
              <a:gd name="connsiteX654" fmla="*/ 8942283 w 15731938"/>
              <a:gd name="connsiteY654" fmla="*/ 9163486 h 9576980"/>
              <a:gd name="connsiteX655" fmla="*/ 8181712 w 15731938"/>
              <a:gd name="connsiteY655" fmla="*/ 9163486 h 9576980"/>
              <a:gd name="connsiteX656" fmla="*/ 7717622 w 15731938"/>
              <a:gd name="connsiteY656" fmla="*/ 9162706 h 9576980"/>
              <a:gd name="connsiteX657" fmla="*/ 7713340 w 15731938"/>
              <a:gd name="connsiteY657" fmla="*/ 9162643 h 9576980"/>
              <a:gd name="connsiteX658" fmla="*/ 7701353 w 15731938"/>
              <a:gd name="connsiteY658" fmla="*/ 9163486 h 9576980"/>
              <a:gd name="connsiteX659" fmla="*/ 7324056 w 15731938"/>
              <a:gd name="connsiteY659" fmla="*/ 9170485 h 9576980"/>
              <a:gd name="connsiteX660" fmla="*/ 7266055 w 15731938"/>
              <a:gd name="connsiteY660" fmla="*/ 9166546 h 9576980"/>
              <a:gd name="connsiteX661" fmla="*/ 7135631 w 15731938"/>
              <a:gd name="connsiteY661" fmla="*/ 9173016 h 9576980"/>
              <a:gd name="connsiteX662" fmla="*/ 6567170 w 15731938"/>
              <a:gd name="connsiteY662" fmla="*/ 9163486 h 9576980"/>
              <a:gd name="connsiteX663" fmla="*/ 6559216 w 15731938"/>
              <a:gd name="connsiteY663" fmla="*/ 9162782 h 9576980"/>
              <a:gd name="connsiteX664" fmla="*/ 6488851 w 15731938"/>
              <a:gd name="connsiteY664" fmla="*/ 9162449 h 9576980"/>
              <a:gd name="connsiteX665" fmla="*/ 6166868 w 15731938"/>
              <a:gd name="connsiteY665" fmla="*/ 9163486 h 9576980"/>
              <a:gd name="connsiteX666" fmla="*/ 6128843 w 15731938"/>
              <a:gd name="connsiteY666" fmla="*/ 9163124 h 9576980"/>
              <a:gd name="connsiteX667" fmla="*/ 5972250 w 15731938"/>
              <a:gd name="connsiteY667" fmla="*/ 9169571 h 9576980"/>
              <a:gd name="connsiteX668" fmla="*/ 5806597 w 15731938"/>
              <a:gd name="connsiteY668" fmla="*/ 9163486 h 9576980"/>
              <a:gd name="connsiteX669" fmla="*/ 5713370 w 15731938"/>
              <a:gd name="connsiteY669" fmla="*/ 9155997 h 9576980"/>
              <a:gd name="connsiteX670" fmla="*/ 5629298 w 15731938"/>
              <a:gd name="connsiteY670" fmla="*/ 9155362 h 9576980"/>
              <a:gd name="connsiteX671" fmla="*/ 5592868 w 15731938"/>
              <a:gd name="connsiteY671" fmla="*/ 9156303 h 9576980"/>
              <a:gd name="connsiteX672" fmla="*/ 5419641 w 15731938"/>
              <a:gd name="connsiteY672" fmla="*/ 9163486 h 9576980"/>
              <a:gd name="connsiteX673" fmla="*/ 5364571 w 15731938"/>
              <a:gd name="connsiteY673" fmla="*/ 9161372 h 9576980"/>
              <a:gd name="connsiteX674" fmla="*/ 5312895 w 15731938"/>
              <a:gd name="connsiteY674" fmla="*/ 9163486 h 9576980"/>
              <a:gd name="connsiteX675" fmla="*/ 4921018 w 15731938"/>
              <a:gd name="connsiteY675" fmla="*/ 9163006 h 9576980"/>
              <a:gd name="connsiteX676" fmla="*/ 4873677 w 15731938"/>
              <a:gd name="connsiteY676" fmla="*/ 9161102 h 9576980"/>
              <a:gd name="connsiteX677" fmla="*/ 4845878 w 15731938"/>
              <a:gd name="connsiteY677" fmla="*/ 9163486 h 9576980"/>
              <a:gd name="connsiteX678" fmla="*/ 4745906 w 15731938"/>
              <a:gd name="connsiteY678" fmla="*/ 9168284 h 9576980"/>
              <a:gd name="connsiteX679" fmla="*/ 4630452 w 15731938"/>
              <a:gd name="connsiteY679" fmla="*/ 9164941 h 9576980"/>
              <a:gd name="connsiteX680" fmla="*/ 4530880 w 15731938"/>
              <a:gd name="connsiteY680" fmla="*/ 9174428 h 9576980"/>
              <a:gd name="connsiteX681" fmla="*/ 4239517 w 15731938"/>
              <a:gd name="connsiteY681" fmla="*/ 9170258 h 9576980"/>
              <a:gd name="connsiteX682" fmla="*/ 4229797 w 15731938"/>
              <a:gd name="connsiteY682" fmla="*/ 9169865 h 9576980"/>
              <a:gd name="connsiteX683" fmla="*/ 4135334 w 15731938"/>
              <a:gd name="connsiteY683" fmla="*/ 9171321 h 9576980"/>
              <a:gd name="connsiteX684" fmla="*/ 3885154 w 15731938"/>
              <a:gd name="connsiteY684" fmla="*/ 9163486 h 9576980"/>
              <a:gd name="connsiteX685" fmla="*/ 3508731 w 15731938"/>
              <a:gd name="connsiteY685" fmla="*/ 9156337 h 9576980"/>
              <a:gd name="connsiteX686" fmla="*/ 3327459 w 15731938"/>
              <a:gd name="connsiteY686" fmla="*/ 9157905 h 9576980"/>
              <a:gd name="connsiteX687" fmla="*/ 3217987 w 15731938"/>
              <a:gd name="connsiteY687" fmla="*/ 9163486 h 9576980"/>
              <a:gd name="connsiteX688" fmla="*/ 2737626 w 15731938"/>
              <a:gd name="connsiteY688" fmla="*/ 9163486 h 9576980"/>
              <a:gd name="connsiteX689" fmla="*/ 2714555 w 15731938"/>
              <a:gd name="connsiteY689" fmla="*/ 9161753 h 9576980"/>
              <a:gd name="connsiteX690" fmla="*/ 2644223 w 15731938"/>
              <a:gd name="connsiteY690" fmla="*/ 9163486 h 9576980"/>
              <a:gd name="connsiteX691" fmla="*/ 2070459 w 15731938"/>
              <a:gd name="connsiteY691" fmla="*/ 9163486 h 9576980"/>
              <a:gd name="connsiteX692" fmla="*/ 1996299 w 15731938"/>
              <a:gd name="connsiteY692" fmla="*/ 9156246 h 9576980"/>
              <a:gd name="connsiteX693" fmla="*/ 1870309 w 15731938"/>
              <a:gd name="connsiteY693" fmla="*/ 9163486 h 9576980"/>
              <a:gd name="connsiteX694" fmla="*/ 1570676 w 15731938"/>
              <a:gd name="connsiteY694" fmla="*/ 9165755 h 9576980"/>
              <a:gd name="connsiteX695" fmla="*/ 1570042 w 15731938"/>
              <a:gd name="connsiteY695" fmla="*/ 9165735 h 9576980"/>
              <a:gd name="connsiteX696" fmla="*/ 1498631 w 15731938"/>
              <a:gd name="connsiteY696" fmla="*/ 9173741 h 9576980"/>
              <a:gd name="connsiteX697" fmla="*/ 1109738 w 15731938"/>
              <a:gd name="connsiteY697" fmla="*/ 9163486 h 9576980"/>
              <a:gd name="connsiteX698" fmla="*/ 1039739 w 15731938"/>
              <a:gd name="connsiteY698" fmla="*/ 9159401 h 9576980"/>
              <a:gd name="connsiteX699" fmla="*/ 1009483 w 15731938"/>
              <a:gd name="connsiteY699" fmla="*/ 9158215 h 9576980"/>
              <a:gd name="connsiteX700" fmla="*/ 874967 w 15731938"/>
              <a:gd name="connsiteY700" fmla="*/ 9153092 h 9576980"/>
              <a:gd name="connsiteX701" fmla="*/ 629067 w 15731938"/>
              <a:gd name="connsiteY701" fmla="*/ 9149341 h 9576980"/>
              <a:gd name="connsiteX702" fmla="*/ 540487 w 15731938"/>
              <a:gd name="connsiteY702" fmla="*/ 9151078 h 9576980"/>
              <a:gd name="connsiteX703" fmla="*/ 269107 w 15731938"/>
              <a:gd name="connsiteY703" fmla="*/ 9163486 h 9576980"/>
              <a:gd name="connsiteX704" fmla="*/ 269107 w 15731938"/>
              <a:gd name="connsiteY704" fmla="*/ 8822094 h 9576980"/>
              <a:gd name="connsiteX705" fmla="*/ 269766 w 15731938"/>
              <a:gd name="connsiteY705" fmla="*/ 8809710 h 9576980"/>
              <a:gd name="connsiteX706" fmla="*/ 269107 w 15731938"/>
              <a:gd name="connsiteY706" fmla="*/ 8800303 h 9576980"/>
              <a:gd name="connsiteX707" fmla="*/ 268467 w 15731938"/>
              <a:gd name="connsiteY707" fmla="*/ 8631719 h 9576980"/>
              <a:gd name="connsiteX708" fmla="*/ 271013 w 15731938"/>
              <a:gd name="connsiteY708" fmla="*/ 8579561 h 9576980"/>
              <a:gd name="connsiteX709" fmla="*/ 268612 w 15731938"/>
              <a:gd name="connsiteY709" fmla="*/ 8522365 h 9576980"/>
              <a:gd name="connsiteX710" fmla="*/ 269107 w 15731938"/>
              <a:gd name="connsiteY710" fmla="*/ 8437120 h 9576980"/>
              <a:gd name="connsiteX711" fmla="*/ 147051 w 15731938"/>
              <a:gd name="connsiteY711" fmla="*/ 8437197 h 9576980"/>
              <a:gd name="connsiteX712" fmla="*/ 82831 w 15731938"/>
              <a:gd name="connsiteY712" fmla="*/ 8434090 h 9576980"/>
              <a:gd name="connsiteX713" fmla="*/ 16271 w 15731938"/>
              <a:gd name="connsiteY713" fmla="*/ 8437120 h 9576980"/>
              <a:gd name="connsiteX714" fmla="*/ 17743 w 15731938"/>
              <a:gd name="connsiteY714" fmla="*/ 8228613 h 9576980"/>
              <a:gd name="connsiteX715" fmla="*/ 18792 w 15731938"/>
              <a:gd name="connsiteY715" fmla="*/ 8199661 h 9576980"/>
              <a:gd name="connsiteX716" fmla="*/ 19518 w 15731938"/>
              <a:gd name="connsiteY716" fmla="*/ 8131244 h 9576980"/>
              <a:gd name="connsiteX717" fmla="*/ 16271 w 15731938"/>
              <a:gd name="connsiteY717" fmla="*/ 7829635 h 9576980"/>
              <a:gd name="connsiteX718" fmla="*/ 16182 w 15731938"/>
              <a:gd name="connsiteY718" fmla="*/ 7745166 h 9576980"/>
              <a:gd name="connsiteX719" fmla="*/ 17350 w 15731938"/>
              <a:gd name="connsiteY719" fmla="*/ 7687909 h 9576980"/>
              <a:gd name="connsiteX720" fmla="*/ 16271 w 15731938"/>
              <a:gd name="connsiteY720" fmla="*/ 7679470 h 9576980"/>
              <a:gd name="connsiteX721" fmla="*/ 16271 w 15731938"/>
              <a:gd name="connsiteY721" fmla="*/ 7071986 h 9576980"/>
              <a:gd name="connsiteX722" fmla="*/ 13047 w 15731938"/>
              <a:gd name="connsiteY722" fmla="*/ 7014171 h 9576980"/>
              <a:gd name="connsiteX723" fmla="*/ 13018 w 15731938"/>
              <a:gd name="connsiteY723" fmla="*/ 6956939 h 9576980"/>
              <a:gd name="connsiteX724" fmla="*/ 9789 w 15731938"/>
              <a:gd name="connsiteY724" fmla="*/ 6917260 h 9576980"/>
              <a:gd name="connsiteX725" fmla="*/ 14482 w 15731938"/>
              <a:gd name="connsiteY725" fmla="*/ 6741174 h 9576980"/>
              <a:gd name="connsiteX726" fmla="*/ 20215 w 15731938"/>
              <a:gd name="connsiteY726" fmla="*/ 6662589 h 9576980"/>
              <a:gd name="connsiteX727" fmla="*/ 21276 w 15731938"/>
              <a:gd name="connsiteY727" fmla="*/ 6612845 h 9576980"/>
              <a:gd name="connsiteX728" fmla="*/ 21188 w 15731938"/>
              <a:gd name="connsiteY728" fmla="*/ 6595541 h 9576980"/>
              <a:gd name="connsiteX729" fmla="*/ 16271 w 15731938"/>
              <a:gd name="connsiteY729" fmla="*/ 6539583 h 9576980"/>
              <a:gd name="connsiteX730" fmla="*/ 7828 w 15731938"/>
              <a:gd name="connsiteY730" fmla="*/ 6409323 h 9576980"/>
              <a:gd name="connsiteX731" fmla="*/ 9321 w 15731938"/>
              <a:gd name="connsiteY731" fmla="*/ 6268852 h 9576980"/>
              <a:gd name="connsiteX732" fmla="*/ 6160 w 15731938"/>
              <a:gd name="connsiteY732" fmla="*/ 6214021 h 9576980"/>
              <a:gd name="connsiteX733" fmla="*/ 6613 w 15731938"/>
              <a:gd name="connsiteY733" fmla="*/ 5840001 h 9576980"/>
              <a:gd name="connsiteX734" fmla="*/ 12320 w 15731938"/>
              <a:gd name="connsiteY734" fmla="*/ 5716967 h 9576980"/>
              <a:gd name="connsiteX735" fmla="*/ 12422 w 15731938"/>
              <a:gd name="connsiteY735" fmla="*/ 5614939 h 9576980"/>
              <a:gd name="connsiteX736" fmla="*/ 16271 w 15731938"/>
              <a:gd name="connsiteY736" fmla="*/ 5474778 h 9576980"/>
              <a:gd name="connsiteX737" fmla="*/ 21397 w 15731938"/>
              <a:gd name="connsiteY737" fmla="*/ 5307861 h 9576980"/>
              <a:gd name="connsiteX738" fmla="*/ 22093 w 15731938"/>
              <a:gd name="connsiteY738" fmla="*/ 5262237 h 9576980"/>
              <a:gd name="connsiteX739" fmla="*/ 20693 w 15731938"/>
              <a:gd name="connsiteY739" fmla="*/ 5241486 h 9576980"/>
              <a:gd name="connsiteX740" fmla="*/ 16271 w 15731938"/>
              <a:gd name="connsiteY740" fmla="*/ 5174449 h 9576980"/>
              <a:gd name="connsiteX741" fmla="*/ 10576 w 15731938"/>
              <a:gd name="connsiteY741" fmla="*/ 4646533 h 9576980"/>
              <a:gd name="connsiteX742" fmla="*/ 12091 w 15731938"/>
              <a:gd name="connsiteY742" fmla="*/ 4546402 h 9576980"/>
              <a:gd name="connsiteX743" fmla="*/ 7248 w 15731938"/>
              <a:gd name="connsiteY743" fmla="*/ 4435602 h 9576980"/>
              <a:gd name="connsiteX744" fmla="*/ 727 w 15731938"/>
              <a:gd name="connsiteY744" fmla="*/ 4243938 h 9576980"/>
              <a:gd name="connsiteX745" fmla="*/ 1978 w 15731938"/>
              <a:gd name="connsiteY745" fmla="*/ 4061916 h 9576980"/>
              <a:gd name="connsiteX746" fmla="*/ 8175 w 15731938"/>
              <a:gd name="connsiteY746" fmla="*/ 3984944 h 9576980"/>
              <a:gd name="connsiteX747" fmla="*/ 8160 w 15731938"/>
              <a:gd name="connsiteY747" fmla="*/ 3984255 h 9576980"/>
              <a:gd name="connsiteX748" fmla="*/ 16271 w 15731938"/>
              <a:gd name="connsiteY748" fmla="*/ 3884397 h 9576980"/>
              <a:gd name="connsiteX749" fmla="*/ 16271 w 15731938"/>
              <a:gd name="connsiteY749" fmla="*/ 3126747 h 9576980"/>
              <a:gd name="connsiteX750" fmla="*/ 19343 w 15731938"/>
              <a:gd name="connsiteY750" fmla="*/ 3084189 h 9576980"/>
              <a:gd name="connsiteX751" fmla="*/ 16271 w 15731938"/>
              <a:gd name="connsiteY751" fmla="*/ 3051665 h 9576980"/>
              <a:gd name="connsiteX752" fmla="*/ 17720 w 15731938"/>
              <a:gd name="connsiteY752" fmla="*/ 2459795 h 9576980"/>
              <a:gd name="connsiteX753" fmla="*/ 17736 w 15731938"/>
              <a:gd name="connsiteY753" fmla="*/ 2458621 h 9576980"/>
              <a:gd name="connsiteX754" fmla="*/ 16271 w 15731938"/>
              <a:gd name="connsiteY754" fmla="*/ 2444180 h 9576980"/>
              <a:gd name="connsiteX755" fmla="*/ 12968 w 15731938"/>
              <a:gd name="connsiteY755" fmla="*/ 2201972 h 9576980"/>
              <a:gd name="connsiteX756" fmla="*/ 14718 w 15731938"/>
              <a:gd name="connsiteY756" fmla="*/ 2176493 h 9576980"/>
              <a:gd name="connsiteX757" fmla="*/ 13936 w 15731938"/>
              <a:gd name="connsiteY757" fmla="*/ 2155124 h 9576980"/>
              <a:gd name="connsiteX758" fmla="*/ 13970 w 15731938"/>
              <a:gd name="connsiteY758" fmla="*/ 1944686 h 9576980"/>
              <a:gd name="connsiteX759" fmla="*/ 16252 w 15731938"/>
              <a:gd name="connsiteY759" fmla="*/ 1906455 h 9576980"/>
              <a:gd name="connsiteX760" fmla="*/ 15706 w 15731938"/>
              <a:gd name="connsiteY760" fmla="*/ 1755336 h 9576980"/>
              <a:gd name="connsiteX761" fmla="*/ 11497 w 15731938"/>
              <a:gd name="connsiteY761" fmla="*/ 1708591 h 9576980"/>
              <a:gd name="connsiteX762" fmla="*/ 16271 w 15731938"/>
              <a:gd name="connsiteY762" fmla="*/ 928881 h 9576980"/>
              <a:gd name="connsiteX763" fmla="*/ 128200 w 15731938"/>
              <a:gd name="connsiteY763" fmla="*/ 931098 h 9576980"/>
              <a:gd name="connsiteX764" fmla="*/ 197507 w 15731938"/>
              <a:gd name="connsiteY764" fmla="*/ 928696 h 9576980"/>
              <a:gd name="connsiteX765" fmla="*/ 400488 w 15731938"/>
              <a:gd name="connsiteY765" fmla="*/ 928881 h 9576980"/>
              <a:gd name="connsiteX766" fmla="*/ 419211 w 15731938"/>
              <a:gd name="connsiteY766" fmla="*/ 929231 h 9576980"/>
              <a:gd name="connsiteX767" fmla="*/ 425013 w 15731938"/>
              <a:gd name="connsiteY767" fmla="*/ 928881 h 9576980"/>
              <a:gd name="connsiteX768" fmla="*/ 511886 w 15731938"/>
              <a:gd name="connsiteY768" fmla="*/ 925982 h 9576980"/>
              <a:gd name="connsiteX769" fmla="*/ 563642 w 15731938"/>
              <a:gd name="connsiteY769" fmla="*/ 928903 h 9576980"/>
              <a:gd name="connsiteX770" fmla="*/ 623094 w 15731938"/>
              <a:gd name="connsiteY770" fmla="*/ 926314 h 9576980"/>
              <a:gd name="connsiteX771" fmla="*/ 833754 w 15731938"/>
              <a:gd name="connsiteY771" fmla="*/ 928881 h 9576980"/>
              <a:gd name="connsiteX772" fmla="*/ 827349 w 15731938"/>
              <a:gd name="connsiteY772" fmla="*/ 1029723 h 9576980"/>
              <a:gd name="connsiteX773" fmla="*/ 859108 w 15731938"/>
              <a:gd name="connsiteY773" fmla="*/ 1029651 h 9576980"/>
              <a:gd name="connsiteX774" fmla="*/ 936744 w 15731938"/>
              <a:gd name="connsiteY774" fmla="*/ 1032319 h 9576980"/>
              <a:gd name="connsiteX775" fmla="*/ 970400 w 15731938"/>
              <a:gd name="connsiteY775" fmla="*/ 1031101 h 9576980"/>
              <a:gd name="connsiteX776" fmla="*/ 1065177 w 15731938"/>
              <a:gd name="connsiteY776" fmla="*/ 1036731 h 9576980"/>
              <a:gd name="connsiteX777" fmla="*/ 1216958 w 15731938"/>
              <a:gd name="connsiteY777" fmla="*/ 1038298 h 9576980"/>
              <a:gd name="connsiteX778" fmla="*/ 1372435 w 15731938"/>
              <a:gd name="connsiteY778" fmla="*/ 1037976 h 9576980"/>
              <a:gd name="connsiteX779" fmla="*/ 1407149 w 15731938"/>
              <a:gd name="connsiteY779" fmla="*/ 1036731 h 9576980"/>
              <a:gd name="connsiteX780" fmla="*/ 1449088 w 15731938"/>
              <a:gd name="connsiteY780" fmla="*/ 1037815 h 9576980"/>
              <a:gd name="connsiteX781" fmla="*/ 1881721 w 15731938"/>
              <a:gd name="connsiteY781" fmla="*/ 1036731 h 9576980"/>
              <a:gd name="connsiteX782" fmla="*/ 2223692 w 15731938"/>
              <a:gd name="connsiteY782" fmla="*/ 1036731 h 9576980"/>
              <a:gd name="connsiteX783" fmla="*/ 2388794 w 15731938"/>
              <a:gd name="connsiteY783" fmla="*/ 1033241 h 9576980"/>
              <a:gd name="connsiteX784" fmla="*/ 2487176 w 15731938"/>
              <a:gd name="connsiteY784" fmla="*/ 1025850 h 9576980"/>
              <a:gd name="connsiteX785" fmla="*/ 2609183 w 15731938"/>
              <a:gd name="connsiteY785" fmla="*/ 1030222 h 9576980"/>
              <a:gd name="connsiteX786" fmla="*/ 2632983 w 15731938"/>
              <a:gd name="connsiteY786" fmla="*/ 1031583 h 9576980"/>
              <a:gd name="connsiteX787" fmla="*/ 2921594 w 15731938"/>
              <a:gd name="connsiteY787" fmla="*/ 1036731 h 9576980"/>
              <a:gd name="connsiteX788" fmla="*/ 3500851 w 15731938"/>
              <a:gd name="connsiteY788" fmla="*/ 1036731 h 9576980"/>
              <a:gd name="connsiteX789" fmla="*/ 3680939 w 15731938"/>
              <a:gd name="connsiteY789" fmla="*/ 1030475 h 9576980"/>
              <a:gd name="connsiteX790" fmla="*/ 3751801 w 15731938"/>
              <a:gd name="connsiteY790" fmla="*/ 1023260 h 9576980"/>
              <a:gd name="connsiteX791" fmla="*/ 3839494 w 15731938"/>
              <a:gd name="connsiteY791" fmla="*/ 1022058 h 9576980"/>
              <a:gd name="connsiteX792" fmla="*/ 3883628 w 15731938"/>
              <a:gd name="connsiteY792" fmla="*/ 1027367 h 9576980"/>
              <a:gd name="connsiteX793" fmla="*/ 3981674 w 15731938"/>
              <a:gd name="connsiteY793" fmla="*/ 1027816 h 9576980"/>
              <a:gd name="connsiteX794" fmla="*/ 4198752 w 15731938"/>
              <a:gd name="connsiteY794" fmla="*/ 1036731 h 9576980"/>
              <a:gd name="connsiteX795" fmla="*/ 4243029 w 15731938"/>
              <a:gd name="connsiteY795" fmla="*/ 1038284 h 9576980"/>
              <a:gd name="connsiteX796" fmla="*/ 4303437 w 15731938"/>
              <a:gd name="connsiteY796" fmla="*/ 1036731 h 9576980"/>
              <a:gd name="connsiteX797" fmla="*/ 4432463 w 15731938"/>
              <a:gd name="connsiteY797" fmla="*/ 1039769 h 9576980"/>
              <a:gd name="connsiteX798" fmla="*/ 4442321 w 15731938"/>
              <a:gd name="connsiteY798" fmla="*/ 1040035 h 9576980"/>
              <a:gd name="connsiteX799" fmla="*/ 4473486 w 15731938"/>
              <a:gd name="connsiteY799" fmla="*/ 1038851 h 9576980"/>
              <a:gd name="connsiteX800" fmla="*/ 4659366 w 15731938"/>
              <a:gd name="connsiteY800" fmla="*/ 1036731 h 9576980"/>
              <a:gd name="connsiteX801" fmla="*/ 5226626 w 15731938"/>
              <a:gd name="connsiteY801" fmla="*/ 1027358 h 9576980"/>
              <a:gd name="connsiteX802" fmla="*/ 5237481 w 15731938"/>
              <a:gd name="connsiteY802" fmla="*/ 1027766 h 9576980"/>
              <a:gd name="connsiteX803" fmla="*/ 5270532 w 15731938"/>
              <a:gd name="connsiteY803" fmla="*/ 1025244 h 9576980"/>
              <a:gd name="connsiteX804" fmla="*/ 5359243 w 15731938"/>
              <a:gd name="connsiteY804" fmla="*/ 1024609 h 9576980"/>
              <a:gd name="connsiteX805" fmla="*/ 5455427 w 15731938"/>
              <a:gd name="connsiteY805" fmla="*/ 1035961 h 9576980"/>
              <a:gd name="connsiteX806" fmla="*/ 5475911 w 15731938"/>
              <a:gd name="connsiteY806" fmla="*/ 1036731 h 9576980"/>
              <a:gd name="connsiteX807" fmla="*/ 5479471 w 15731938"/>
              <a:gd name="connsiteY807" fmla="*/ 1036973 h 9576980"/>
              <a:gd name="connsiteX808" fmla="*/ 5559035 w 15731938"/>
              <a:gd name="connsiteY808" fmla="*/ 1038070 h 9576980"/>
              <a:gd name="connsiteX809" fmla="*/ 6159855 w 15731938"/>
              <a:gd name="connsiteY809" fmla="*/ 1036731 h 9576980"/>
              <a:gd name="connsiteX810" fmla="*/ 6271247 w 15731938"/>
              <a:gd name="connsiteY810" fmla="*/ 1038910 h 9576980"/>
              <a:gd name="connsiteX811" fmla="*/ 6292453 w 15731938"/>
              <a:gd name="connsiteY811" fmla="*/ 1036731 h 9576980"/>
              <a:gd name="connsiteX812" fmla="*/ 6575293 w 15731938"/>
              <a:gd name="connsiteY812" fmla="*/ 1033648 h 9576980"/>
              <a:gd name="connsiteX813" fmla="*/ 6613932 w 15731938"/>
              <a:gd name="connsiteY813" fmla="*/ 1035663 h 9576980"/>
              <a:gd name="connsiteX814" fmla="*/ 6698497 w 15731938"/>
              <a:gd name="connsiteY814" fmla="*/ 1033699 h 9576980"/>
              <a:gd name="connsiteX815" fmla="*/ 6857754 w 15731938"/>
              <a:gd name="connsiteY815" fmla="*/ 1036731 h 9576980"/>
              <a:gd name="connsiteX816" fmla="*/ 7196330 w 15731938"/>
              <a:gd name="connsiteY816" fmla="*/ 1041851 h 9576980"/>
              <a:gd name="connsiteX817" fmla="*/ 7555717 w 15731938"/>
              <a:gd name="connsiteY817" fmla="*/ 1038001 h 9576980"/>
              <a:gd name="connsiteX818" fmla="*/ 7569612 w 15731938"/>
              <a:gd name="connsiteY818" fmla="*/ 1036731 h 9576980"/>
              <a:gd name="connsiteX819" fmla="*/ 7753567 w 15731938"/>
              <a:gd name="connsiteY819" fmla="*/ 1019525 h 9576980"/>
              <a:gd name="connsiteX820" fmla="*/ 7991035 w 15731938"/>
              <a:gd name="connsiteY820" fmla="*/ 1030615 h 9576980"/>
              <a:gd name="connsiteX821" fmla="*/ 8140656 w 15731938"/>
              <a:gd name="connsiteY821" fmla="*/ 1036413 h 9576980"/>
              <a:gd name="connsiteX822" fmla="*/ 8320908 w 15731938"/>
              <a:gd name="connsiteY822" fmla="*/ 1026430 h 9576980"/>
              <a:gd name="connsiteX823" fmla="*/ 8553188 w 15731938"/>
              <a:gd name="connsiteY823" fmla="*/ 1025060 h 9576980"/>
              <a:gd name="connsiteX824" fmla="*/ 8847545 w 15731938"/>
              <a:gd name="connsiteY824" fmla="*/ 1033686 h 9576980"/>
              <a:gd name="connsiteX825" fmla="*/ 8959418 w 15731938"/>
              <a:gd name="connsiteY825" fmla="*/ 1033028 h 9576980"/>
              <a:gd name="connsiteX826" fmla="*/ 9188740 w 15731938"/>
              <a:gd name="connsiteY826" fmla="*/ 1036731 h 9576980"/>
              <a:gd name="connsiteX827" fmla="*/ 9623578 w 15731938"/>
              <a:gd name="connsiteY827" fmla="*/ 1046404 h 9576980"/>
              <a:gd name="connsiteX828" fmla="*/ 9649409 w 15731938"/>
              <a:gd name="connsiteY828" fmla="*/ 1046228 h 9576980"/>
              <a:gd name="connsiteX829" fmla="*/ 9886640 w 15731938"/>
              <a:gd name="connsiteY829" fmla="*/ 1036731 h 9576980"/>
              <a:gd name="connsiteX830" fmla="*/ 10304568 w 15731938"/>
              <a:gd name="connsiteY830" fmla="*/ 1026107 h 9576980"/>
              <a:gd name="connsiteX831" fmla="*/ 10361469 w 15731938"/>
              <a:gd name="connsiteY831" fmla="*/ 1027624 h 9576980"/>
              <a:gd name="connsiteX832" fmla="*/ 10394258 w 15731938"/>
              <a:gd name="connsiteY832" fmla="*/ 1026367 h 9576980"/>
              <a:gd name="connsiteX833" fmla="*/ 10940470 w 15731938"/>
              <a:gd name="connsiteY833" fmla="*/ 1036731 h 9576980"/>
              <a:gd name="connsiteX834" fmla="*/ 10989823 w 15731938"/>
              <a:gd name="connsiteY834" fmla="*/ 1040846 h 9576980"/>
              <a:gd name="connsiteX835" fmla="*/ 11045155 w 15731938"/>
              <a:gd name="connsiteY835" fmla="*/ 1036731 h 9576980"/>
              <a:gd name="connsiteX836" fmla="*/ 11649757 w 15731938"/>
              <a:gd name="connsiteY836" fmla="*/ 1027146 h 9576980"/>
              <a:gd name="connsiteX837" fmla="*/ 11820698 w 15731938"/>
              <a:gd name="connsiteY837" fmla="*/ 1034877 h 9576980"/>
              <a:gd name="connsiteX838" fmla="*/ 11954454 w 15731938"/>
              <a:gd name="connsiteY838" fmla="*/ 1030982 h 9576980"/>
              <a:gd name="connsiteX839" fmla="*/ 12303298 w 15731938"/>
              <a:gd name="connsiteY839" fmla="*/ 1038686 h 9576980"/>
              <a:gd name="connsiteX840" fmla="*/ 12354516 w 15731938"/>
              <a:gd name="connsiteY840" fmla="*/ 1038520 h 9576980"/>
              <a:gd name="connsiteX841" fmla="*/ 12355062 w 15731938"/>
              <a:gd name="connsiteY841" fmla="*/ 1023191 h 9576980"/>
              <a:gd name="connsiteX842" fmla="*/ 12346332 w 15731938"/>
              <a:gd name="connsiteY842" fmla="*/ 738940 h 9576980"/>
              <a:gd name="connsiteX843" fmla="*/ 12353689 w 15731938"/>
              <a:gd name="connsiteY843" fmla="*/ 10698 h 9576980"/>
              <a:gd name="connsiteX844" fmla="*/ 12898821 w 15731938"/>
              <a:gd name="connsiteY844" fmla="*/ 10698 h 9576980"/>
              <a:gd name="connsiteX845" fmla="*/ 13382260 w 15731938"/>
              <a:gd name="connsiteY845" fmla="*/ 7 h 9576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</a:cxnLst>
            <a:rect l="l" t="t" r="r" b="b"/>
            <a:pathLst>
              <a:path w="15731938" h="9576980">
                <a:moveTo>
                  <a:pt x="6705247" y="1623998"/>
                </a:moveTo>
                <a:cubicBezTo>
                  <a:pt x="6655106" y="1625154"/>
                  <a:pt x="6605492" y="1628215"/>
                  <a:pt x="6557658" y="1634319"/>
                </a:cubicBezTo>
                <a:lnTo>
                  <a:pt x="6466283" y="1643170"/>
                </a:lnTo>
                <a:lnTo>
                  <a:pt x="6378659" y="1653187"/>
                </a:lnTo>
                <a:lnTo>
                  <a:pt x="6283502" y="1654586"/>
                </a:lnTo>
                <a:lnTo>
                  <a:pt x="6184564" y="1658496"/>
                </a:lnTo>
                <a:cubicBezTo>
                  <a:pt x="6030100" y="1660451"/>
                  <a:pt x="5844140" y="1654347"/>
                  <a:pt x="5622469" y="1634319"/>
                </a:cubicBezTo>
                <a:lnTo>
                  <a:pt x="5532121" y="1627185"/>
                </a:lnTo>
                <a:lnTo>
                  <a:pt x="5479918" y="1628537"/>
                </a:lnTo>
                <a:cubicBezTo>
                  <a:pt x="5445201" y="1631651"/>
                  <a:pt x="5435903" y="1636693"/>
                  <a:pt x="5385183" y="1634319"/>
                </a:cubicBezTo>
                <a:lnTo>
                  <a:pt x="5217581" y="1629407"/>
                </a:lnTo>
                <a:lnTo>
                  <a:pt x="5161856" y="1634319"/>
                </a:lnTo>
                <a:lnTo>
                  <a:pt x="5030574" y="1635069"/>
                </a:lnTo>
                <a:lnTo>
                  <a:pt x="4905080" y="1642510"/>
                </a:lnTo>
                <a:cubicBezTo>
                  <a:pt x="4777271" y="1648349"/>
                  <a:pt x="4592059" y="1653480"/>
                  <a:pt x="4433651" y="1649107"/>
                </a:cubicBezTo>
                <a:lnTo>
                  <a:pt x="4366197" y="1644288"/>
                </a:lnTo>
                <a:lnTo>
                  <a:pt x="4294210" y="1645360"/>
                </a:lnTo>
                <a:cubicBezTo>
                  <a:pt x="4216399" y="1644540"/>
                  <a:pt x="4138173" y="1640040"/>
                  <a:pt x="4003339" y="1634319"/>
                </a:cubicBezTo>
                <a:lnTo>
                  <a:pt x="3954362" y="1633155"/>
                </a:lnTo>
                <a:lnTo>
                  <a:pt x="3884696" y="1634319"/>
                </a:lnTo>
                <a:cubicBezTo>
                  <a:pt x="3757202" y="1629075"/>
                  <a:pt x="3553647" y="1640916"/>
                  <a:pt x="3365888" y="1640250"/>
                </a:cubicBezTo>
                <a:lnTo>
                  <a:pt x="3275102" y="1637244"/>
                </a:lnTo>
                <a:lnTo>
                  <a:pt x="3248201" y="1638546"/>
                </a:lnTo>
                <a:cubicBezTo>
                  <a:pt x="3201163" y="1640855"/>
                  <a:pt x="3155756" y="1641756"/>
                  <a:pt x="3082111" y="1634319"/>
                </a:cubicBezTo>
                <a:lnTo>
                  <a:pt x="2981065" y="1630934"/>
                </a:lnTo>
                <a:lnTo>
                  <a:pt x="2772036" y="1636635"/>
                </a:lnTo>
                <a:cubicBezTo>
                  <a:pt x="2621412" y="1641504"/>
                  <a:pt x="2472951" y="1645602"/>
                  <a:pt x="2370251" y="1634319"/>
                </a:cubicBezTo>
                <a:lnTo>
                  <a:pt x="2325404" y="1630817"/>
                </a:lnTo>
                <a:lnTo>
                  <a:pt x="2265566" y="1634319"/>
                </a:lnTo>
                <a:cubicBezTo>
                  <a:pt x="2175065" y="1644552"/>
                  <a:pt x="2117017" y="1644835"/>
                  <a:pt x="2067873" y="1642418"/>
                </a:cubicBezTo>
                <a:lnTo>
                  <a:pt x="1941696" y="1635335"/>
                </a:lnTo>
                <a:lnTo>
                  <a:pt x="1823922" y="1636717"/>
                </a:lnTo>
                <a:cubicBezTo>
                  <a:pt x="1579723" y="1638069"/>
                  <a:pt x="1170707" y="1638300"/>
                  <a:pt x="865381" y="1636639"/>
                </a:cubicBezTo>
                <a:lnTo>
                  <a:pt x="835832" y="1636434"/>
                </a:lnTo>
                <a:lnTo>
                  <a:pt x="839826" y="1700352"/>
                </a:lnTo>
                <a:cubicBezTo>
                  <a:pt x="840960" y="1731174"/>
                  <a:pt x="841290" y="1760624"/>
                  <a:pt x="841074" y="1789301"/>
                </a:cubicBezTo>
                <a:lnTo>
                  <a:pt x="839704" y="1828944"/>
                </a:lnTo>
                <a:lnTo>
                  <a:pt x="839066" y="2000679"/>
                </a:lnTo>
                <a:cubicBezTo>
                  <a:pt x="837697" y="2098937"/>
                  <a:pt x="835331" y="2199781"/>
                  <a:pt x="834281" y="2310926"/>
                </a:cubicBezTo>
                <a:lnTo>
                  <a:pt x="834069" y="2357193"/>
                </a:lnTo>
                <a:lnTo>
                  <a:pt x="836995" y="2409040"/>
                </a:lnTo>
                <a:cubicBezTo>
                  <a:pt x="843444" y="2533845"/>
                  <a:pt x="842398" y="2596926"/>
                  <a:pt x="839808" y="2650773"/>
                </a:cubicBezTo>
                <a:lnTo>
                  <a:pt x="839418" y="2657914"/>
                </a:lnTo>
                <a:lnTo>
                  <a:pt x="840944" y="2691520"/>
                </a:lnTo>
                <a:cubicBezTo>
                  <a:pt x="846449" y="2805982"/>
                  <a:pt x="850566" y="2894044"/>
                  <a:pt x="833754" y="3100075"/>
                </a:cubicBezTo>
                <a:lnTo>
                  <a:pt x="829621" y="3154867"/>
                </a:lnTo>
                <a:lnTo>
                  <a:pt x="829087" y="3173131"/>
                </a:lnTo>
                <a:cubicBezTo>
                  <a:pt x="826588" y="3257597"/>
                  <a:pt x="825645" y="3331198"/>
                  <a:pt x="833754" y="3403503"/>
                </a:cubicBezTo>
                <a:cubicBezTo>
                  <a:pt x="839837" y="3457732"/>
                  <a:pt x="837262" y="3551471"/>
                  <a:pt x="833204" y="3656862"/>
                </a:cubicBezTo>
                <a:lnTo>
                  <a:pt x="831923" y="3689200"/>
                </a:lnTo>
                <a:lnTo>
                  <a:pt x="831859" y="3694011"/>
                </a:lnTo>
                <a:cubicBezTo>
                  <a:pt x="833846" y="3814540"/>
                  <a:pt x="842220" y="3944612"/>
                  <a:pt x="837970" y="4117206"/>
                </a:cubicBezTo>
                <a:lnTo>
                  <a:pt x="835852" y="4171946"/>
                </a:lnTo>
                <a:lnTo>
                  <a:pt x="847291" y="4280969"/>
                </a:lnTo>
                <a:cubicBezTo>
                  <a:pt x="853471" y="4406663"/>
                  <a:pt x="840427" y="4526549"/>
                  <a:pt x="833754" y="4677899"/>
                </a:cubicBezTo>
                <a:cubicBezTo>
                  <a:pt x="827082" y="4829249"/>
                  <a:pt x="837049" y="4920849"/>
                  <a:pt x="837477" y="5022324"/>
                </a:cubicBezTo>
                <a:lnTo>
                  <a:pt x="837452" y="5023034"/>
                </a:lnTo>
                <a:lnTo>
                  <a:pt x="840141" y="5058264"/>
                </a:lnTo>
                <a:cubicBezTo>
                  <a:pt x="841972" y="5097737"/>
                  <a:pt x="841955" y="5133893"/>
                  <a:pt x="840962" y="5167778"/>
                </a:cubicBezTo>
                <a:lnTo>
                  <a:pt x="840651" y="5173704"/>
                </a:lnTo>
                <a:lnTo>
                  <a:pt x="845520" y="5173442"/>
                </a:lnTo>
                <a:lnTo>
                  <a:pt x="845462" y="5174032"/>
                </a:lnTo>
                <a:cubicBezTo>
                  <a:pt x="832406" y="5315205"/>
                  <a:pt x="830574" y="5409880"/>
                  <a:pt x="851711" y="5597182"/>
                </a:cubicBezTo>
                <a:cubicBezTo>
                  <a:pt x="851482" y="5622590"/>
                  <a:pt x="851266" y="5646142"/>
                  <a:pt x="851068" y="5668265"/>
                </a:cubicBezTo>
                <a:lnTo>
                  <a:pt x="850798" y="5699906"/>
                </a:lnTo>
                <a:lnTo>
                  <a:pt x="863600" y="5698666"/>
                </a:lnTo>
                <a:cubicBezTo>
                  <a:pt x="987562" y="5691967"/>
                  <a:pt x="1091299" y="5702425"/>
                  <a:pt x="1297425" y="5711762"/>
                </a:cubicBezTo>
                <a:cubicBezTo>
                  <a:pt x="1572259" y="5724211"/>
                  <a:pt x="1730209" y="5719946"/>
                  <a:pt x="1929726" y="5711762"/>
                </a:cubicBezTo>
                <a:lnTo>
                  <a:pt x="1971631" y="5711149"/>
                </a:lnTo>
                <a:lnTo>
                  <a:pt x="2148413" y="5700631"/>
                </a:lnTo>
                <a:cubicBezTo>
                  <a:pt x="2286182" y="5695599"/>
                  <a:pt x="2307779" y="5706476"/>
                  <a:pt x="2498796" y="5711762"/>
                </a:cubicBezTo>
                <a:lnTo>
                  <a:pt x="2520726" y="5711927"/>
                </a:lnTo>
                <a:lnTo>
                  <a:pt x="2530411" y="5711762"/>
                </a:lnTo>
                <a:cubicBezTo>
                  <a:pt x="2596569" y="5709281"/>
                  <a:pt x="2657473" y="5708884"/>
                  <a:pt x="2715033" y="5709472"/>
                </a:cubicBezTo>
                <a:lnTo>
                  <a:pt x="2820176" y="5711788"/>
                </a:lnTo>
                <a:lnTo>
                  <a:pt x="2819778" y="5643386"/>
                </a:lnTo>
                <a:lnTo>
                  <a:pt x="2816512" y="5603326"/>
                </a:lnTo>
                <a:lnTo>
                  <a:pt x="2822919" y="5500507"/>
                </a:lnTo>
                <a:cubicBezTo>
                  <a:pt x="2823055" y="5460146"/>
                  <a:pt x="2821491" y="5416977"/>
                  <a:pt x="2819624" y="5372809"/>
                </a:cubicBezTo>
                <a:lnTo>
                  <a:pt x="2815486" y="5264357"/>
                </a:lnTo>
                <a:lnTo>
                  <a:pt x="2816386" y="5231757"/>
                </a:lnTo>
                <a:lnTo>
                  <a:pt x="2817008" y="5173972"/>
                </a:lnTo>
                <a:lnTo>
                  <a:pt x="2849486" y="5173575"/>
                </a:lnTo>
                <a:lnTo>
                  <a:pt x="2850555" y="5123394"/>
                </a:lnTo>
                <a:cubicBezTo>
                  <a:pt x="2852524" y="5046718"/>
                  <a:pt x="2854385" y="4965915"/>
                  <a:pt x="2851747" y="4842055"/>
                </a:cubicBezTo>
                <a:cubicBezTo>
                  <a:pt x="2847225" y="4629723"/>
                  <a:pt x="2832568" y="4432100"/>
                  <a:pt x="2838211" y="4278839"/>
                </a:cubicBezTo>
                <a:lnTo>
                  <a:pt x="2845674" y="4203097"/>
                </a:lnTo>
                <a:lnTo>
                  <a:pt x="2826377" y="4202505"/>
                </a:lnTo>
                <a:cubicBezTo>
                  <a:pt x="2801596" y="3900143"/>
                  <a:pt x="2817150" y="3696774"/>
                  <a:pt x="2826377" y="3523277"/>
                </a:cubicBezTo>
                <a:lnTo>
                  <a:pt x="2823591" y="3433329"/>
                </a:lnTo>
                <a:lnTo>
                  <a:pt x="2781066" y="3433315"/>
                </a:lnTo>
                <a:cubicBezTo>
                  <a:pt x="2743697" y="3433487"/>
                  <a:pt x="2705367" y="3433838"/>
                  <a:pt x="2664643" y="3434346"/>
                </a:cubicBezTo>
                <a:lnTo>
                  <a:pt x="2519357" y="3436630"/>
                </a:lnTo>
                <a:lnTo>
                  <a:pt x="2510860" y="3437161"/>
                </a:lnTo>
                <a:cubicBezTo>
                  <a:pt x="2347057" y="3447031"/>
                  <a:pt x="2096086" y="3422357"/>
                  <a:pt x="1866359" y="3437161"/>
                </a:cubicBezTo>
                <a:cubicBezTo>
                  <a:pt x="1866656" y="3215100"/>
                  <a:pt x="1840901" y="3013847"/>
                  <a:pt x="1866359" y="2866225"/>
                </a:cubicBezTo>
                <a:cubicBezTo>
                  <a:pt x="1989561" y="2856129"/>
                  <a:pt x="2091066" y="2854898"/>
                  <a:pt x="2193160" y="2856806"/>
                </a:cubicBezTo>
                <a:cubicBezTo>
                  <a:pt x="2244207" y="2857760"/>
                  <a:pt x="2295402" y="2859499"/>
                  <a:pt x="2349529" y="2861308"/>
                </a:cubicBezTo>
                <a:lnTo>
                  <a:pt x="2510855" y="2865868"/>
                </a:lnTo>
                <a:lnTo>
                  <a:pt x="2681767" y="2863451"/>
                </a:lnTo>
                <a:lnTo>
                  <a:pt x="2826530" y="2868968"/>
                </a:lnTo>
                <a:lnTo>
                  <a:pt x="2826377" y="2863273"/>
                </a:lnTo>
                <a:cubicBezTo>
                  <a:pt x="2810539" y="2665319"/>
                  <a:pt x="2848484" y="2467498"/>
                  <a:pt x="2826377" y="2280163"/>
                </a:cubicBezTo>
                <a:cubicBezTo>
                  <a:pt x="2851615" y="2279068"/>
                  <a:pt x="2875101" y="2278858"/>
                  <a:pt x="2898253" y="2279075"/>
                </a:cubicBezTo>
                <a:cubicBezTo>
                  <a:pt x="2967707" y="2279726"/>
                  <a:pt x="3034153" y="2284219"/>
                  <a:pt x="3135898" y="2280163"/>
                </a:cubicBezTo>
                <a:cubicBezTo>
                  <a:pt x="3142699" y="2315021"/>
                  <a:pt x="3144494" y="2354075"/>
                  <a:pt x="3143763" y="2398255"/>
                </a:cubicBezTo>
                <a:lnTo>
                  <a:pt x="3136498" y="2546454"/>
                </a:lnTo>
                <a:lnTo>
                  <a:pt x="3136657" y="2616822"/>
                </a:lnTo>
                <a:cubicBezTo>
                  <a:pt x="3136024" y="2671760"/>
                  <a:pt x="3135327" y="2726943"/>
                  <a:pt x="3135043" y="2783622"/>
                </a:cubicBezTo>
                <a:lnTo>
                  <a:pt x="3135434" y="2864143"/>
                </a:lnTo>
                <a:lnTo>
                  <a:pt x="3211120" y="2867741"/>
                </a:lnTo>
                <a:cubicBezTo>
                  <a:pt x="3300161" y="2872722"/>
                  <a:pt x="3403778" y="2877198"/>
                  <a:pt x="3547869" y="2866224"/>
                </a:cubicBezTo>
                <a:cubicBezTo>
                  <a:pt x="3836052" y="2844276"/>
                  <a:pt x="3896385" y="2882512"/>
                  <a:pt x="4133905" y="2866224"/>
                </a:cubicBezTo>
                <a:cubicBezTo>
                  <a:pt x="4193285" y="2862152"/>
                  <a:pt x="4241854" y="2860498"/>
                  <a:pt x="4283479" y="2860212"/>
                </a:cubicBezTo>
                <a:lnTo>
                  <a:pt x="4382978" y="2862236"/>
                </a:lnTo>
                <a:lnTo>
                  <a:pt x="4450985" y="2853703"/>
                </a:lnTo>
                <a:cubicBezTo>
                  <a:pt x="4486260" y="2851218"/>
                  <a:pt x="4523937" y="2850322"/>
                  <a:pt x="4565182" y="2850719"/>
                </a:cubicBezTo>
                <a:cubicBezTo>
                  <a:pt x="4606428" y="2851116"/>
                  <a:pt x="4651241" y="2852804"/>
                  <a:pt x="4700789" y="2855488"/>
                </a:cubicBezTo>
                <a:lnTo>
                  <a:pt x="4787072" y="2861136"/>
                </a:lnTo>
                <a:lnTo>
                  <a:pt x="4921026" y="2859451"/>
                </a:lnTo>
                <a:cubicBezTo>
                  <a:pt x="5062474" y="2858721"/>
                  <a:pt x="5210417" y="2860249"/>
                  <a:pt x="5305980" y="2866224"/>
                </a:cubicBezTo>
                <a:lnTo>
                  <a:pt x="5376247" y="2866310"/>
                </a:lnTo>
                <a:lnTo>
                  <a:pt x="5378410" y="2866224"/>
                </a:lnTo>
                <a:cubicBezTo>
                  <a:pt x="5535361" y="2859950"/>
                  <a:pt x="5585889" y="2850738"/>
                  <a:pt x="5690712" y="2855786"/>
                </a:cubicBezTo>
                <a:lnTo>
                  <a:pt x="5709446" y="2857303"/>
                </a:lnTo>
                <a:lnTo>
                  <a:pt x="5885175" y="2853414"/>
                </a:lnTo>
                <a:cubicBezTo>
                  <a:pt x="5945919" y="2854091"/>
                  <a:pt x="5998728" y="2857637"/>
                  <a:pt x="6036877" y="2866224"/>
                </a:cubicBezTo>
                <a:lnTo>
                  <a:pt x="6088538" y="2872383"/>
                </a:lnTo>
                <a:lnTo>
                  <a:pt x="6226600" y="2869981"/>
                </a:lnTo>
                <a:cubicBezTo>
                  <a:pt x="6376258" y="2865745"/>
                  <a:pt x="6524129" y="2860257"/>
                  <a:pt x="6622913" y="2866224"/>
                </a:cubicBezTo>
                <a:lnTo>
                  <a:pt x="6632594" y="2866510"/>
                </a:lnTo>
                <a:lnTo>
                  <a:pt x="6726261" y="2866836"/>
                </a:lnTo>
                <a:cubicBezTo>
                  <a:pt x="6917745" y="2864953"/>
                  <a:pt x="7142957" y="2857874"/>
                  <a:pt x="7281380" y="2866224"/>
                </a:cubicBezTo>
                <a:lnTo>
                  <a:pt x="7419043" y="2871887"/>
                </a:lnTo>
                <a:lnTo>
                  <a:pt x="7471362" y="2872742"/>
                </a:lnTo>
                <a:cubicBezTo>
                  <a:pt x="7509086" y="2872329"/>
                  <a:pt x="7544470" y="2870502"/>
                  <a:pt x="7577690" y="2866224"/>
                </a:cubicBezTo>
                <a:cubicBezTo>
                  <a:pt x="7610911" y="2861946"/>
                  <a:pt x="7658274" y="2861034"/>
                  <a:pt x="7714360" y="2861765"/>
                </a:cubicBezTo>
                <a:lnTo>
                  <a:pt x="7826441" y="2864967"/>
                </a:lnTo>
                <a:lnTo>
                  <a:pt x="8160019" y="2851642"/>
                </a:lnTo>
                <a:cubicBezTo>
                  <a:pt x="8226834" y="2851284"/>
                  <a:pt x="8293683" y="2852140"/>
                  <a:pt x="8356136" y="2854481"/>
                </a:cubicBezTo>
                <a:lnTo>
                  <a:pt x="8419803" y="2858886"/>
                </a:lnTo>
                <a:lnTo>
                  <a:pt x="8479352" y="2854956"/>
                </a:lnTo>
                <a:cubicBezTo>
                  <a:pt x="8589664" y="2849795"/>
                  <a:pt x="8697038" y="2849438"/>
                  <a:pt x="8826233" y="2854497"/>
                </a:cubicBezTo>
                <a:lnTo>
                  <a:pt x="9035793" y="2866021"/>
                </a:lnTo>
                <a:lnTo>
                  <a:pt x="9119712" y="2863764"/>
                </a:lnTo>
                <a:cubicBezTo>
                  <a:pt x="9192047" y="2862643"/>
                  <a:pt x="9263035" y="2862907"/>
                  <a:pt x="9329211" y="2866224"/>
                </a:cubicBezTo>
                <a:lnTo>
                  <a:pt x="9413053" y="2867406"/>
                </a:lnTo>
                <a:lnTo>
                  <a:pt x="9469024" y="2864755"/>
                </a:lnTo>
                <a:cubicBezTo>
                  <a:pt x="9511529" y="2863590"/>
                  <a:pt x="9560844" y="2863582"/>
                  <a:pt x="9625521" y="2866224"/>
                </a:cubicBezTo>
                <a:lnTo>
                  <a:pt x="9626337" y="2866261"/>
                </a:lnTo>
                <a:lnTo>
                  <a:pt x="9724921" y="2863624"/>
                </a:lnTo>
                <a:cubicBezTo>
                  <a:pt x="9863629" y="2859440"/>
                  <a:pt x="10016393" y="2856123"/>
                  <a:pt x="10204972" y="2866224"/>
                </a:cubicBezTo>
                <a:cubicBezTo>
                  <a:pt x="10214947" y="3104733"/>
                  <a:pt x="10191999" y="3318074"/>
                  <a:pt x="10204972" y="3433284"/>
                </a:cubicBezTo>
                <a:cubicBezTo>
                  <a:pt x="9854962" y="3451950"/>
                  <a:pt x="9698000" y="3417098"/>
                  <a:pt x="9474073" y="3433284"/>
                </a:cubicBezTo>
                <a:cubicBezTo>
                  <a:pt x="9250146" y="3449470"/>
                  <a:pt x="9157148" y="3444105"/>
                  <a:pt x="9032900" y="3433284"/>
                </a:cubicBezTo>
                <a:lnTo>
                  <a:pt x="8926664" y="3427594"/>
                </a:lnTo>
                <a:lnTo>
                  <a:pt x="8815606" y="3433284"/>
                </a:lnTo>
                <a:cubicBezTo>
                  <a:pt x="8561636" y="3458640"/>
                  <a:pt x="8464983" y="3412428"/>
                  <a:pt x="8302002" y="3433284"/>
                </a:cubicBezTo>
                <a:cubicBezTo>
                  <a:pt x="8220511" y="3443712"/>
                  <a:pt x="8125533" y="3446297"/>
                  <a:pt x="8034216" y="3444983"/>
                </a:cubicBezTo>
                <a:lnTo>
                  <a:pt x="7988448" y="3442805"/>
                </a:lnTo>
                <a:lnTo>
                  <a:pt x="7897227" y="3441811"/>
                </a:lnTo>
                <a:cubicBezTo>
                  <a:pt x="7762492" y="3438130"/>
                  <a:pt x="7604650" y="3431606"/>
                  <a:pt x="7426241" y="3433284"/>
                </a:cubicBezTo>
                <a:cubicBezTo>
                  <a:pt x="7158632" y="3435802"/>
                  <a:pt x="7008541" y="3441364"/>
                  <a:pt x="6854796" y="3438872"/>
                </a:cubicBezTo>
                <a:lnTo>
                  <a:pt x="6836024" y="3438214"/>
                </a:lnTo>
                <a:lnTo>
                  <a:pt x="6772651" y="3441228"/>
                </a:lnTo>
                <a:cubicBezTo>
                  <a:pt x="6720613" y="3443456"/>
                  <a:pt x="6664878" y="3445021"/>
                  <a:pt x="6603317" y="3444254"/>
                </a:cubicBezTo>
                <a:lnTo>
                  <a:pt x="6425123" y="3434685"/>
                </a:lnTo>
                <a:lnTo>
                  <a:pt x="6424062" y="3434722"/>
                </a:lnTo>
                <a:cubicBezTo>
                  <a:pt x="6347380" y="3438233"/>
                  <a:pt x="6275529" y="3441265"/>
                  <a:pt x="6181742" y="3433284"/>
                </a:cubicBezTo>
                <a:cubicBezTo>
                  <a:pt x="5994164" y="3417322"/>
                  <a:pt x="5834873" y="3450687"/>
                  <a:pt x="5523271" y="3433284"/>
                </a:cubicBezTo>
                <a:lnTo>
                  <a:pt x="5448696" y="3430800"/>
                </a:lnTo>
                <a:lnTo>
                  <a:pt x="5371826" y="3433284"/>
                </a:lnTo>
                <a:cubicBezTo>
                  <a:pt x="5117736" y="3447840"/>
                  <a:pt x="4961455" y="3451449"/>
                  <a:pt x="4785789" y="3433284"/>
                </a:cubicBezTo>
                <a:lnTo>
                  <a:pt x="4761310" y="3432618"/>
                </a:lnTo>
                <a:lnTo>
                  <a:pt x="4719940" y="3433284"/>
                </a:lnTo>
                <a:lnTo>
                  <a:pt x="4523022" y="3435347"/>
                </a:lnTo>
                <a:lnTo>
                  <a:pt x="4494287" y="3436727"/>
                </a:lnTo>
                <a:cubicBezTo>
                  <a:pt x="4443244" y="3439572"/>
                  <a:pt x="4392074" y="3442130"/>
                  <a:pt x="4342432" y="3442267"/>
                </a:cubicBezTo>
                <a:lnTo>
                  <a:pt x="4263186" y="3437278"/>
                </a:lnTo>
                <a:lnTo>
                  <a:pt x="4241690" y="3437368"/>
                </a:lnTo>
                <a:cubicBezTo>
                  <a:pt x="4188868" y="3436956"/>
                  <a:pt x="4130634" y="3435760"/>
                  <a:pt x="4061473" y="3433284"/>
                </a:cubicBezTo>
                <a:cubicBezTo>
                  <a:pt x="3853990" y="3425854"/>
                  <a:pt x="3566291" y="3440876"/>
                  <a:pt x="3265079" y="3440371"/>
                </a:cubicBezTo>
                <a:lnTo>
                  <a:pt x="3136535" y="3437367"/>
                </a:lnTo>
                <a:lnTo>
                  <a:pt x="3134271" y="3485398"/>
                </a:lnTo>
                <a:cubicBezTo>
                  <a:pt x="3132846" y="3529877"/>
                  <a:pt x="3132793" y="3573332"/>
                  <a:pt x="3135898" y="3619395"/>
                </a:cubicBezTo>
                <a:cubicBezTo>
                  <a:pt x="3142107" y="3711522"/>
                  <a:pt x="3149040" y="3824472"/>
                  <a:pt x="3150955" y="3930804"/>
                </a:cubicBezTo>
                <a:cubicBezTo>
                  <a:pt x="3152869" y="4037136"/>
                  <a:pt x="3149765" y="4136850"/>
                  <a:pt x="3135898" y="4202505"/>
                </a:cubicBezTo>
                <a:lnTo>
                  <a:pt x="3130337" y="4203011"/>
                </a:lnTo>
                <a:lnTo>
                  <a:pt x="3129753" y="4227910"/>
                </a:lnTo>
                <a:lnTo>
                  <a:pt x="3129574" y="4274218"/>
                </a:lnTo>
                <a:cubicBezTo>
                  <a:pt x="3129941" y="4483679"/>
                  <a:pt x="3135633" y="4636010"/>
                  <a:pt x="3134864" y="4758991"/>
                </a:cubicBezTo>
                <a:lnTo>
                  <a:pt x="3134041" y="4782286"/>
                </a:lnTo>
                <a:lnTo>
                  <a:pt x="3139115" y="4843497"/>
                </a:lnTo>
                <a:cubicBezTo>
                  <a:pt x="3140808" y="4928533"/>
                  <a:pt x="3133193" y="5021683"/>
                  <a:pt x="3130548" y="5126962"/>
                </a:cubicBezTo>
                <a:lnTo>
                  <a:pt x="3130348" y="5174406"/>
                </a:lnTo>
                <a:lnTo>
                  <a:pt x="3230600" y="5170671"/>
                </a:lnTo>
                <a:cubicBezTo>
                  <a:pt x="3276718" y="5169733"/>
                  <a:pt x="3328649" y="5169831"/>
                  <a:pt x="3389753" y="5172254"/>
                </a:cubicBezTo>
                <a:cubicBezTo>
                  <a:pt x="3450857" y="5174676"/>
                  <a:pt x="3510408" y="5174060"/>
                  <a:pt x="3571628" y="5172228"/>
                </a:cubicBezTo>
                <a:lnTo>
                  <a:pt x="3739500" y="5165833"/>
                </a:lnTo>
                <a:lnTo>
                  <a:pt x="3818073" y="5159683"/>
                </a:lnTo>
                <a:cubicBezTo>
                  <a:pt x="3860895" y="5157896"/>
                  <a:pt x="3894507" y="5158178"/>
                  <a:pt x="3923407" y="5159520"/>
                </a:cubicBezTo>
                <a:lnTo>
                  <a:pt x="3951126" y="5161830"/>
                </a:lnTo>
                <a:lnTo>
                  <a:pt x="3984773" y="5161276"/>
                </a:lnTo>
                <a:cubicBezTo>
                  <a:pt x="4065566" y="5161890"/>
                  <a:pt x="4154475" y="5164941"/>
                  <a:pt x="4254725" y="5172254"/>
                </a:cubicBezTo>
                <a:lnTo>
                  <a:pt x="4336877" y="5177949"/>
                </a:lnTo>
                <a:lnTo>
                  <a:pt x="4463055" y="5179388"/>
                </a:lnTo>
                <a:lnTo>
                  <a:pt x="4833846" y="5173856"/>
                </a:lnTo>
                <a:lnTo>
                  <a:pt x="4851970" y="5172254"/>
                </a:lnTo>
                <a:cubicBezTo>
                  <a:pt x="4921187" y="5166639"/>
                  <a:pt x="4980836" y="5164231"/>
                  <a:pt x="5035842" y="5163678"/>
                </a:cubicBezTo>
                <a:lnTo>
                  <a:pt x="5102629" y="5164770"/>
                </a:lnTo>
                <a:lnTo>
                  <a:pt x="5186592" y="5160878"/>
                </a:lnTo>
                <a:cubicBezTo>
                  <a:pt x="5215692" y="5160580"/>
                  <a:pt x="5241793" y="5161230"/>
                  <a:pt x="5269241" y="5163052"/>
                </a:cubicBezTo>
                <a:lnTo>
                  <a:pt x="5355571" y="5171808"/>
                </a:lnTo>
                <a:lnTo>
                  <a:pt x="5538453" y="5172254"/>
                </a:lnTo>
                <a:cubicBezTo>
                  <a:pt x="5824300" y="5165860"/>
                  <a:pt x="5880856" y="5155120"/>
                  <a:pt x="6135699" y="5172254"/>
                </a:cubicBezTo>
                <a:cubicBezTo>
                  <a:pt x="6390541" y="5189388"/>
                  <a:pt x="6602102" y="5161110"/>
                  <a:pt x="6732940" y="5172254"/>
                </a:cubicBezTo>
                <a:cubicBezTo>
                  <a:pt x="6809671" y="5162762"/>
                  <a:pt x="6905445" y="5156381"/>
                  <a:pt x="7019960" y="5155564"/>
                </a:cubicBezTo>
                <a:cubicBezTo>
                  <a:pt x="7134476" y="5154747"/>
                  <a:pt x="7267733" y="5159493"/>
                  <a:pt x="7419427" y="5172254"/>
                </a:cubicBezTo>
                <a:lnTo>
                  <a:pt x="7504560" y="5175857"/>
                </a:lnTo>
                <a:lnTo>
                  <a:pt x="7597911" y="5172254"/>
                </a:lnTo>
                <a:cubicBezTo>
                  <a:pt x="7963066" y="5151191"/>
                  <a:pt x="7943580" y="5164061"/>
                  <a:pt x="8195153" y="5172254"/>
                </a:cubicBezTo>
                <a:lnTo>
                  <a:pt x="8317780" y="5173385"/>
                </a:lnTo>
                <a:lnTo>
                  <a:pt x="8346179" y="5172254"/>
                </a:lnTo>
                <a:cubicBezTo>
                  <a:pt x="8506081" y="5169884"/>
                  <a:pt x="8743572" y="5148827"/>
                  <a:pt x="9032665" y="5172254"/>
                </a:cubicBezTo>
                <a:lnTo>
                  <a:pt x="9050027" y="5173263"/>
                </a:lnTo>
                <a:lnTo>
                  <a:pt x="9189983" y="5175049"/>
                </a:lnTo>
                <a:cubicBezTo>
                  <a:pt x="9257229" y="5176521"/>
                  <a:pt x="9321235" y="5177063"/>
                  <a:pt x="9389638" y="5172254"/>
                </a:cubicBezTo>
                <a:cubicBezTo>
                  <a:pt x="9492243" y="5165040"/>
                  <a:pt x="9671399" y="5152444"/>
                  <a:pt x="9871331" y="5158749"/>
                </a:cubicBezTo>
                <a:lnTo>
                  <a:pt x="10028127" y="5169089"/>
                </a:lnTo>
                <a:lnTo>
                  <a:pt x="10271107" y="5157895"/>
                </a:lnTo>
                <a:cubicBezTo>
                  <a:pt x="10331353" y="5156407"/>
                  <a:pt x="10394227" y="5156115"/>
                  <a:pt x="10457454" y="5158136"/>
                </a:cubicBezTo>
                <a:lnTo>
                  <a:pt x="10596845" y="5168578"/>
                </a:lnTo>
                <a:lnTo>
                  <a:pt x="10795566" y="5161415"/>
                </a:lnTo>
                <a:cubicBezTo>
                  <a:pt x="10893797" y="5158917"/>
                  <a:pt x="10991339" y="5160031"/>
                  <a:pt x="11092122" y="5172254"/>
                </a:cubicBezTo>
                <a:cubicBezTo>
                  <a:pt x="11293687" y="5196699"/>
                  <a:pt x="11653545" y="5151320"/>
                  <a:pt x="11806067" y="5172254"/>
                </a:cubicBezTo>
                <a:cubicBezTo>
                  <a:pt x="11807662" y="5206152"/>
                  <a:pt x="11808843" y="5237839"/>
                  <a:pt x="11809689" y="5267663"/>
                </a:cubicBezTo>
                <a:lnTo>
                  <a:pt x="11809875" y="5277327"/>
                </a:lnTo>
                <a:lnTo>
                  <a:pt x="11810908" y="5305837"/>
                </a:lnTo>
                <a:cubicBezTo>
                  <a:pt x="11816173" y="5448670"/>
                  <a:pt x="11820672" y="5612729"/>
                  <a:pt x="11806067" y="5739314"/>
                </a:cubicBezTo>
                <a:cubicBezTo>
                  <a:pt x="11572155" y="5754113"/>
                  <a:pt x="11423174" y="5760956"/>
                  <a:pt x="11298068" y="5739314"/>
                </a:cubicBezTo>
                <a:cubicBezTo>
                  <a:pt x="11087945" y="5744282"/>
                  <a:pt x="10896673" y="5768480"/>
                  <a:pt x="10611582" y="5739314"/>
                </a:cubicBezTo>
                <a:lnTo>
                  <a:pt x="10574195" y="5737362"/>
                </a:lnTo>
                <a:lnTo>
                  <a:pt x="10460555" y="5739314"/>
                </a:lnTo>
                <a:cubicBezTo>
                  <a:pt x="10301194" y="5740662"/>
                  <a:pt x="10248630" y="5734542"/>
                  <a:pt x="10041799" y="5739314"/>
                </a:cubicBezTo>
                <a:cubicBezTo>
                  <a:pt x="9990091" y="5740507"/>
                  <a:pt x="9944699" y="5739933"/>
                  <a:pt x="9901249" y="5738693"/>
                </a:cubicBezTo>
                <a:lnTo>
                  <a:pt x="9876111" y="5737793"/>
                </a:lnTo>
                <a:lnTo>
                  <a:pt x="9746610" y="5739314"/>
                </a:lnTo>
                <a:cubicBezTo>
                  <a:pt x="9634095" y="5737096"/>
                  <a:pt x="9529332" y="5740933"/>
                  <a:pt x="9408113" y="5743405"/>
                </a:cubicBezTo>
                <a:lnTo>
                  <a:pt x="9271319" y="5744625"/>
                </a:lnTo>
                <a:lnTo>
                  <a:pt x="9250725" y="5745257"/>
                </a:lnTo>
                <a:lnTo>
                  <a:pt x="9237901" y="5744923"/>
                </a:lnTo>
                <a:lnTo>
                  <a:pt x="9210917" y="5745164"/>
                </a:lnTo>
                <a:cubicBezTo>
                  <a:pt x="9139053" y="5744791"/>
                  <a:pt x="9060051" y="5743150"/>
                  <a:pt x="8970881" y="5739314"/>
                </a:cubicBezTo>
                <a:lnTo>
                  <a:pt x="8912071" y="5737440"/>
                </a:lnTo>
                <a:lnTo>
                  <a:pt x="8847314" y="5739314"/>
                </a:lnTo>
                <a:cubicBezTo>
                  <a:pt x="8742945" y="5749757"/>
                  <a:pt x="8543579" y="5740421"/>
                  <a:pt x="8349470" y="5738186"/>
                </a:cubicBezTo>
                <a:lnTo>
                  <a:pt x="8207559" y="5739034"/>
                </a:lnTo>
                <a:lnTo>
                  <a:pt x="8195153" y="5739314"/>
                </a:lnTo>
                <a:lnTo>
                  <a:pt x="8168351" y="5739269"/>
                </a:lnTo>
                <a:lnTo>
                  <a:pt x="8160828" y="5739314"/>
                </a:lnTo>
                <a:cubicBezTo>
                  <a:pt x="7981364" y="5744800"/>
                  <a:pt x="7776910" y="5758455"/>
                  <a:pt x="7579282" y="5752641"/>
                </a:cubicBezTo>
                <a:lnTo>
                  <a:pt x="7403120" y="5740550"/>
                </a:lnTo>
                <a:lnTo>
                  <a:pt x="7275424" y="5750233"/>
                </a:lnTo>
                <a:cubicBezTo>
                  <a:pt x="7234983" y="5752242"/>
                  <a:pt x="7201040" y="5752759"/>
                  <a:pt x="7170401" y="5752202"/>
                </a:cubicBezTo>
                <a:lnTo>
                  <a:pt x="7030609" y="5741587"/>
                </a:lnTo>
                <a:lnTo>
                  <a:pt x="6907326" y="5747876"/>
                </a:lnTo>
                <a:cubicBezTo>
                  <a:pt x="6847493" y="5748746"/>
                  <a:pt x="6779796" y="5746817"/>
                  <a:pt x="6698617" y="5739314"/>
                </a:cubicBezTo>
                <a:lnTo>
                  <a:pt x="6647709" y="5736116"/>
                </a:lnTo>
                <a:lnTo>
                  <a:pt x="6492670" y="5739314"/>
                </a:lnTo>
                <a:lnTo>
                  <a:pt x="6323299" y="5740577"/>
                </a:lnTo>
                <a:lnTo>
                  <a:pt x="6300866" y="5741793"/>
                </a:lnTo>
                <a:cubicBezTo>
                  <a:pt x="6208253" y="5748040"/>
                  <a:pt x="6109123" y="5753823"/>
                  <a:pt x="5977315" y="5748598"/>
                </a:cubicBezTo>
                <a:lnTo>
                  <a:pt x="5845186" y="5740059"/>
                </a:lnTo>
                <a:lnTo>
                  <a:pt x="5716941" y="5739314"/>
                </a:lnTo>
                <a:cubicBezTo>
                  <a:pt x="5437687" y="5734419"/>
                  <a:pt x="5336954" y="5755289"/>
                  <a:pt x="5208942" y="5739314"/>
                </a:cubicBezTo>
                <a:lnTo>
                  <a:pt x="5171530" y="5735925"/>
                </a:lnTo>
                <a:lnTo>
                  <a:pt x="5147159" y="5739314"/>
                </a:lnTo>
                <a:cubicBezTo>
                  <a:pt x="5024471" y="5759222"/>
                  <a:pt x="4784679" y="5728373"/>
                  <a:pt x="4571041" y="5727375"/>
                </a:cubicBezTo>
                <a:lnTo>
                  <a:pt x="4493357" y="5729140"/>
                </a:lnTo>
                <a:lnTo>
                  <a:pt x="4429812" y="5733467"/>
                </a:lnTo>
                <a:lnTo>
                  <a:pt x="4371428" y="5739314"/>
                </a:lnTo>
                <a:cubicBezTo>
                  <a:pt x="4311333" y="5748600"/>
                  <a:pt x="4251835" y="5753519"/>
                  <a:pt x="4191632" y="5755604"/>
                </a:cubicBezTo>
                <a:lnTo>
                  <a:pt x="4163613" y="5755496"/>
                </a:lnTo>
                <a:lnTo>
                  <a:pt x="4107965" y="5760488"/>
                </a:lnTo>
                <a:cubicBezTo>
                  <a:pt x="3976297" y="5769212"/>
                  <a:pt x="3881778" y="5767607"/>
                  <a:pt x="3739306" y="5758425"/>
                </a:cubicBezTo>
                <a:lnTo>
                  <a:pt x="3485751" y="5739810"/>
                </a:lnTo>
                <a:lnTo>
                  <a:pt x="3241220" y="5740913"/>
                </a:lnTo>
                <a:lnTo>
                  <a:pt x="3196714" y="5741314"/>
                </a:lnTo>
                <a:lnTo>
                  <a:pt x="3202660" y="5814916"/>
                </a:lnTo>
                <a:cubicBezTo>
                  <a:pt x="3203959" y="5851904"/>
                  <a:pt x="3203964" y="5891635"/>
                  <a:pt x="3203226" y="5934534"/>
                </a:cubicBezTo>
                <a:cubicBezTo>
                  <a:pt x="3201752" y="6020332"/>
                  <a:pt x="3197311" y="6118798"/>
                  <a:pt x="3194326" y="6233316"/>
                </a:cubicBezTo>
                <a:cubicBezTo>
                  <a:pt x="3122185" y="6240435"/>
                  <a:pt x="3066705" y="6243210"/>
                  <a:pt x="3019530" y="6243565"/>
                </a:cubicBezTo>
                <a:lnTo>
                  <a:pt x="2970804" y="6241897"/>
                </a:lnTo>
                <a:lnTo>
                  <a:pt x="2929065" y="6242596"/>
                </a:lnTo>
                <a:cubicBezTo>
                  <a:pt x="2823798" y="6242755"/>
                  <a:pt x="2712106" y="6239820"/>
                  <a:pt x="2625256" y="6233316"/>
                </a:cubicBezTo>
                <a:lnTo>
                  <a:pt x="2620601" y="6233118"/>
                </a:lnTo>
                <a:lnTo>
                  <a:pt x="2593641" y="6233316"/>
                </a:lnTo>
                <a:cubicBezTo>
                  <a:pt x="2376050" y="6242728"/>
                  <a:pt x="2296556" y="6244623"/>
                  <a:pt x="2158211" y="6240031"/>
                </a:cubicBezTo>
                <a:lnTo>
                  <a:pt x="2022081" y="6234499"/>
                </a:lnTo>
                <a:lnTo>
                  <a:pt x="1704990" y="6245504"/>
                </a:lnTo>
                <a:lnTo>
                  <a:pt x="1399649" y="6233603"/>
                </a:lnTo>
                <a:lnTo>
                  <a:pt x="1125089" y="6235017"/>
                </a:lnTo>
                <a:lnTo>
                  <a:pt x="848543" y="6233729"/>
                </a:lnTo>
                <a:lnTo>
                  <a:pt x="844797" y="6320647"/>
                </a:lnTo>
                <a:cubicBezTo>
                  <a:pt x="843286" y="6358415"/>
                  <a:pt x="842351" y="6394394"/>
                  <a:pt x="843125" y="6428916"/>
                </a:cubicBezTo>
                <a:lnTo>
                  <a:pt x="843129" y="6428962"/>
                </a:lnTo>
                <a:lnTo>
                  <a:pt x="839614" y="6429067"/>
                </a:lnTo>
                <a:lnTo>
                  <a:pt x="840893" y="6496889"/>
                </a:lnTo>
                <a:cubicBezTo>
                  <a:pt x="840992" y="6558823"/>
                  <a:pt x="839306" y="6625682"/>
                  <a:pt x="837322" y="6693432"/>
                </a:cubicBezTo>
                <a:lnTo>
                  <a:pt x="833636" y="6832393"/>
                </a:lnTo>
                <a:lnTo>
                  <a:pt x="833754" y="6849093"/>
                </a:lnTo>
                <a:lnTo>
                  <a:pt x="831675" y="6945245"/>
                </a:lnTo>
                <a:lnTo>
                  <a:pt x="831409" y="6990705"/>
                </a:lnTo>
                <a:cubicBezTo>
                  <a:pt x="831646" y="7021378"/>
                  <a:pt x="832365" y="7050760"/>
                  <a:pt x="833754" y="7078349"/>
                </a:cubicBezTo>
                <a:cubicBezTo>
                  <a:pt x="837922" y="7161115"/>
                  <a:pt x="830286" y="7322395"/>
                  <a:pt x="822367" y="7505792"/>
                </a:cubicBezTo>
                <a:lnTo>
                  <a:pt x="821943" y="7516338"/>
                </a:lnTo>
                <a:lnTo>
                  <a:pt x="823080" y="7543710"/>
                </a:lnTo>
                <a:cubicBezTo>
                  <a:pt x="825578" y="7584098"/>
                  <a:pt x="829058" y="7626613"/>
                  <a:pt x="833754" y="7671719"/>
                </a:cubicBezTo>
                <a:cubicBezTo>
                  <a:pt x="871329" y="8032565"/>
                  <a:pt x="836213" y="8192146"/>
                  <a:pt x="833754" y="8346003"/>
                </a:cubicBezTo>
                <a:lnTo>
                  <a:pt x="937282" y="8346804"/>
                </a:lnTo>
                <a:lnTo>
                  <a:pt x="957161" y="8346704"/>
                </a:lnTo>
                <a:cubicBezTo>
                  <a:pt x="1106500" y="8344987"/>
                  <a:pt x="1315512" y="8338199"/>
                  <a:pt x="1421051" y="8346003"/>
                </a:cubicBezTo>
                <a:lnTo>
                  <a:pt x="1444803" y="8346866"/>
                </a:lnTo>
                <a:lnTo>
                  <a:pt x="1508808" y="8346003"/>
                </a:lnTo>
                <a:cubicBezTo>
                  <a:pt x="1758443" y="8340672"/>
                  <a:pt x="1959496" y="8322281"/>
                  <a:pt x="2183861" y="8346003"/>
                </a:cubicBezTo>
                <a:lnTo>
                  <a:pt x="2184669" y="8346083"/>
                </a:lnTo>
                <a:lnTo>
                  <a:pt x="2244616" y="8346003"/>
                </a:lnTo>
                <a:cubicBezTo>
                  <a:pt x="2310866" y="8346862"/>
                  <a:pt x="2385491" y="8351532"/>
                  <a:pt x="2457714" y="8353652"/>
                </a:cubicBezTo>
                <a:lnTo>
                  <a:pt x="2535487" y="8354002"/>
                </a:lnTo>
                <a:lnTo>
                  <a:pt x="2595644" y="8346003"/>
                </a:lnTo>
                <a:cubicBezTo>
                  <a:pt x="2627605" y="8341146"/>
                  <a:pt x="2667513" y="8340120"/>
                  <a:pt x="2715334" y="8340962"/>
                </a:cubicBezTo>
                <a:lnTo>
                  <a:pt x="2720677" y="8341160"/>
                </a:lnTo>
                <a:lnTo>
                  <a:pt x="2778099" y="8340427"/>
                </a:lnTo>
                <a:cubicBezTo>
                  <a:pt x="2931273" y="8341642"/>
                  <a:pt x="3163085" y="8358298"/>
                  <a:pt x="3331452" y="8346003"/>
                </a:cubicBezTo>
                <a:cubicBezTo>
                  <a:pt x="3555942" y="8329610"/>
                  <a:pt x="3727440" y="8323643"/>
                  <a:pt x="3918749" y="8346003"/>
                </a:cubicBezTo>
                <a:cubicBezTo>
                  <a:pt x="4014404" y="8357183"/>
                  <a:pt x="4134650" y="8357915"/>
                  <a:pt x="4255241" y="8355485"/>
                </a:cubicBezTo>
                <a:lnTo>
                  <a:pt x="4354830" y="8352632"/>
                </a:lnTo>
                <a:lnTo>
                  <a:pt x="4445290" y="8346003"/>
                </a:lnTo>
                <a:cubicBezTo>
                  <a:pt x="4552877" y="8330797"/>
                  <a:pt x="4713934" y="8335017"/>
                  <a:pt x="4873887" y="8340928"/>
                </a:cubicBezTo>
                <a:lnTo>
                  <a:pt x="4904026" y="8341955"/>
                </a:lnTo>
                <a:lnTo>
                  <a:pt x="5024159" y="8341016"/>
                </a:lnTo>
                <a:cubicBezTo>
                  <a:pt x="5107069" y="8340550"/>
                  <a:pt x="5189553" y="8340500"/>
                  <a:pt x="5262593" y="8341215"/>
                </a:cubicBezTo>
                <a:lnTo>
                  <a:pt x="5341469" y="8342530"/>
                </a:lnTo>
                <a:lnTo>
                  <a:pt x="5367040" y="8340583"/>
                </a:lnTo>
                <a:cubicBezTo>
                  <a:pt x="5520107" y="8330017"/>
                  <a:pt x="5592157" y="8333749"/>
                  <a:pt x="5795403" y="8346003"/>
                </a:cubicBezTo>
                <a:lnTo>
                  <a:pt x="5959939" y="8348148"/>
                </a:lnTo>
                <a:lnTo>
                  <a:pt x="6000609" y="8347676"/>
                </a:lnTo>
                <a:lnTo>
                  <a:pt x="6004838" y="8347642"/>
                </a:lnTo>
                <a:lnTo>
                  <a:pt x="6156160" y="8342709"/>
                </a:lnTo>
                <a:lnTo>
                  <a:pt x="6157108" y="8303388"/>
                </a:lnTo>
                <a:cubicBezTo>
                  <a:pt x="6357163" y="8305352"/>
                  <a:pt x="6445987" y="8297684"/>
                  <a:pt x="6648514" y="8303388"/>
                </a:cubicBezTo>
                <a:lnTo>
                  <a:pt x="6674762" y="8304109"/>
                </a:lnTo>
                <a:lnTo>
                  <a:pt x="6855665" y="8297482"/>
                </a:lnTo>
                <a:cubicBezTo>
                  <a:pt x="6919551" y="8296409"/>
                  <a:pt x="6978139" y="8297582"/>
                  <a:pt x="7030714" y="8303388"/>
                </a:cubicBezTo>
                <a:lnTo>
                  <a:pt x="7036151" y="8303619"/>
                </a:lnTo>
                <a:lnTo>
                  <a:pt x="7044365" y="8303388"/>
                </a:lnTo>
                <a:cubicBezTo>
                  <a:pt x="7241233" y="8294446"/>
                  <a:pt x="7685301" y="8266508"/>
                  <a:pt x="7917971" y="8303388"/>
                </a:cubicBezTo>
                <a:lnTo>
                  <a:pt x="7982504" y="8310789"/>
                </a:lnTo>
                <a:lnTo>
                  <a:pt x="8109073" y="8303388"/>
                </a:lnTo>
                <a:cubicBezTo>
                  <a:pt x="8190384" y="8296435"/>
                  <a:pt x="8339327" y="8295532"/>
                  <a:pt x="8490727" y="8296818"/>
                </a:cubicBezTo>
                <a:lnTo>
                  <a:pt x="8558515" y="8297941"/>
                </a:lnTo>
                <a:lnTo>
                  <a:pt x="8632736" y="8290397"/>
                </a:lnTo>
                <a:cubicBezTo>
                  <a:pt x="8756774" y="8282001"/>
                  <a:pt x="8879576" y="8287125"/>
                  <a:pt x="9091881" y="8303388"/>
                </a:cubicBezTo>
                <a:lnTo>
                  <a:pt x="9255376" y="8303388"/>
                </a:lnTo>
                <a:lnTo>
                  <a:pt x="9255407" y="8304143"/>
                </a:lnTo>
                <a:lnTo>
                  <a:pt x="9282982" y="8303388"/>
                </a:lnTo>
                <a:cubicBezTo>
                  <a:pt x="9381826" y="8294843"/>
                  <a:pt x="9535924" y="8321886"/>
                  <a:pt x="9678836" y="8303388"/>
                </a:cubicBezTo>
                <a:cubicBezTo>
                  <a:pt x="9750292" y="8294139"/>
                  <a:pt x="9813372" y="8293775"/>
                  <a:pt x="9876530" y="8295904"/>
                </a:cubicBezTo>
                <a:lnTo>
                  <a:pt x="9913044" y="8297283"/>
                </a:lnTo>
                <a:lnTo>
                  <a:pt x="9977320" y="8294453"/>
                </a:lnTo>
                <a:cubicBezTo>
                  <a:pt x="10031134" y="8294772"/>
                  <a:pt x="10072762" y="8297619"/>
                  <a:pt x="10107136" y="8300692"/>
                </a:cubicBezTo>
                <a:lnTo>
                  <a:pt x="10121606" y="8301964"/>
                </a:lnTo>
                <a:lnTo>
                  <a:pt x="10219452" y="8298993"/>
                </a:lnTo>
                <a:lnTo>
                  <a:pt x="10351008" y="8293412"/>
                </a:lnTo>
                <a:lnTo>
                  <a:pt x="10381620" y="8289829"/>
                </a:lnTo>
                <a:cubicBezTo>
                  <a:pt x="10432556" y="8286230"/>
                  <a:pt x="10494625" y="8283747"/>
                  <a:pt x="10564242" y="8282966"/>
                </a:cubicBezTo>
                <a:cubicBezTo>
                  <a:pt x="10703475" y="8281404"/>
                  <a:pt x="10872901" y="8286650"/>
                  <a:pt x="11043847" y="8303388"/>
                </a:cubicBezTo>
                <a:lnTo>
                  <a:pt x="11149312" y="8310887"/>
                </a:lnTo>
                <a:lnTo>
                  <a:pt x="11166287" y="8308794"/>
                </a:lnTo>
                <a:cubicBezTo>
                  <a:pt x="11189066" y="8305967"/>
                  <a:pt x="11214334" y="8303623"/>
                  <a:pt x="11248599" y="8303388"/>
                </a:cubicBezTo>
                <a:cubicBezTo>
                  <a:pt x="11385657" y="8302450"/>
                  <a:pt x="11756378" y="8281661"/>
                  <a:pt x="11931105" y="8303388"/>
                </a:cubicBezTo>
                <a:lnTo>
                  <a:pt x="12072539" y="8313913"/>
                </a:lnTo>
                <a:lnTo>
                  <a:pt x="12217757" y="8303388"/>
                </a:lnTo>
                <a:cubicBezTo>
                  <a:pt x="12231522" y="8302299"/>
                  <a:pt x="12252323" y="8301061"/>
                  <a:pt x="12278583" y="8299781"/>
                </a:cubicBezTo>
                <a:lnTo>
                  <a:pt x="12347570" y="8296936"/>
                </a:lnTo>
                <a:lnTo>
                  <a:pt x="12349463" y="8259466"/>
                </a:lnTo>
                <a:cubicBezTo>
                  <a:pt x="12350772" y="8237658"/>
                  <a:pt x="12352185" y="8217942"/>
                  <a:pt x="12353689" y="8200767"/>
                </a:cubicBezTo>
                <a:lnTo>
                  <a:pt x="12355478" y="8167709"/>
                </a:lnTo>
                <a:lnTo>
                  <a:pt x="12353689" y="8091567"/>
                </a:lnTo>
                <a:cubicBezTo>
                  <a:pt x="12351043" y="7939104"/>
                  <a:pt x="12342053" y="7771015"/>
                  <a:pt x="12345458" y="7632118"/>
                </a:cubicBezTo>
                <a:lnTo>
                  <a:pt x="12347792" y="7595965"/>
                </a:lnTo>
                <a:lnTo>
                  <a:pt x="12348297" y="7538259"/>
                </a:lnTo>
                <a:cubicBezTo>
                  <a:pt x="12350707" y="7426428"/>
                  <a:pt x="12354914" y="7305656"/>
                  <a:pt x="12353689" y="7217959"/>
                </a:cubicBezTo>
                <a:lnTo>
                  <a:pt x="12353680" y="7213252"/>
                </a:lnTo>
                <a:lnTo>
                  <a:pt x="12353603" y="7210862"/>
                </a:lnTo>
                <a:cubicBezTo>
                  <a:pt x="12348991" y="7094222"/>
                  <a:pt x="12344408" y="6961747"/>
                  <a:pt x="12353689" y="6822106"/>
                </a:cubicBezTo>
                <a:lnTo>
                  <a:pt x="12355198" y="6770100"/>
                </a:lnTo>
                <a:lnTo>
                  <a:pt x="12355546" y="6691513"/>
                </a:lnTo>
                <a:cubicBezTo>
                  <a:pt x="12355493" y="6632999"/>
                  <a:pt x="12354994" y="6579354"/>
                  <a:pt x="12353689" y="6535453"/>
                </a:cubicBezTo>
                <a:lnTo>
                  <a:pt x="12353716" y="6369358"/>
                </a:lnTo>
                <a:lnTo>
                  <a:pt x="12350318" y="6241150"/>
                </a:lnTo>
                <a:cubicBezTo>
                  <a:pt x="12349533" y="6177270"/>
                  <a:pt x="12350145" y="6112081"/>
                  <a:pt x="12353689" y="6044049"/>
                </a:cubicBezTo>
                <a:lnTo>
                  <a:pt x="12354432" y="6017119"/>
                </a:lnTo>
                <a:lnTo>
                  <a:pt x="12354919" y="5992135"/>
                </a:lnTo>
                <a:lnTo>
                  <a:pt x="12358252" y="5859621"/>
                </a:lnTo>
                <a:lnTo>
                  <a:pt x="12355814" y="5737111"/>
                </a:lnTo>
                <a:cubicBezTo>
                  <a:pt x="12352979" y="5653917"/>
                  <a:pt x="12349434" y="5575210"/>
                  <a:pt x="12353689" y="5457094"/>
                </a:cubicBezTo>
                <a:lnTo>
                  <a:pt x="12356024" y="5319476"/>
                </a:lnTo>
                <a:lnTo>
                  <a:pt x="12353689" y="5265993"/>
                </a:lnTo>
                <a:cubicBezTo>
                  <a:pt x="12341342" y="5147860"/>
                  <a:pt x="12344334" y="5089228"/>
                  <a:pt x="12348918" y="5039963"/>
                </a:cubicBezTo>
                <a:lnTo>
                  <a:pt x="12353161" y="4991076"/>
                </a:lnTo>
                <a:lnTo>
                  <a:pt x="12352633" y="4920867"/>
                </a:lnTo>
                <a:cubicBezTo>
                  <a:pt x="12350957" y="4881119"/>
                  <a:pt x="12348598" y="4837917"/>
                  <a:pt x="12346399" y="4791339"/>
                </a:cubicBezTo>
                <a:lnTo>
                  <a:pt x="12342911" y="4692327"/>
                </a:lnTo>
                <a:lnTo>
                  <a:pt x="12335273" y="4692760"/>
                </a:lnTo>
                <a:cubicBezTo>
                  <a:pt x="12226861" y="4696889"/>
                  <a:pt x="12114310" y="4694812"/>
                  <a:pt x="11936567" y="4686562"/>
                </a:cubicBezTo>
                <a:lnTo>
                  <a:pt x="11672155" y="4676948"/>
                </a:lnTo>
                <a:lnTo>
                  <a:pt x="11579594" y="4686562"/>
                </a:lnTo>
                <a:cubicBezTo>
                  <a:pt x="11438407" y="4707400"/>
                  <a:pt x="11359754" y="4703478"/>
                  <a:pt x="11292224" y="4696308"/>
                </a:cubicBezTo>
                <a:lnTo>
                  <a:pt x="11216864" y="4688343"/>
                </a:lnTo>
                <a:lnTo>
                  <a:pt x="11147692" y="4689349"/>
                </a:lnTo>
                <a:lnTo>
                  <a:pt x="11085376" y="4686476"/>
                </a:lnTo>
                <a:lnTo>
                  <a:pt x="11071595" y="4686562"/>
                </a:lnTo>
                <a:cubicBezTo>
                  <a:pt x="10974902" y="4694406"/>
                  <a:pt x="10854204" y="4697663"/>
                  <a:pt x="10709908" y="4697331"/>
                </a:cubicBezTo>
                <a:lnTo>
                  <a:pt x="10541538" y="4693728"/>
                </a:lnTo>
                <a:lnTo>
                  <a:pt x="10500682" y="4696359"/>
                </a:lnTo>
                <a:cubicBezTo>
                  <a:pt x="10460831" y="4696392"/>
                  <a:pt x="10429984" y="4693906"/>
                  <a:pt x="10402546" y="4691047"/>
                </a:cubicBezTo>
                <a:lnTo>
                  <a:pt x="10398684" y="4690672"/>
                </a:lnTo>
                <a:lnTo>
                  <a:pt x="10226776" y="4686994"/>
                </a:lnTo>
                <a:lnTo>
                  <a:pt x="10100164" y="4694467"/>
                </a:lnTo>
                <a:cubicBezTo>
                  <a:pt x="9944062" y="4698140"/>
                  <a:pt x="9731022" y="4690713"/>
                  <a:pt x="9547597" y="4686562"/>
                </a:cubicBezTo>
                <a:cubicBezTo>
                  <a:pt x="9486456" y="4685179"/>
                  <a:pt x="9427211" y="4685197"/>
                  <a:pt x="9370573" y="4685824"/>
                </a:cubicBezTo>
                <a:lnTo>
                  <a:pt x="9345214" y="4686284"/>
                </a:lnTo>
                <a:lnTo>
                  <a:pt x="9341651" y="4686562"/>
                </a:lnTo>
                <a:cubicBezTo>
                  <a:pt x="8964636" y="4726795"/>
                  <a:pt x="8995580" y="4698643"/>
                  <a:pt x="8744409" y="4686562"/>
                </a:cubicBezTo>
                <a:cubicBezTo>
                  <a:pt x="8493238" y="4674481"/>
                  <a:pt x="8518947" y="4685172"/>
                  <a:pt x="8325652" y="4686562"/>
                </a:cubicBezTo>
                <a:lnTo>
                  <a:pt x="8199494" y="4684951"/>
                </a:lnTo>
                <a:lnTo>
                  <a:pt x="8085382" y="4686562"/>
                </a:lnTo>
                <a:cubicBezTo>
                  <a:pt x="7906403" y="4690575"/>
                  <a:pt x="7842462" y="4686367"/>
                  <a:pt x="7802895" y="4683260"/>
                </a:cubicBezTo>
                <a:lnTo>
                  <a:pt x="7792800" y="4682746"/>
                </a:lnTo>
                <a:lnTo>
                  <a:pt x="7728414" y="4686562"/>
                </a:lnTo>
                <a:cubicBezTo>
                  <a:pt x="7656958" y="4695676"/>
                  <a:pt x="7553816" y="4700279"/>
                  <a:pt x="7434297" y="4700302"/>
                </a:cubicBezTo>
                <a:lnTo>
                  <a:pt x="7058745" y="4687151"/>
                </a:lnTo>
                <a:lnTo>
                  <a:pt x="6936923" y="4693895"/>
                </a:lnTo>
                <a:cubicBezTo>
                  <a:pt x="6796746" y="4692726"/>
                  <a:pt x="6628083" y="4672109"/>
                  <a:pt x="6382899" y="4686562"/>
                </a:cubicBezTo>
                <a:lnTo>
                  <a:pt x="6339885" y="4688296"/>
                </a:lnTo>
                <a:lnTo>
                  <a:pt x="6204773" y="4703355"/>
                </a:lnTo>
                <a:cubicBezTo>
                  <a:pt x="6043616" y="4712675"/>
                  <a:pt x="5854499" y="4701454"/>
                  <a:pt x="5668956" y="4686562"/>
                </a:cubicBezTo>
                <a:lnTo>
                  <a:pt x="5614063" y="4684883"/>
                </a:lnTo>
                <a:lnTo>
                  <a:pt x="5545388" y="4686562"/>
                </a:lnTo>
                <a:cubicBezTo>
                  <a:pt x="5494239" y="4688927"/>
                  <a:pt x="5441186" y="4689626"/>
                  <a:pt x="5387911" y="4689465"/>
                </a:cubicBezTo>
                <a:lnTo>
                  <a:pt x="5367683" y="4689178"/>
                </a:lnTo>
                <a:lnTo>
                  <a:pt x="5248212" y="4694368"/>
                </a:lnTo>
                <a:cubicBezTo>
                  <a:pt x="5198440" y="4694742"/>
                  <a:pt x="5141621" y="4692843"/>
                  <a:pt x="5071711" y="4686562"/>
                </a:cubicBezTo>
                <a:lnTo>
                  <a:pt x="5040719" y="4685196"/>
                </a:lnTo>
                <a:lnTo>
                  <a:pt x="4948147" y="4686562"/>
                </a:lnTo>
                <a:lnTo>
                  <a:pt x="4750857" y="4684776"/>
                </a:lnTo>
                <a:lnTo>
                  <a:pt x="4627990" y="4691270"/>
                </a:lnTo>
                <a:cubicBezTo>
                  <a:pt x="4582787" y="4692317"/>
                  <a:pt x="4533447" y="4691446"/>
                  <a:pt x="4474468" y="4686562"/>
                </a:cubicBezTo>
                <a:lnTo>
                  <a:pt x="4307275" y="4675035"/>
                </a:lnTo>
                <a:lnTo>
                  <a:pt x="3972376" y="4672266"/>
                </a:lnTo>
                <a:cubicBezTo>
                  <a:pt x="3822914" y="4673371"/>
                  <a:pt x="3669097" y="4677446"/>
                  <a:pt x="3520254" y="4686562"/>
                </a:cubicBezTo>
                <a:cubicBezTo>
                  <a:pt x="3499456" y="4494807"/>
                  <a:pt x="3503707" y="4359506"/>
                  <a:pt x="3520254" y="4119502"/>
                </a:cubicBezTo>
                <a:cubicBezTo>
                  <a:pt x="3550691" y="4115156"/>
                  <a:pt x="3589450" y="4113808"/>
                  <a:pt x="3632520" y="4114026"/>
                </a:cubicBezTo>
                <a:lnTo>
                  <a:pt x="3659547" y="4114791"/>
                </a:lnTo>
                <a:lnTo>
                  <a:pt x="3809468" y="4109720"/>
                </a:lnTo>
                <a:cubicBezTo>
                  <a:pt x="3890656" y="4108915"/>
                  <a:pt x="3960105" y="4111370"/>
                  <a:pt x="4028253" y="4119502"/>
                </a:cubicBezTo>
                <a:cubicBezTo>
                  <a:pt x="4159603" y="4106291"/>
                  <a:pt x="4470792" y="4113313"/>
                  <a:pt x="4625495" y="4119502"/>
                </a:cubicBezTo>
                <a:lnTo>
                  <a:pt x="4691956" y="4120121"/>
                </a:lnTo>
                <a:lnTo>
                  <a:pt x="4714738" y="4119502"/>
                </a:lnTo>
                <a:cubicBezTo>
                  <a:pt x="5024216" y="4106203"/>
                  <a:pt x="5042246" y="4119584"/>
                  <a:pt x="5133497" y="4119502"/>
                </a:cubicBezTo>
                <a:cubicBezTo>
                  <a:pt x="5224748" y="4119420"/>
                  <a:pt x="5809295" y="4103039"/>
                  <a:pt x="5998468" y="4119502"/>
                </a:cubicBezTo>
                <a:lnTo>
                  <a:pt x="6022259" y="4120910"/>
                </a:lnTo>
                <a:lnTo>
                  <a:pt x="6060250" y="4119502"/>
                </a:lnTo>
                <a:cubicBezTo>
                  <a:pt x="6150339" y="4111869"/>
                  <a:pt x="6221588" y="4117445"/>
                  <a:pt x="6298187" y="4122142"/>
                </a:cubicBezTo>
                <a:lnTo>
                  <a:pt x="6371077" y="4124906"/>
                </a:lnTo>
                <a:lnTo>
                  <a:pt x="6417226" y="4119502"/>
                </a:lnTo>
                <a:cubicBezTo>
                  <a:pt x="6481013" y="4109389"/>
                  <a:pt x="6548925" y="4109283"/>
                  <a:pt x="6619275" y="4111758"/>
                </a:cubicBezTo>
                <a:lnTo>
                  <a:pt x="6652446" y="4112944"/>
                </a:lnTo>
                <a:lnTo>
                  <a:pt x="6730219" y="4106886"/>
                </a:lnTo>
                <a:cubicBezTo>
                  <a:pt x="6783152" y="4104059"/>
                  <a:pt x="6835742" y="4102618"/>
                  <a:pt x="6890112" y="4102587"/>
                </a:cubicBezTo>
                <a:cubicBezTo>
                  <a:pt x="6944486" y="4102556"/>
                  <a:pt x="7000636" y="4103934"/>
                  <a:pt x="7060698" y="4106746"/>
                </a:cubicBezTo>
                <a:lnTo>
                  <a:pt x="7109135" y="4109930"/>
                </a:lnTo>
                <a:lnTo>
                  <a:pt x="7119358" y="4109516"/>
                </a:lnTo>
                <a:cubicBezTo>
                  <a:pt x="7234246" y="4106082"/>
                  <a:pt x="7369087" y="4105976"/>
                  <a:pt x="7522466" y="4119502"/>
                </a:cubicBezTo>
                <a:lnTo>
                  <a:pt x="7582943" y="4123318"/>
                </a:lnTo>
                <a:lnTo>
                  <a:pt x="7626537" y="4122152"/>
                </a:lnTo>
                <a:cubicBezTo>
                  <a:pt x="7745108" y="4117335"/>
                  <a:pt x="7869033" y="4111634"/>
                  <a:pt x="8030463" y="4119502"/>
                </a:cubicBezTo>
                <a:cubicBezTo>
                  <a:pt x="8125047" y="4119208"/>
                  <a:pt x="8234535" y="4118691"/>
                  <a:pt x="8340289" y="4118506"/>
                </a:cubicBezTo>
                <a:lnTo>
                  <a:pt x="8455110" y="4118904"/>
                </a:lnTo>
                <a:lnTo>
                  <a:pt x="8478978" y="4118079"/>
                </a:lnTo>
                <a:cubicBezTo>
                  <a:pt x="8520947" y="4117254"/>
                  <a:pt x="8567966" y="4117348"/>
                  <a:pt x="8627706" y="4119502"/>
                </a:cubicBezTo>
                <a:lnTo>
                  <a:pt x="8837964" y="4122341"/>
                </a:lnTo>
                <a:lnTo>
                  <a:pt x="8926937" y="4121619"/>
                </a:lnTo>
                <a:cubicBezTo>
                  <a:pt x="9009274" y="4120169"/>
                  <a:pt x="9076533" y="4118015"/>
                  <a:pt x="9135705" y="4119502"/>
                </a:cubicBezTo>
                <a:cubicBezTo>
                  <a:pt x="9246930" y="4111778"/>
                  <a:pt x="9781237" y="4083688"/>
                  <a:pt x="10000677" y="4119502"/>
                </a:cubicBezTo>
                <a:lnTo>
                  <a:pt x="10032338" y="4123665"/>
                </a:lnTo>
                <a:lnTo>
                  <a:pt x="10134428" y="4120123"/>
                </a:lnTo>
                <a:cubicBezTo>
                  <a:pt x="10191518" y="4118711"/>
                  <a:pt x="10255772" y="4118079"/>
                  <a:pt x="10330190" y="4119502"/>
                </a:cubicBezTo>
                <a:lnTo>
                  <a:pt x="10460626" y="4123936"/>
                </a:lnTo>
                <a:lnTo>
                  <a:pt x="10508677" y="4119502"/>
                </a:lnTo>
                <a:cubicBezTo>
                  <a:pt x="10569734" y="4114200"/>
                  <a:pt x="10639376" y="4113223"/>
                  <a:pt x="10713230" y="4114323"/>
                </a:cubicBezTo>
                <a:lnTo>
                  <a:pt x="10910440" y="4120565"/>
                </a:lnTo>
                <a:lnTo>
                  <a:pt x="10927433" y="4119502"/>
                </a:lnTo>
                <a:cubicBezTo>
                  <a:pt x="11060942" y="4108292"/>
                  <a:pt x="11191332" y="4105122"/>
                  <a:pt x="11331270" y="4106339"/>
                </a:cubicBezTo>
                <a:lnTo>
                  <a:pt x="11563054" y="4112955"/>
                </a:lnTo>
                <a:lnTo>
                  <a:pt x="11608898" y="4111371"/>
                </a:lnTo>
                <a:cubicBezTo>
                  <a:pt x="11818792" y="4112511"/>
                  <a:pt x="12084962" y="4126034"/>
                  <a:pt x="12279138" y="4125585"/>
                </a:cubicBezTo>
                <a:lnTo>
                  <a:pt x="12350709" y="4124390"/>
                </a:lnTo>
                <a:lnTo>
                  <a:pt x="12349090" y="4090045"/>
                </a:lnTo>
                <a:cubicBezTo>
                  <a:pt x="12339158" y="3874040"/>
                  <a:pt x="12335541" y="3736325"/>
                  <a:pt x="12353689" y="3600678"/>
                </a:cubicBezTo>
                <a:cubicBezTo>
                  <a:pt x="12381304" y="3279346"/>
                  <a:pt x="12333601" y="3033538"/>
                  <a:pt x="12353689" y="2822622"/>
                </a:cubicBezTo>
                <a:lnTo>
                  <a:pt x="12355598" y="2750785"/>
                </a:lnTo>
                <a:lnTo>
                  <a:pt x="12353689" y="2727071"/>
                </a:lnTo>
                <a:cubicBezTo>
                  <a:pt x="12342662" y="2626027"/>
                  <a:pt x="12345876" y="2559867"/>
                  <a:pt x="12350240" y="2490622"/>
                </a:cubicBezTo>
                <a:lnTo>
                  <a:pt x="12351719" y="2462193"/>
                </a:lnTo>
                <a:lnTo>
                  <a:pt x="12351123" y="2445709"/>
                </a:lnTo>
                <a:cubicBezTo>
                  <a:pt x="12348184" y="2376835"/>
                  <a:pt x="12345459" y="2306952"/>
                  <a:pt x="12345152" y="2239086"/>
                </a:cubicBezTo>
                <a:lnTo>
                  <a:pt x="12351870" y="2086013"/>
                </a:lnTo>
                <a:lnTo>
                  <a:pt x="12351672" y="2069719"/>
                </a:lnTo>
                <a:cubicBezTo>
                  <a:pt x="12352962" y="2015968"/>
                  <a:pt x="12355635" y="1963971"/>
                  <a:pt x="12357953" y="1914298"/>
                </a:cubicBezTo>
                <a:lnTo>
                  <a:pt x="12360089" y="1841457"/>
                </a:lnTo>
                <a:lnTo>
                  <a:pt x="12358845" y="1816776"/>
                </a:lnTo>
                <a:cubicBezTo>
                  <a:pt x="12353831" y="1768664"/>
                  <a:pt x="12347098" y="1730507"/>
                  <a:pt x="12353689" y="1648712"/>
                </a:cubicBezTo>
                <a:lnTo>
                  <a:pt x="12351558" y="1631074"/>
                </a:lnTo>
                <a:lnTo>
                  <a:pt x="12328511" y="1630436"/>
                </a:lnTo>
                <a:lnTo>
                  <a:pt x="12197689" y="1625867"/>
                </a:lnTo>
                <a:lnTo>
                  <a:pt x="12147083" y="1625573"/>
                </a:lnTo>
                <a:cubicBezTo>
                  <a:pt x="12102654" y="1626605"/>
                  <a:pt x="12056118" y="1629216"/>
                  <a:pt x="12008258" y="1634319"/>
                </a:cubicBezTo>
                <a:cubicBezTo>
                  <a:pt x="11864680" y="1649629"/>
                  <a:pt x="11530357" y="1659541"/>
                  <a:pt x="11282222" y="1650365"/>
                </a:cubicBezTo>
                <a:lnTo>
                  <a:pt x="11127527" y="1638497"/>
                </a:lnTo>
                <a:lnTo>
                  <a:pt x="11036660" y="1640573"/>
                </a:lnTo>
                <a:cubicBezTo>
                  <a:pt x="10918537" y="1642408"/>
                  <a:pt x="10775330" y="1642159"/>
                  <a:pt x="10612457" y="1634319"/>
                </a:cubicBezTo>
                <a:lnTo>
                  <a:pt x="10435687" y="1631432"/>
                </a:lnTo>
                <a:lnTo>
                  <a:pt x="10350588" y="1632297"/>
                </a:lnTo>
                <a:lnTo>
                  <a:pt x="10214226" y="1636694"/>
                </a:lnTo>
                <a:cubicBezTo>
                  <a:pt x="10154550" y="1639050"/>
                  <a:pt x="10094037" y="1641208"/>
                  <a:pt x="10026411" y="1641401"/>
                </a:cubicBezTo>
                <a:lnTo>
                  <a:pt x="9824175" y="1635187"/>
                </a:lnTo>
                <a:lnTo>
                  <a:pt x="9813214" y="1635217"/>
                </a:lnTo>
                <a:lnTo>
                  <a:pt x="9486007" y="1634399"/>
                </a:lnTo>
                <a:lnTo>
                  <a:pt x="9448867" y="1636457"/>
                </a:lnTo>
                <a:cubicBezTo>
                  <a:pt x="9410955" y="1639565"/>
                  <a:pt x="9377829" y="1642495"/>
                  <a:pt x="9341717" y="1642915"/>
                </a:cubicBezTo>
                <a:lnTo>
                  <a:pt x="9262101" y="1637443"/>
                </a:lnTo>
                <a:lnTo>
                  <a:pt x="9208918" y="1640230"/>
                </a:lnTo>
                <a:cubicBezTo>
                  <a:pt x="9177173" y="1642439"/>
                  <a:pt x="9170107" y="1642677"/>
                  <a:pt x="9111970" y="1634319"/>
                </a:cubicBezTo>
                <a:lnTo>
                  <a:pt x="8936310" y="1627178"/>
                </a:lnTo>
                <a:lnTo>
                  <a:pt x="8874684" y="1634319"/>
                </a:lnTo>
                <a:cubicBezTo>
                  <a:pt x="8766896" y="1645112"/>
                  <a:pt x="8561161" y="1631499"/>
                  <a:pt x="8315273" y="1630181"/>
                </a:cubicBezTo>
                <a:lnTo>
                  <a:pt x="8292086" y="1630554"/>
                </a:lnTo>
                <a:lnTo>
                  <a:pt x="8176784" y="1634319"/>
                </a:lnTo>
                <a:cubicBezTo>
                  <a:pt x="8060054" y="1639250"/>
                  <a:pt x="7988213" y="1641227"/>
                  <a:pt x="7944139" y="1641541"/>
                </a:cubicBezTo>
                <a:lnTo>
                  <a:pt x="7894219" y="1639458"/>
                </a:lnTo>
                <a:lnTo>
                  <a:pt x="7842395" y="1641083"/>
                </a:lnTo>
                <a:cubicBezTo>
                  <a:pt x="7784251" y="1642102"/>
                  <a:pt x="7736808" y="1642047"/>
                  <a:pt x="7690896" y="1641401"/>
                </a:cubicBezTo>
                <a:lnTo>
                  <a:pt x="7498431" y="1637279"/>
                </a:lnTo>
                <a:lnTo>
                  <a:pt x="7136914" y="1634319"/>
                </a:lnTo>
                <a:cubicBezTo>
                  <a:pt x="7010828" y="1634208"/>
                  <a:pt x="6855665" y="1620530"/>
                  <a:pt x="6705247" y="1623998"/>
                </a:cubicBezTo>
                <a:close/>
                <a:moveTo>
                  <a:pt x="13382260" y="7"/>
                </a:moveTo>
                <a:cubicBezTo>
                  <a:pt x="13429849" y="-99"/>
                  <a:pt x="13473302" y="910"/>
                  <a:pt x="13510526" y="3789"/>
                </a:cubicBezTo>
                <a:lnTo>
                  <a:pt x="13556055" y="9277"/>
                </a:lnTo>
                <a:lnTo>
                  <a:pt x="13600806" y="8320"/>
                </a:lnTo>
                <a:cubicBezTo>
                  <a:pt x="13709904" y="5870"/>
                  <a:pt x="13851363" y="2618"/>
                  <a:pt x="13966751" y="4140"/>
                </a:cubicBezTo>
                <a:lnTo>
                  <a:pt x="14022464" y="5605"/>
                </a:lnTo>
                <a:lnTo>
                  <a:pt x="14037368" y="5676"/>
                </a:lnTo>
                <a:cubicBezTo>
                  <a:pt x="14068922" y="6496"/>
                  <a:pt x="14102310" y="8082"/>
                  <a:pt x="14137756" y="10698"/>
                </a:cubicBezTo>
                <a:lnTo>
                  <a:pt x="14327297" y="21320"/>
                </a:lnTo>
                <a:lnTo>
                  <a:pt x="14328163" y="21342"/>
                </a:lnTo>
                <a:cubicBezTo>
                  <a:pt x="14470846" y="23615"/>
                  <a:pt x="14647046" y="19912"/>
                  <a:pt x="14831560" y="10698"/>
                </a:cubicBezTo>
                <a:cubicBezTo>
                  <a:pt x="14851737" y="243133"/>
                  <a:pt x="14861527" y="364231"/>
                  <a:pt x="14831560" y="693204"/>
                </a:cubicBezTo>
                <a:lnTo>
                  <a:pt x="14826664" y="753705"/>
                </a:lnTo>
                <a:lnTo>
                  <a:pt x="14826985" y="781531"/>
                </a:lnTo>
                <a:cubicBezTo>
                  <a:pt x="14827850" y="812048"/>
                  <a:pt x="14829324" y="848739"/>
                  <a:pt x="14831560" y="897956"/>
                </a:cubicBezTo>
                <a:cubicBezTo>
                  <a:pt x="14838266" y="1045607"/>
                  <a:pt x="14855658" y="1332308"/>
                  <a:pt x="14848376" y="1564589"/>
                </a:cubicBezTo>
                <a:lnTo>
                  <a:pt x="14845858" y="1595578"/>
                </a:lnTo>
                <a:lnTo>
                  <a:pt x="14846386" y="1653643"/>
                </a:lnTo>
                <a:cubicBezTo>
                  <a:pt x="14844830" y="1727826"/>
                  <a:pt x="14840467" y="1800694"/>
                  <a:pt x="14831560" y="1867114"/>
                </a:cubicBezTo>
                <a:cubicBezTo>
                  <a:pt x="14795930" y="2132796"/>
                  <a:pt x="14830622" y="2125909"/>
                  <a:pt x="14831560" y="2262967"/>
                </a:cubicBezTo>
                <a:lnTo>
                  <a:pt x="14834673" y="2389143"/>
                </a:lnTo>
                <a:lnTo>
                  <a:pt x="14844551" y="2486328"/>
                </a:lnTo>
                <a:cubicBezTo>
                  <a:pt x="14852947" y="2610366"/>
                  <a:pt x="14847823" y="2733168"/>
                  <a:pt x="14831560" y="2945473"/>
                </a:cubicBezTo>
                <a:lnTo>
                  <a:pt x="14820707" y="3093912"/>
                </a:lnTo>
                <a:lnTo>
                  <a:pt x="14818998" y="3259105"/>
                </a:lnTo>
                <a:cubicBezTo>
                  <a:pt x="14820242" y="3376843"/>
                  <a:pt x="14825674" y="3503787"/>
                  <a:pt x="14831560" y="3627980"/>
                </a:cubicBezTo>
                <a:cubicBezTo>
                  <a:pt x="14845646" y="3794217"/>
                  <a:pt x="14840401" y="3891980"/>
                  <a:pt x="14834257" y="3960728"/>
                </a:cubicBezTo>
                <a:lnTo>
                  <a:pt x="14832455" y="3981215"/>
                </a:lnTo>
                <a:lnTo>
                  <a:pt x="14831560" y="4023833"/>
                </a:lnTo>
                <a:lnTo>
                  <a:pt x="14829681" y="4091573"/>
                </a:lnTo>
                <a:lnTo>
                  <a:pt x="14831560" y="4119383"/>
                </a:lnTo>
                <a:cubicBezTo>
                  <a:pt x="14842051" y="4169560"/>
                  <a:pt x="14850420" y="4278600"/>
                  <a:pt x="14851982" y="4417833"/>
                </a:cubicBezTo>
                <a:cubicBezTo>
                  <a:pt x="14852763" y="4487451"/>
                  <a:pt x="14851842" y="4564616"/>
                  <a:pt x="14848634" y="4645744"/>
                </a:cubicBezTo>
                <a:lnTo>
                  <a:pt x="14840801" y="4761205"/>
                </a:lnTo>
                <a:lnTo>
                  <a:pt x="14840806" y="4762341"/>
                </a:lnTo>
                <a:cubicBezTo>
                  <a:pt x="14839350" y="4892279"/>
                  <a:pt x="14834813" y="5037674"/>
                  <a:pt x="14831560" y="5197742"/>
                </a:cubicBezTo>
                <a:cubicBezTo>
                  <a:pt x="14830747" y="5237759"/>
                  <a:pt x="14829943" y="5272556"/>
                  <a:pt x="14829183" y="5302989"/>
                </a:cubicBezTo>
                <a:lnTo>
                  <a:pt x="14827955" y="5348998"/>
                </a:lnTo>
                <a:lnTo>
                  <a:pt x="14836014" y="5510019"/>
                </a:lnTo>
                <a:lnTo>
                  <a:pt x="14832927" y="5624713"/>
                </a:lnTo>
                <a:lnTo>
                  <a:pt x="14836607" y="5708493"/>
                </a:lnTo>
                <a:cubicBezTo>
                  <a:pt x="14837087" y="5760261"/>
                  <a:pt x="14836578" y="5823073"/>
                  <a:pt x="14835722" y="5889652"/>
                </a:cubicBezTo>
                <a:lnTo>
                  <a:pt x="14832779" y="6091902"/>
                </a:lnTo>
                <a:lnTo>
                  <a:pt x="14835167" y="6132175"/>
                </a:lnTo>
                <a:cubicBezTo>
                  <a:pt x="14844127" y="6315993"/>
                  <a:pt x="14855139" y="6767281"/>
                  <a:pt x="14831560" y="6944957"/>
                </a:cubicBezTo>
                <a:lnTo>
                  <a:pt x="14831503" y="6945936"/>
                </a:lnTo>
                <a:lnTo>
                  <a:pt x="14831560" y="6958607"/>
                </a:lnTo>
                <a:cubicBezTo>
                  <a:pt x="14832225" y="7036949"/>
                  <a:pt x="14831755" y="7108202"/>
                  <a:pt x="14830878" y="7175150"/>
                </a:cubicBezTo>
                <a:lnTo>
                  <a:pt x="14828741" y="7305274"/>
                </a:lnTo>
                <a:lnTo>
                  <a:pt x="14833986" y="7416339"/>
                </a:lnTo>
                <a:cubicBezTo>
                  <a:pt x="14835401" y="7461326"/>
                  <a:pt x="14835243" y="7500851"/>
                  <a:pt x="14831560" y="7531912"/>
                </a:cubicBezTo>
                <a:lnTo>
                  <a:pt x="14827920" y="7599995"/>
                </a:lnTo>
                <a:lnTo>
                  <a:pt x="14831560" y="7736663"/>
                </a:lnTo>
                <a:cubicBezTo>
                  <a:pt x="14844392" y="8001420"/>
                  <a:pt x="14833654" y="8078147"/>
                  <a:pt x="14831560" y="8228068"/>
                </a:cubicBezTo>
                <a:cubicBezTo>
                  <a:pt x="14831429" y="8237438"/>
                  <a:pt x="14831055" y="8248817"/>
                  <a:pt x="14830485" y="8262043"/>
                </a:cubicBezTo>
                <a:lnTo>
                  <a:pt x="14828559" y="8300624"/>
                </a:lnTo>
                <a:lnTo>
                  <a:pt x="14843407" y="8300782"/>
                </a:lnTo>
                <a:lnTo>
                  <a:pt x="14962203" y="8297212"/>
                </a:lnTo>
                <a:cubicBezTo>
                  <a:pt x="15172257" y="8296598"/>
                  <a:pt x="15402493" y="8309169"/>
                  <a:pt x="15712187" y="8303388"/>
                </a:cubicBezTo>
                <a:cubicBezTo>
                  <a:pt x="15741142" y="8597901"/>
                  <a:pt x="15735766" y="8746541"/>
                  <a:pt x="15712187" y="8900976"/>
                </a:cubicBezTo>
                <a:cubicBezTo>
                  <a:pt x="15585399" y="8900845"/>
                  <a:pt x="15461720" y="8909440"/>
                  <a:pt x="15340799" y="8907349"/>
                </a:cubicBezTo>
                <a:lnTo>
                  <a:pt x="15234095" y="8901683"/>
                </a:lnTo>
                <a:lnTo>
                  <a:pt x="15187244" y="8902086"/>
                </a:lnTo>
                <a:cubicBezTo>
                  <a:pt x="15103595" y="8904186"/>
                  <a:pt x="14995387" y="8907740"/>
                  <a:pt x="14881076" y="8908853"/>
                </a:cubicBezTo>
                <a:lnTo>
                  <a:pt x="14836628" y="8908688"/>
                </a:lnTo>
                <a:lnTo>
                  <a:pt x="14835124" y="9034772"/>
                </a:lnTo>
                <a:cubicBezTo>
                  <a:pt x="14832009" y="9188168"/>
                  <a:pt x="14827706" y="9359316"/>
                  <a:pt x="14831560" y="9565779"/>
                </a:cubicBezTo>
                <a:cubicBezTo>
                  <a:pt x="14688218" y="9576231"/>
                  <a:pt x="14580785" y="9574838"/>
                  <a:pt x="14482372" y="9571528"/>
                </a:cubicBezTo>
                <a:lnTo>
                  <a:pt x="14371058" y="9567545"/>
                </a:lnTo>
                <a:lnTo>
                  <a:pt x="14308482" y="9571041"/>
                </a:lnTo>
                <a:lnTo>
                  <a:pt x="14173226" y="9566164"/>
                </a:lnTo>
                <a:lnTo>
                  <a:pt x="14032726" y="9570008"/>
                </a:lnTo>
                <a:cubicBezTo>
                  <a:pt x="13883868" y="9573923"/>
                  <a:pt x="13750508" y="9575797"/>
                  <a:pt x="13617403" y="9565779"/>
                </a:cubicBezTo>
                <a:lnTo>
                  <a:pt x="13553996" y="9563480"/>
                </a:lnTo>
                <a:lnTo>
                  <a:pt x="13518288" y="9565779"/>
                </a:lnTo>
                <a:cubicBezTo>
                  <a:pt x="13369379" y="9575921"/>
                  <a:pt x="13288361" y="9578001"/>
                  <a:pt x="13210744" y="9576506"/>
                </a:cubicBezTo>
                <a:lnTo>
                  <a:pt x="13180887" y="9575628"/>
                </a:lnTo>
                <a:lnTo>
                  <a:pt x="13130533" y="9576980"/>
                </a:lnTo>
                <a:lnTo>
                  <a:pt x="13023964" y="9569395"/>
                </a:lnTo>
                <a:lnTo>
                  <a:pt x="13014634" y="9569000"/>
                </a:lnTo>
                <a:cubicBezTo>
                  <a:pt x="12987435" y="9567916"/>
                  <a:pt x="12957426" y="9566819"/>
                  <a:pt x="12923599" y="9565779"/>
                </a:cubicBezTo>
                <a:cubicBezTo>
                  <a:pt x="12652981" y="9557459"/>
                  <a:pt x="12586678" y="9592982"/>
                  <a:pt x="12353689" y="9565779"/>
                </a:cubicBezTo>
                <a:cubicBezTo>
                  <a:pt x="12353656" y="9517852"/>
                  <a:pt x="12355004" y="9476810"/>
                  <a:pt x="12356704" y="9438797"/>
                </a:cubicBezTo>
                <a:lnTo>
                  <a:pt x="12360726" y="9353397"/>
                </a:lnTo>
                <a:lnTo>
                  <a:pt x="12353689" y="9169926"/>
                </a:lnTo>
                <a:cubicBezTo>
                  <a:pt x="12352863" y="9133869"/>
                  <a:pt x="12351228" y="9096423"/>
                  <a:pt x="12349544" y="9059206"/>
                </a:cubicBezTo>
                <a:lnTo>
                  <a:pt x="12349204" y="9050808"/>
                </a:lnTo>
                <a:lnTo>
                  <a:pt x="12273408" y="9051798"/>
                </a:lnTo>
                <a:cubicBezTo>
                  <a:pt x="11836950" y="9062008"/>
                  <a:pt x="11319861" y="9095578"/>
                  <a:pt x="10656095" y="9067234"/>
                </a:cubicBezTo>
                <a:lnTo>
                  <a:pt x="10621107" y="9066232"/>
                </a:lnTo>
                <a:lnTo>
                  <a:pt x="10081018" y="9061893"/>
                </a:lnTo>
                <a:cubicBezTo>
                  <a:pt x="9929088" y="9062445"/>
                  <a:pt x="9785524" y="9064052"/>
                  <a:pt x="9645022" y="9065903"/>
                </a:cubicBezTo>
                <a:lnTo>
                  <a:pt x="9607815" y="9066390"/>
                </a:lnTo>
                <a:lnTo>
                  <a:pt x="9609450" y="9163486"/>
                </a:lnTo>
                <a:cubicBezTo>
                  <a:pt x="9458246" y="9162159"/>
                  <a:pt x="9295795" y="9167290"/>
                  <a:pt x="9160503" y="9166588"/>
                </a:cubicBezTo>
                <a:lnTo>
                  <a:pt x="9047695" y="9163785"/>
                </a:lnTo>
                <a:lnTo>
                  <a:pt x="9034016" y="9163990"/>
                </a:lnTo>
                <a:cubicBezTo>
                  <a:pt x="9005605" y="9164150"/>
                  <a:pt x="8975280" y="9164026"/>
                  <a:pt x="8942283" y="9163486"/>
                </a:cubicBezTo>
                <a:cubicBezTo>
                  <a:pt x="8678306" y="9159170"/>
                  <a:pt x="8433626" y="9163361"/>
                  <a:pt x="8181712" y="9163486"/>
                </a:cubicBezTo>
                <a:cubicBezTo>
                  <a:pt x="8009129" y="9168652"/>
                  <a:pt x="7857193" y="9165549"/>
                  <a:pt x="7717622" y="9162706"/>
                </a:cubicBezTo>
                <a:lnTo>
                  <a:pt x="7713340" y="9162643"/>
                </a:lnTo>
                <a:lnTo>
                  <a:pt x="7701353" y="9163486"/>
                </a:lnTo>
                <a:cubicBezTo>
                  <a:pt x="7535120" y="9177090"/>
                  <a:pt x="7426937" y="9176219"/>
                  <a:pt x="7324056" y="9170485"/>
                </a:cubicBezTo>
                <a:lnTo>
                  <a:pt x="7266055" y="9166546"/>
                </a:lnTo>
                <a:lnTo>
                  <a:pt x="7135631" y="9173016"/>
                </a:lnTo>
                <a:cubicBezTo>
                  <a:pt x="6938104" y="9181917"/>
                  <a:pt x="6730396" y="9186387"/>
                  <a:pt x="6567170" y="9163486"/>
                </a:cubicBezTo>
                <a:lnTo>
                  <a:pt x="6559216" y="9162782"/>
                </a:lnTo>
                <a:lnTo>
                  <a:pt x="6488851" y="9162449"/>
                </a:lnTo>
                <a:cubicBezTo>
                  <a:pt x="6404124" y="9162165"/>
                  <a:pt x="6307696" y="9162226"/>
                  <a:pt x="6166868" y="9163486"/>
                </a:cubicBezTo>
                <a:lnTo>
                  <a:pt x="6128843" y="9163124"/>
                </a:lnTo>
                <a:lnTo>
                  <a:pt x="5972250" y="9169571"/>
                </a:lnTo>
                <a:cubicBezTo>
                  <a:pt x="5909347" y="9170803"/>
                  <a:pt x="5852475" y="9169636"/>
                  <a:pt x="5806597" y="9163486"/>
                </a:cubicBezTo>
                <a:lnTo>
                  <a:pt x="5713370" y="9155997"/>
                </a:lnTo>
                <a:lnTo>
                  <a:pt x="5629298" y="9155362"/>
                </a:lnTo>
                <a:lnTo>
                  <a:pt x="5592868" y="9156303"/>
                </a:lnTo>
                <a:cubicBezTo>
                  <a:pt x="5535255" y="9160058"/>
                  <a:pt x="5484392" y="9166209"/>
                  <a:pt x="5419641" y="9163486"/>
                </a:cubicBezTo>
                <a:lnTo>
                  <a:pt x="5364571" y="9161372"/>
                </a:lnTo>
                <a:lnTo>
                  <a:pt x="5312895" y="9163486"/>
                </a:lnTo>
                <a:cubicBezTo>
                  <a:pt x="5166954" y="9174426"/>
                  <a:pt x="5034269" y="9168636"/>
                  <a:pt x="4921018" y="9163006"/>
                </a:cubicBezTo>
                <a:lnTo>
                  <a:pt x="4873677" y="9161102"/>
                </a:lnTo>
                <a:lnTo>
                  <a:pt x="4845878" y="9163486"/>
                </a:lnTo>
                <a:cubicBezTo>
                  <a:pt x="4816158" y="9167285"/>
                  <a:pt x="4782493" y="9168468"/>
                  <a:pt x="4745906" y="9168284"/>
                </a:cubicBezTo>
                <a:lnTo>
                  <a:pt x="4630452" y="9164941"/>
                </a:lnTo>
                <a:lnTo>
                  <a:pt x="4530880" y="9174428"/>
                </a:lnTo>
                <a:cubicBezTo>
                  <a:pt x="4446468" y="9177902"/>
                  <a:pt x="4347356" y="9174658"/>
                  <a:pt x="4239517" y="9170258"/>
                </a:cubicBezTo>
                <a:lnTo>
                  <a:pt x="4229797" y="9169865"/>
                </a:lnTo>
                <a:lnTo>
                  <a:pt x="4135334" y="9171321"/>
                </a:lnTo>
                <a:cubicBezTo>
                  <a:pt x="4063448" y="9171064"/>
                  <a:pt x="3988230" y="9168196"/>
                  <a:pt x="3885154" y="9163486"/>
                </a:cubicBezTo>
                <a:cubicBezTo>
                  <a:pt x="3782079" y="9158776"/>
                  <a:pt x="3646049" y="9156365"/>
                  <a:pt x="3508731" y="9156337"/>
                </a:cubicBezTo>
                <a:lnTo>
                  <a:pt x="3327459" y="9157905"/>
                </a:lnTo>
                <a:lnTo>
                  <a:pt x="3217987" y="9163486"/>
                </a:lnTo>
                <a:cubicBezTo>
                  <a:pt x="2903009" y="9188981"/>
                  <a:pt x="2935551" y="9187370"/>
                  <a:pt x="2737626" y="9163486"/>
                </a:cubicBezTo>
                <a:lnTo>
                  <a:pt x="2714555" y="9161753"/>
                </a:lnTo>
                <a:lnTo>
                  <a:pt x="2644223" y="9163486"/>
                </a:lnTo>
                <a:cubicBezTo>
                  <a:pt x="2453881" y="9173999"/>
                  <a:pt x="2193447" y="9182785"/>
                  <a:pt x="2070459" y="9163486"/>
                </a:cubicBezTo>
                <a:lnTo>
                  <a:pt x="1996299" y="9156246"/>
                </a:lnTo>
                <a:lnTo>
                  <a:pt x="1870309" y="9163486"/>
                </a:lnTo>
                <a:cubicBezTo>
                  <a:pt x="1777188" y="9172306"/>
                  <a:pt x="1671807" y="9169409"/>
                  <a:pt x="1570676" y="9165755"/>
                </a:cubicBezTo>
                <a:lnTo>
                  <a:pt x="1570042" y="9165735"/>
                </a:lnTo>
                <a:lnTo>
                  <a:pt x="1498631" y="9173741"/>
                </a:lnTo>
                <a:cubicBezTo>
                  <a:pt x="1398798" y="9179940"/>
                  <a:pt x="1272690" y="9174609"/>
                  <a:pt x="1109738" y="9163486"/>
                </a:cubicBezTo>
                <a:lnTo>
                  <a:pt x="1039739" y="9159401"/>
                </a:lnTo>
                <a:lnTo>
                  <a:pt x="1009483" y="9158215"/>
                </a:lnTo>
                <a:cubicBezTo>
                  <a:pt x="967090" y="9156490"/>
                  <a:pt x="921988" y="9154683"/>
                  <a:pt x="874967" y="9153092"/>
                </a:cubicBezTo>
                <a:lnTo>
                  <a:pt x="629067" y="9149341"/>
                </a:lnTo>
                <a:lnTo>
                  <a:pt x="540487" y="9151078"/>
                </a:lnTo>
                <a:cubicBezTo>
                  <a:pt x="459699" y="9153383"/>
                  <a:pt x="370195" y="9157369"/>
                  <a:pt x="269107" y="9163486"/>
                </a:cubicBezTo>
                <a:cubicBezTo>
                  <a:pt x="276233" y="9042424"/>
                  <a:pt x="253638" y="8966524"/>
                  <a:pt x="269107" y="8822094"/>
                </a:cubicBezTo>
                <a:lnTo>
                  <a:pt x="269766" y="8809710"/>
                </a:lnTo>
                <a:lnTo>
                  <a:pt x="269107" y="8800303"/>
                </a:lnTo>
                <a:cubicBezTo>
                  <a:pt x="261132" y="8741730"/>
                  <a:pt x="264693" y="8688892"/>
                  <a:pt x="268467" y="8631719"/>
                </a:cubicBezTo>
                <a:lnTo>
                  <a:pt x="271013" y="8579561"/>
                </a:lnTo>
                <a:lnTo>
                  <a:pt x="268612" y="8522365"/>
                </a:lnTo>
                <a:cubicBezTo>
                  <a:pt x="267700" y="8492513"/>
                  <a:pt x="267525" y="8464026"/>
                  <a:pt x="269107" y="8437120"/>
                </a:cubicBezTo>
                <a:cubicBezTo>
                  <a:pt x="230916" y="8442719"/>
                  <a:pt x="189710" y="8439971"/>
                  <a:pt x="147051" y="8437197"/>
                </a:cubicBezTo>
                <a:lnTo>
                  <a:pt x="82831" y="8434090"/>
                </a:lnTo>
                <a:lnTo>
                  <a:pt x="16271" y="8437120"/>
                </a:lnTo>
                <a:cubicBezTo>
                  <a:pt x="14549" y="8370329"/>
                  <a:pt x="15634" y="8299618"/>
                  <a:pt x="17743" y="8228613"/>
                </a:cubicBezTo>
                <a:lnTo>
                  <a:pt x="18792" y="8199661"/>
                </a:lnTo>
                <a:lnTo>
                  <a:pt x="19518" y="8131244"/>
                </a:lnTo>
                <a:cubicBezTo>
                  <a:pt x="19426" y="8030755"/>
                  <a:pt x="18252" y="7930978"/>
                  <a:pt x="16271" y="7829635"/>
                </a:cubicBezTo>
                <a:cubicBezTo>
                  <a:pt x="15776" y="7804299"/>
                  <a:pt x="15804" y="7775907"/>
                  <a:pt x="16182" y="7745166"/>
                </a:cubicBezTo>
                <a:lnTo>
                  <a:pt x="17350" y="7687909"/>
                </a:lnTo>
                <a:lnTo>
                  <a:pt x="16271" y="7679470"/>
                </a:lnTo>
                <a:cubicBezTo>
                  <a:pt x="-14860" y="7518864"/>
                  <a:pt x="30126" y="7204334"/>
                  <a:pt x="16271" y="7071986"/>
                </a:cubicBezTo>
                <a:cubicBezTo>
                  <a:pt x="14540" y="7055443"/>
                  <a:pt x="13528" y="7035993"/>
                  <a:pt x="13047" y="7014171"/>
                </a:cubicBezTo>
                <a:lnTo>
                  <a:pt x="13018" y="6956939"/>
                </a:lnTo>
                <a:lnTo>
                  <a:pt x="9789" y="6917260"/>
                </a:lnTo>
                <a:cubicBezTo>
                  <a:pt x="6132" y="6844373"/>
                  <a:pt x="10139" y="6790236"/>
                  <a:pt x="14482" y="6741174"/>
                </a:cubicBezTo>
                <a:lnTo>
                  <a:pt x="20215" y="6662589"/>
                </a:lnTo>
                <a:lnTo>
                  <a:pt x="21276" y="6612845"/>
                </a:lnTo>
                <a:lnTo>
                  <a:pt x="21188" y="6595541"/>
                </a:lnTo>
                <a:cubicBezTo>
                  <a:pt x="20417" y="6578013"/>
                  <a:pt x="18868" y="6559529"/>
                  <a:pt x="16271" y="6539583"/>
                </a:cubicBezTo>
                <a:cubicBezTo>
                  <a:pt x="11078" y="6499692"/>
                  <a:pt x="8624" y="6455469"/>
                  <a:pt x="7828" y="6409323"/>
                </a:cubicBezTo>
                <a:lnTo>
                  <a:pt x="9321" y="6268852"/>
                </a:lnTo>
                <a:lnTo>
                  <a:pt x="6160" y="6214021"/>
                </a:lnTo>
                <a:cubicBezTo>
                  <a:pt x="1817" y="6095577"/>
                  <a:pt x="2169" y="5973039"/>
                  <a:pt x="6613" y="5840001"/>
                </a:cubicBezTo>
                <a:lnTo>
                  <a:pt x="12320" y="5716967"/>
                </a:lnTo>
                <a:lnTo>
                  <a:pt x="12422" y="5614939"/>
                </a:lnTo>
                <a:cubicBezTo>
                  <a:pt x="12992" y="5567693"/>
                  <a:pt x="14180" y="5520536"/>
                  <a:pt x="16271" y="5474778"/>
                </a:cubicBezTo>
                <a:cubicBezTo>
                  <a:pt x="18363" y="5429019"/>
                  <a:pt x="20118" y="5372057"/>
                  <a:pt x="21397" y="5307861"/>
                </a:cubicBezTo>
                <a:lnTo>
                  <a:pt x="22093" y="5262237"/>
                </a:lnTo>
                <a:lnTo>
                  <a:pt x="20693" y="5241486"/>
                </a:lnTo>
                <a:cubicBezTo>
                  <a:pt x="19378" y="5222234"/>
                  <a:pt x="17897" y="5200263"/>
                  <a:pt x="16271" y="5174449"/>
                </a:cubicBezTo>
                <a:cubicBezTo>
                  <a:pt x="8143" y="5045376"/>
                  <a:pt x="8161" y="4837503"/>
                  <a:pt x="10576" y="4646533"/>
                </a:cubicBezTo>
                <a:lnTo>
                  <a:pt x="12091" y="4546402"/>
                </a:lnTo>
                <a:lnTo>
                  <a:pt x="7248" y="4435602"/>
                </a:lnTo>
                <a:cubicBezTo>
                  <a:pt x="4365" y="4369537"/>
                  <a:pt x="1898" y="4305935"/>
                  <a:pt x="727" y="4243938"/>
                </a:cubicBezTo>
                <a:cubicBezTo>
                  <a:pt x="-444" y="4181943"/>
                  <a:pt x="-320" y="4121554"/>
                  <a:pt x="1978" y="4061916"/>
                </a:cubicBezTo>
                <a:lnTo>
                  <a:pt x="8175" y="3984944"/>
                </a:lnTo>
                <a:lnTo>
                  <a:pt x="8160" y="3984255"/>
                </a:lnTo>
                <a:cubicBezTo>
                  <a:pt x="8739" y="3951849"/>
                  <a:pt x="11035" y="3919391"/>
                  <a:pt x="16271" y="3884397"/>
                </a:cubicBezTo>
                <a:cubicBezTo>
                  <a:pt x="46367" y="3648424"/>
                  <a:pt x="-9591" y="3463122"/>
                  <a:pt x="16271" y="3126747"/>
                </a:cubicBezTo>
                <a:lnTo>
                  <a:pt x="19343" y="3084189"/>
                </a:lnTo>
                <a:lnTo>
                  <a:pt x="16271" y="3051665"/>
                </a:lnTo>
                <a:cubicBezTo>
                  <a:pt x="-10396" y="2824005"/>
                  <a:pt x="11536" y="2674001"/>
                  <a:pt x="17720" y="2459795"/>
                </a:cubicBezTo>
                <a:lnTo>
                  <a:pt x="17736" y="2458621"/>
                </a:lnTo>
                <a:lnTo>
                  <a:pt x="16271" y="2444180"/>
                </a:lnTo>
                <a:cubicBezTo>
                  <a:pt x="3266" y="2343731"/>
                  <a:pt x="7567" y="2276850"/>
                  <a:pt x="12968" y="2201972"/>
                </a:cubicBezTo>
                <a:lnTo>
                  <a:pt x="14718" y="2176493"/>
                </a:lnTo>
                <a:lnTo>
                  <a:pt x="13936" y="2155124"/>
                </a:lnTo>
                <a:cubicBezTo>
                  <a:pt x="10891" y="2055869"/>
                  <a:pt x="11879" y="1991022"/>
                  <a:pt x="13970" y="1944686"/>
                </a:cubicBezTo>
                <a:lnTo>
                  <a:pt x="16252" y="1906455"/>
                </a:lnTo>
                <a:lnTo>
                  <a:pt x="15706" y="1755336"/>
                </a:lnTo>
                <a:lnTo>
                  <a:pt x="11497" y="1708591"/>
                </a:lnTo>
                <a:cubicBezTo>
                  <a:pt x="3629" y="1562409"/>
                  <a:pt x="16994" y="1264423"/>
                  <a:pt x="16271" y="928881"/>
                </a:cubicBezTo>
                <a:lnTo>
                  <a:pt x="128200" y="931098"/>
                </a:lnTo>
                <a:lnTo>
                  <a:pt x="197507" y="928696"/>
                </a:lnTo>
                <a:cubicBezTo>
                  <a:pt x="257513" y="926002"/>
                  <a:pt x="321143" y="923369"/>
                  <a:pt x="400488" y="928881"/>
                </a:cubicBezTo>
                <a:lnTo>
                  <a:pt x="419211" y="929231"/>
                </a:lnTo>
                <a:lnTo>
                  <a:pt x="425013" y="928881"/>
                </a:lnTo>
                <a:cubicBezTo>
                  <a:pt x="453402" y="925508"/>
                  <a:pt x="482076" y="925063"/>
                  <a:pt x="511886" y="925982"/>
                </a:cubicBezTo>
                <a:lnTo>
                  <a:pt x="563642" y="928903"/>
                </a:lnTo>
                <a:lnTo>
                  <a:pt x="623094" y="926314"/>
                </a:lnTo>
                <a:cubicBezTo>
                  <a:pt x="693729" y="922702"/>
                  <a:pt x="762373" y="919946"/>
                  <a:pt x="833754" y="928881"/>
                </a:cubicBezTo>
                <a:lnTo>
                  <a:pt x="827349" y="1029723"/>
                </a:lnTo>
                <a:lnTo>
                  <a:pt x="859108" y="1029651"/>
                </a:lnTo>
                <a:lnTo>
                  <a:pt x="936744" y="1032319"/>
                </a:lnTo>
                <a:lnTo>
                  <a:pt x="970400" y="1031101"/>
                </a:lnTo>
                <a:cubicBezTo>
                  <a:pt x="1006462" y="1030822"/>
                  <a:pt x="1038790" y="1032189"/>
                  <a:pt x="1065177" y="1036731"/>
                </a:cubicBezTo>
                <a:cubicBezTo>
                  <a:pt x="1095644" y="1037761"/>
                  <a:pt x="1149815" y="1038200"/>
                  <a:pt x="1216958" y="1038298"/>
                </a:cubicBezTo>
                <a:lnTo>
                  <a:pt x="1372435" y="1037976"/>
                </a:lnTo>
                <a:lnTo>
                  <a:pt x="1407149" y="1036731"/>
                </a:lnTo>
                <a:lnTo>
                  <a:pt x="1449088" y="1037815"/>
                </a:lnTo>
                <a:lnTo>
                  <a:pt x="1881721" y="1036731"/>
                </a:lnTo>
                <a:cubicBezTo>
                  <a:pt x="2075265" y="1037941"/>
                  <a:pt x="2132363" y="1042998"/>
                  <a:pt x="2223692" y="1036731"/>
                </a:cubicBezTo>
                <a:lnTo>
                  <a:pt x="2388794" y="1033241"/>
                </a:lnTo>
                <a:lnTo>
                  <a:pt x="2487176" y="1025850"/>
                </a:lnTo>
                <a:cubicBezTo>
                  <a:pt x="2529750" y="1025432"/>
                  <a:pt x="2568517" y="1027556"/>
                  <a:pt x="2609183" y="1030222"/>
                </a:cubicBezTo>
                <a:lnTo>
                  <a:pt x="2632983" y="1031583"/>
                </a:lnTo>
                <a:lnTo>
                  <a:pt x="2921594" y="1036731"/>
                </a:lnTo>
                <a:cubicBezTo>
                  <a:pt x="3205899" y="1024077"/>
                  <a:pt x="3381637" y="1044321"/>
                  <a:pt x="3500851" y="1036731"/>
                </a:cubicBezTo>
                <a:lnTo>
                  <a:pt x="3680939" y="1030475"/>
                </a:lnTo>
                <a:lnTo>
                  <a:pt x="3751801" y="1023260"/>
                </a:lnTo>
                <a:cubicBezTo>
                  <a:pt x="3787351" y="1021088"/>
                  <a:pt x="3815464" y="1020962"/>
                  <a:pt x="3839494" y="1022058"/>
                </a:cubicBezTo>
                <a:lnTo>
                  <a:pt x="3883628" y="1027367"/>
                </a:lnTo>
                <a:lnTo>
                  <a:pt x="3981674" y="1027816"/>
                </a:lnTo>
                <a:cubicBezTo>
                  <a:pt x="4051655" y="1029281"/>
                  <a:pt x="4124799" y="1032081"/>
                  <a:pt x="4198752" y="1036731"/>
                </a:cubicBezTo>
                <a:lnTo>
                  <a:pt x="4243029" y="1038284"/>
                </a:lnTo>
                <a:lnTo>
                  <a:pt x="4303437" y="1036731"/>
                </a:lnTo>
                <a:cubicBezTo>
                  <a:pt x="4325481" y="1036475"/>
                  <a:pt x="4371644" y="1037889"/>
                  <a:pt x="4432463" y="1039769"/>
                </a:cubicBezTo>
                <a:lnTo>
                  <a:pt x="4442321" y="1040035"/>
                </a:lnTo>
                <a:lnTo>
                  <a:pt x="4473486" y="1038851"/>
                </a:lnTo>
                <a:cubicBezTo>
                  <a:pt x="4529496" y="1034908"/>
                  <a:pt x="4570697" y="1030257"/>
                  <a:pt x="4659366" y="1036731"/>
                </a:cubicBezTo>
                <a:cubicBezTo>
                  <a:pt x="4792370" y="1046442"/>
                  <a:pt x="4989656" y="1026661"/>
                  <a:pt x="5226626" y="1027358"/>
                </a:cubicBezTo>
                <a:lnTo>
                  <a:pt x="5237481" y="1027766"/>
                </a:lnTo>
                <a:lnTo>
                  <a:pt x="5270532" y="1025244"/>
                </a:lnTo>
                <a:cubicBezTo>
                  <a:pt x="5308869" y="1023490"/>
                  <a:pt x="5336905" y="1023544"/>
                  <a:pt x="5359243" y="1024609"/>
                </a:cubicBezTo>
                <a:lnTo>
                  <a:pt x="5455427" y="1035961"/>
                </a:lnTo>
                <a:lnTo>
                  <a:pt x="5475911" y="1036731"/>
                </a:lnTo>
                <a:lnTo>
                  <a:pt x="5479471" y="1036973"/>
                </a:lnTo>
                <a:lnTo>
                  <a:pt x="5559035" y="1038070"/>
                </a:lnTo>
                <a:cubicBezTo>
                  <a:pt x="5694764" y="1036001"/>
                  <a:pt x="5933585" y="1026671"/>
                  <a:pt x="6159855" y="1036731"/>
                </a:cubicBezTo>
                <a:lnTo>
                  <a:pt x="6271247" y="1038910"/>
                </a:lnTo>
                <a:lnTo>
                  <a:pt x="6292453" y="1036731"/>
                </a:lnTo>
                <a:cubicBezTo>
                  <a:pt x="6478846" y="1009838"/>
                  <a:pt x="6523809" y="1025897"/>
                  <a:pt x="6575293" y="1033648"/>
                </a:cubicBezTo>
                <a:lnTo>
                  <a:pt x="6613932" y="1035663"/>
                </a:lnTo>
                <a:lnTo>
                  <a:pt x="6698497" y="1033699"/>
                </a:lnTo>
                <a:cubicBezTo>
                  <a:pt x="6750651" y="1033197"/>
                  <a:pt x="6802861" y="1033816"/>
                  <a:pt x="6857754" y="1036731"/>
                </a:cubicBezTo>
                <a:cubicBezTo>
                  <a:pt x="6967543" y="1042561"/>
                  <a:pt x="7070323" y="1043059"/>
                  <a:pt x="7196330" y="1041851"/>
                </a:cubicBezTo>
                <a:lnTo>
                  <a:pt x="7555717" y="1038001"/>
                </a:lnTo>
                <a:lnTo>
                  <a:pt x="7569612" y="1036731"/>
                </a:lnTo>
                <a:cubicBezTo>
                  <a:pt x="7646870" y="1026619"/>
                  <a:pt x="7705288" y="1021500"/>
                  <a:pt x="7753567" y="1019525"/>
                </a:cubicBezTo>
                <a:cubicBezTo>
                  <a:pt x="7850119" y="1015574"/>
                  <a:pt x="7906092" y="1024200"/>
                  <a:pt x="7991035" y="1030615"/>
                </a:cubicBezTo>
                <a:lnTo>
                  <a:pt x="8140656" y="1036413"/>
                </a:lnTo>
                <a:lnTo>
                  <a:pt x="8320908" y="1026430"/>
                </a:lnTo>
                <a:cubicBezTo>
                  <a:pt x="8393470" y="1024657"/>
                  <a:pt x="8473746" y="1024372"/>
                  <a:pt x="8553188" y="1025060"/>
                </a:cubicBezTo>
                <a:lnTo>
                  <a:pt x="8847545" y="1033686"/>
                </a:lnTo>
                <a:lnTo>
                  <a:pt x="8959418" y="1033028"/>
                </a:lnTo>
                <a:cubicBezTo>
                  <a:pt x="9033307" y="1033239"/>
                  <a:pt x="9110929" y="1034269"/>
                  <a:pt x="9188740" y="1036731"/>
                </a:cubicBezTo>
                <a:cubicBezTo>
                  <a:pt x="9344363" y="1041656"/>
                  <a:pt x="9478511" y="1045642"/>
                  <a:pt x="9623578" y="1046404"/>
                </a:cubicBezTo>
                <a:lnTo>
                  <a:pt x="9649409" y="1046228"/>
                </a:lnTo>
                <a:lnTo>
                  <a:pt x="9886640" y="1036731"/>
                </a:lnTo>
                <a:cubicBezTo>
                  <a:pt x="10056538" y="1025792"/>
                  <a:pt x="10182162" y="1024179"/>
                  <a:pt x="10304568" y="1026107"/>
                </a:cubicBezTo>
                <a:lnTo>
                  <a:pt x="10361469" y="1027624"/>
                </a:lnTo>
                <a:lnTo>
                  <a:pt x="10394258" y="1026367"/>
                </a:lnTo>
                <a:cubicBezTo>
                  <a:pt x="10637615" y="1018061"/>
                  <a:pt x="10804955" y="1017326"/>
                  <a:pt x="10940470" y="1036731"/>
                </a:cubicBezTo>
                <a:lnTo>
                  <a:pt x="10989823" y="1040846"/>
                </a:lnTo>
                <a:lnTo>
                  <a:pt x="11045155" y="1036731"/>
                </a:lnTo>
                <a:cubicBezTo>
                  <a:pt x="11101674" y="1029451"/>
                  <a:pt x="11406114" y="1022131"/>
                  <a:pt x="11649757" y="1027146"/>
                </a:cubicBezTo>
                <a:lnTo>
                  <a:pt x="11820698" y="1034877"/>
                </a:lnTo>
                <a:lnTo>
                  <a:pt x="11954454" y="1030982"/>
                </a:lnTo>
                <a:cubicBezTo>
                  <a:pt x="12078004" y="1030826"/>
                  <a:pt x="12161106" y="1037982"/>
                  <a:pt x="12303298" y="1038686"/>
                </a:cubicBezTo>
                <a:lnTo>
                  <a:pt x="12354516" y="1038520"/>
                </a:lnTo>
                <a:lnTo>
                  <a:pt x="12355062" y="1023191"/>
                </a:lnTo>
                <a:lnTo>
                  <a:pt x="12346332" y="738940"/>
                </a:lnTo>
                <a:cubicBezTo>
                  <a:pt x="12339542" y="509822"/>
                  <a:pt x="12335204" y="244983"/>
                  <a:pt x="12353689" y="10698"/>
                </a:cubicBezTo>
                <a:cubicBezTo>
                  <a:pt x="12513370" y="-9732"/>
                  <a:pt x="12653965" y="10724"/>
                  <a:pt x="12898821" y="10698"/>
                </a:cubicBezTo>
                <a:cubicBezTo>
                  <a:pt x="13059508" y="10681"/>
                  <a:pt x="13239494" y="325"/>
                  <a:pt x="13382260" y="7"/>
                </a:cubicBezTo>
                <a:close/>
              </a:path>
            </a:pathLst>
          </a:custGeom>
          <a:solidFill>
            <a:srgbClr val="4472C4"/>
          </a:solidFill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50" name="Rectángulo 49">
            <a:hlinkClick r:id="rId2" action="ppaction://hlinksldjump">
              <a:snd r:embed="rId3" name="explode.wav"/>
            </a:hlinkClick>
            <a:extLst>
              <a:ext uri="{FF2B5EF4-FFF2-40B4-BE49-F238E27FC236}">
                <a16:creationId xmlns:a16="http://schemas.microsoft.com/office/drawing/2014/main" id="{77DB0C41-C9B7-40EE-9B5E-665E68D6A451}"/>
              </a:ext>
            </a:extLst>
          </p:cNvPr>
          <p:cNvSpPr/>
          <p:nvPr/>
        </p:nvSpPr>
        <p:spPr>
          <a:xfrm rot="5400000">
            <a:off x="1134123" y="4763482"/>
            <a:ext cx="240631" cy="1292842"/>
          </a:xfrm>
          <a:custGeom>
            <a:avLst/>
            <a:gdLst>
              <a:gd name="connsiteX0" fmla="*/ 0 w 240631"/>
              <a:gd name="connsiteY0" fmla="*/ 0 h 1292842"/>
              <a:gd name="connsiteX1" fmla="*/ 240631 w 240631"/>
              <a:gd name="connsiteY1" fmla="*/ 0 h 1292842"/>
              <a:gd name="connsiteX2" fmla="*/ 240631 w 240631"/>
              <a:gd name="connsiteY2" fmla="*/ 633493 h 1292842"/>
              <a:gd name="connsiteX3" fmla="*/ 240631 w 240631"/>
              <a:gd name="connsiteY3" fmla="*/ 1292842 h 1292842"/>
              <a:gd name="connsiteX4" fmla="*/ 0 w 240631"/>
              <a:gd name="connsiteY4" fmla="*/ 1292842 h 1292842"/>
              <a:gd name="connsiteX5" fmla="*/ 0 w 240631"/>
              <a:gd name="connsiteY5" fmla="*/ 646421 h 1292842"/>
              <a:gd name="connsiteX6" fmla="*/ 0 w 240631"/>
              <a:gd name="connsiteY6" fmla="*/ 0 h 1292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0631" h="1292842" fill="none" extrusionOk="0">
                <a:moveTo>
                  <a:pt x="0" y="0"/>
                </a:moveTo>
                <a:cubicBezTo>
                  <a:pt x="61185" y="10811"/>
                  <a:pt x="155969" y="-11474"/>
                  <a:pt x="240631" y="0"/>
                </a:cubicBezTo>
                <a:cubicBezTo>
                  <a:pt x="261257" y="197801"/>
                  <a:pt x="256032" y="443824"/>
                  <a:pt x="240631" y="633493"/>
                </a:cubicBezTo>
                <a:cubicBezTo>
                  <a:pt x="225230" y="823162"/>
                  <a:pt x="273201" y="1088138"/>
                  <a:pt x="240631" y="1292842"/>
                </a:cubicBezTo>
                <a:cubicBezTo>
                  <a:pt x="159127" y="1304211"/>
                  <a:pt x="51326" y="1293152"/>
                  <a:pt x="0" y="1292842"/>
                </a:cubicBezTo>
                <a:cubicBezTo>
                  <a:pt x="-22503" y="1002993"/>
                  <a:pt x="-14159" y="898550"/>
                  <a:pt x="0" y="646421"/>
                </a:cubicBezTo>
                <a:cubicBezTo>
                  <a:pt x="14159" y="394292"/>
                  <a:pt x="30156" y="168741"/>
                  <a:pt x="0" y="0"/>
                </a:cubicBezTo>
                <a:close/>
              </a:path>
              <a:path w="240631" h="1292842" stroke="0" extrusionOk="0">
                <a:moveTo>
                  <a:pt x="0" y="0"/>
                </a:moveTo>
                <a:cubicBezTo>
                  <a:pt x="83848" y="-9331"/>
                  <a:pt x="141941" y="-10547"/>
                  <a:pt x="240631" y="0"/>
                </a:cubicBezTo>
                <a:cubicBezTo>
                  <a:pt x="234690" y="293187"/>
                  <a:pt x="215750" y="317800"/>
                  <a:pt x="240631" y="607636"/>
                </a:cubicBezTo>
                <a:cubicBezTo>
                  <a:pt x="265512" y="897472"/>
                  <a:pt x="244980" y="983656"/>
                  <a:pt x="240631" y="1292842"/>
                </a:cubicBezTo>
                <a:cubicBezTo>
                  <a:pt x="173280" y="1299054"/>
                  <a:pt x="68527" y="1291251"/>
                  <a:pt x="0" y="1292842"/>
                </a:cubicBezTo>
                <a:cubicBezTo>
                  <a:pt x="-11857" y="1024993"/>
                  <a:pt x="-17748" y="917206"/>
                  <a:pt x="0" y="620564"/>
                </a:cubicBezTo>
                <a:cubicBezTo>
                  <a:pt x="17748" y="323922"/>
                  <a:pt x="15543" y="230883"/>
                  <a:pt x="0" y="0"/>
                </a:cubicBezTo>
                <a:close/>
              </a:path>
            </a:pathLst>
          </a:custGeom>
          <a:solidFill>
            <a:schemeClr val="bg2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0819163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0757932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" dur="50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50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5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Forma libre: forma 88">
            <a:extLst>
              <a:ext uri="{FF2B5EF4-FFF2-40B4-BE49-F238E27FC236}">
                <a16:creationId xmlns:a16="http://schemas.microsoft.com/office/drawing/2014/main" id="{7524559F-755C-46D8-84A5-09B58FCC0713}"/>
              </a:ext>
            </a:extLst>
          </p:cNvPr>
          <p:cNvSpPr/>
          <p:nvPr/>
        </p:nvSpPr>
        <p:spPr>
          <a:xfrm flipV="1">
            <a:off x="-118981" y="-535837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105" name="Rectángulo 104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DD14DA53-A1BE-4107-936E-924E185FB643}"/>
              </a:ext>
            </a:extLst>
          </p:cNvPr>
          <p:cNvSpPr/>
          <p:nvPr/>
        </p:nvSpPr>
        <p:spPr>
          <a:xfrm rot="16200000">
            <a:off x="-528679" y="2309918"/>
            <a:ext cx="558800" cy="5192594"/>
          </a:xfrm>
          <a:custGeom>
            <a:avLst/>
            <a:gdLst>
              <a:gd name="connsiteX0" fmla="*/ 0 w 558800"/>
              <a:gd name="connsiteY0" fmla="*/ 0 h 5192594"/>
              <a:gd name="connsiteX1" fmla="*/ 558800 w 558800"/>
              <a:gd name="connsiteY1" fmla="*/ 0 h 5192594"/>
              <a:gd name="connsiteX2" fmla="*/ 558800 w 558800"/>
              <a:gd name="connsiteY2" fmla="*/ 649074 h 5192594"/>
              <a:gd name="connsiteX3" fmla="*/ 558800 w 558800"/>
              <a:gd name="connsiteY3" fmla="*/ 1298149 h 5192594"/>
              <a:gd name="connsiteX4" fmla="*/ 558800 w 558800"/>
              <a:gd name="connsiteY4" fmla="*/ 1947223 h 5192594"/>
              <a:gd name="connsiteX5" fmla="*/ 558800 w 558800"/>
              <a:gd name="connsiteY5" fmla="*/ 2596297 h 5192594"/>
              <a:gd name="connsiteX6" fmla="*/ 558800 w 558800"/>
              <a:gd name="connsiteY6" fmla="*/ 3141519 h 5192594"/>
              <a:gd name="connsiteX7" fmla="*/ 558800 w 558800"/>
              <a:gd name="connsiteY7" fmla="*/ 3842520 h 5192594"/>
              <a:gd name="connsiteX8" fmla="*/ 558800 w 558800"/>
              <a:gd name="connsiteY8" fmla="*/ 4439668 h 5192594"/>
              <a:gd name="connsiteX9" fmla="*/ 558800 w 558800"/>
              <a:gd name="connsiteY9" fmla="*/ 5192594 h 5192594"/>
              <a:gd name="connsiteX10" fmla="*/ 0 w 558800"/>
              <a:gd name="connsiteY10" fmla="*/ 5192594 h 5192594"/>
              <a:gd name="connsiteX11" fmla="*/ 0 w 558800"/>
              <a:gd name="connsiteY11" fmla="*/ 4491594 h 5192594"/>
              <a:gd name="connsiteX12" fmla="*/ 0 w 558800"/>
              <a:gd name="connsiteY12" fmla="*/ 3790594 h 5192594"/>
              <a:gd name="connsiteX13" fmla="*/ 0 w 558800"/>
              <a:gd name="connsiteY13" fmla="*/ 3037667 h 5192594"/>
              <a:gd name="connsiteX14" fmla="*/ 0 w 558800"/>
              <a:gd name="connsiteY14" fmla="*/ 2440519 h 5192594"/>
              <a:gd name="connsiteX15" fmla="*/ 0 w 558800"/>
              <a:gd name="connsiteY15" fmla="*/ 1687593 h 5192594"/>
              <a:gd name="connsiteX16" fmla="*/ 0 w 558800"/>
              <a:gd name="connsiteY16" fmla="*/ 1194297 h 5192594"/>
              <a:gd name="connsiteX17" fmla="*/ 0 w 558800"/>
              <a:gd name="connsiteY17" fmla="*/ 0 h 519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8800" h="5192594" fill="none" extrusionOk="0">
                <a:moveTo>
                  <a:pt x="0" y="0"/>
                </a:moveTo>
                <a:cubicBezTo>
                  <a:pt x="246399" y="15845"/>
                  <a:pt x="305789" y="-8375"/>
                  <a:pt x="558800" y="0"/>
                </a:cubicBezTo>
                <a:cubicBezTo>
                  <a:pt x="558103" y="282226"/>
                  <a:pt x="544674" y="368344"/>
                  <a:pt x="558800" y="649074"/>
                </a:cubicBezTo>
                <a:cubicBezTo>
                  <a:pt x="572926" y="929804"/>
                  <a:pt x="530544" y="1155657"/>
                  <a:pt x="558800" y="1298149"/>
                </a:cubicBezTo>
                <a:cubicBezTo>
                  <a:pt x="587056" y="1440642"/>
                  <a:pt x="538182" y="1665440"/>
                  <a:pt x="558800" y="1947223"/>
                </a:cubicBezTo>
                <a:cubicBezTo>
                  <a:pt x="579418" y="2229006"/>
                  <a:pt x="552269" y="2397511"/>
                  <a:pt x="558800" y="2596297"/>
                </a:cubicBezTo>
                <a:cubicBezTo>
                  <a:pt x="565331" y="2795083"/>
                  <a:pt x="531708" y="3005699"/>
                  <a:pt x="558800" y="3141519"/>
                </a:cubicBezTo>
                <a:cubicBezTo>
                  <a:pt x="585892" y="3277339"/>
                  <a:pt x="558009" y="3601962"/>
                  <a:pt x="558800" y="3842520"/>
                </a:cubicBezTo>
                <a:cubicBezTo>
                  <a:pt x="559591" y="4083078"/>
                  <a:pt x="577699" y="4213830"/>
                  <a:pt x="558800" y="4439668"/>
                </a:cubicBezTo>
                <a:cubicBezTo>
                  <a:pt x="539901" y="4665506"/>
                  <a:pt x="568144" y="4973855"/>
                  <a:pt x="558800" y="5192594"/>
                </a:cubicBezTo>
                <a:cubicBezTo>
                  <a:pt x="280051" y="5181293"/>
                  <a:pt x="123250" y="5215335"/>
                  <a:pt x="0" y="5192594"/>
                </a:cubicBezTo>
                <a:cubicBezTo>
                  <a:pt x="-16961" y="5034150"/>
                  <a:pt x="-15202" y="4812266"/>
                  <a:pt x="0" y="4491594"/>
                </a:cubicBezTo>
                <a:cubicBezTo>
                  <a:pt x="15202" y="4170922"/>
                  <a:pt x="-24526" y="4094394"/>
                  <a:pt x="0" y="3790594"/>
                </a:cubicBezTo>
                <a:cubicBezTo>
                  <a:pt x="24526" y="3486794"/>
                  <a:pt x="23417" y="3205878"/>
                  <a:pt x="0" y="3037667"/>
                </a:cubicBezTo>
                <a:cubicBezTo>
                  <a:pt x="-23417" y="2869456"/>
                  <a:pt x="-21226" y="2616848"/>
                  <a:pt x="0" y="2440519"/>
                </a:cubicBezTo>
                <a:cubicBezTo>
                  <a:pt x="21226" y="2264190"/>
                  <a:pt x="31201" y="1982629"/>
                  <a:pt x="0" y="1687593"/>
                </a:cubicBezTo>
                <a:cubicBezTo>
                  <a:pt x="-31201" y="1392557"/>
                  <a:pt x="10630" y="1322384"/>
                  <a:pt x="0" y="1194297"/>
                </a:cubicBezTo>
                <a:cubicBezTo>
                  <a:pt x="-10630" y="1066210"/>
                  <a:pt x="58401" y="251905"/>
                  <a:pt x="0" y="0"/>
                </a:cubicBezTo>
                <a:close/>
              </a:path>
              <a:path w="558800" h="5192594" stroke="0" extrusionOk="0">
                <a:moveTo>
                  <a:pt x="0" y="0"/>
                </a:moveTo>
                <a:cubicBezTo>
                  <a:pt x="269237" y="-9"/>
                  <a:pt x="301838" y="-24503"/>
                  <a:pt x="558800" y="0"/>
                </a:cubicBezTo>
                <a:cubicBezTo>
                  <a:pt x="540793" y="196418"/>
                  <a:pt x="577257" y="485982"/>
                  <a:pt x="558800" y="752926"/>
                </a:cubicBezTo>
                <a:cubicBezTo>
                  <a:pt x="540343" y="1019870"/>
                  <a:pt x="579078" y="1248288"/>
                  <a:pt x="558800" y="1505852"/>
                </a:cubicBezTo>
                <a:cubicBezTo>
                  <a:pt x="538522" y="1763416"/>
                  <a:pt x="545317" y="1978705"/>
                  <a:pt x="558800" y="2258778"/>
                </a:cubicBezTo>
                <a:cubicBezTo>
                  <a:pt x="572283" y="2538851"/>
                  <a:pt x="550123" y="2752446"/>
                  <a:pt x="558800" y="2907853"/>
                </a:cubicBezTo>
                <a:cubicBezTo>
                  <a:pt x="567477" y="3063261"/>
                  <a:pt x="539796" y="3383329"/>
                  <a:pt x="558800" y="3608853"/>
                </a:cubicBezTo>
                <a:cubicBezTo>
                  <a:pt x="577804" y="3834377"/>
                  <a:pt x="542575" y="3944105"/>
                  <a:pt x="558800" y="4206001"/>
                </a:cubicBezTo>
                <a:cubicBezTo>
                  <a:pt x="575025" y="4467897"/>
                  <a:pt x="521463" y="4886244"/>
                  <a:pt x="558800" y="5192594"/>
                </a:cubicBezTo>
                <a:cubicBezTo>
                  <a:pt x="334959" y="5216690"/>
                  <a:pt x="136041" y="5220004"/>
                  <a:pt x="0" y="5192594"/>
                </a:cubicBezTo>
                <a:cubicBezTo>
                  <a:pt x="-23507" y="5052540"/>
                  <a:pt x="-15016" y="4910234"/>
                  <a:pt x="0" y="4699298"/>
                </a:cubicBezTo>
                <a:cubicBezTo>
                  <a:pt x="15016" y="4488362"/>
                  <a:pt x="9780" y="4281843"/>
                  <a:pt x="0" y="3946371"/>
                </a:cubicBezTo>
                <a:cubicBezTo>
                  <a:pt x="-9780" y="3610899"/>
                  <a:pt x="-15550" y="3611591"/>
                  <a:pt x="0" y="3401149"/>
                </a:cubicBezTo>
                <a:cubicBezTo>
                  <a:pt x="15550" y="3190707"/>
                  <a:pt x="24210" y="3092268"/>
                  <a:pt x="0" y="2907853"/>
                </a:cubicBezTo>
                <a:cubicBezTo>
                  <a:pt x="-24210" y="2723438"/>
                  <a:pt x="2142" y="2503930"/>
                  <a:pt x="0" y="2206852"/>
                </a:cubicBezTo>
                <a:cubicBezTo>
                  <a:pt x="-2142" y="1909774"/>
                  <a:pt x="20116" y="1847542"/>
                  <a:pt x="0" y="1713556"/>
                </a:cubicBezTo>
                <a:cubicBezTo>
                  <a:pt x="-20116" y="1579570"/>
                  <a:pt x="3769" y="1385294"/>
                  <a:pt x="0" y="1064482"/>
                </a:cubicBezTo>
                <a:cubicBezTo>
                  <a:pt x="-3769" y="743670"/>
                  <a:pt x="2821" y="248979"/>
                  <a:pt x="0" y="0"/>
                </a:cubicBezTo>
                <a:close/>
              </a:path>
            </a:pathLst>
          </a:custGeom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7005552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04" name="Rectángulo 103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E5E23DC-DAB7-48C2-BD1F-2686BD56DF8D}"/>
              </a:ext>
            </a:extLst>
          </p:cNvPr>
          <p:cNvSpPr/>
          <p:nvPr/>
        </p:nvSpPr>
        <p:spPr>
          <a:xfrm rot="16200000">
            <a:off x="-693246" y="-822013"/>
            <a:ext cx="558800" cy="5192594"/>
          </a:xfrm>
          <a:custGeom>
            <a:avLst/>
            <a:gdLst>
              <a:gd name="connsiteX0" fmla="*/ 0 w 558800"/>
              <a:gd name="connsiteY0" fmla="*/ 0 h 5192594"/>
              <a:gd name="connsiteX1" fmla="*/ 558800 w 558800"/>
              <a:gd name="connsiteY1" fmla="*/ 0 h 5192594"/>
              <a:gd name="connsiteX2" fmla="*/ 558800 w 558800"/>
              <a:gd name="connsiteY2" fmla="*/ 649074 h 5192594"/>
              <a:gd name="connsiteX3" fmla="*/ 558800 w 558800"/>
              <a:gd name="connsiteY3" fmla="*/ 1298149 h 5192594"/>
              <a:gd name="connsiteX4" fmla="*/ 558800 w 558800"/>
              <a:gd name="connsiteY4" fmla="*/ 1947223 h 5192594"/>
              <a:gd name="connsiteX5" fmla="*/ 558800 w 558800"/>
              <a:gd name="connsiteY5" fmla="*/ 2596297 h 5192594"/>
              <a:gd name="connsiteX6" fmla="*/ 558800 w 558800"/>
              <a:gd name="connsiteY6" fmla="*/ 3141519 h 5192594"/>
              <a:gd name="connsiteX7" fmla="*/ 558800 w 558800"/>
              <a:gd name="connsiteY7" fmla="*/ 3842520 h 5192594"/>
              <a:gd name="connsiteX8" fmla="*/ 558800 w 558800"/>
              <a:gd name="connsiteY8" fmla="*/ 4439668 h 5192594"/>
              <a:gd name="connsiteX9" fmla="*/ 558800 w 558800"/>
              <a:gd name="connsiteY9" fmla="*/ 5192594 h 5192594"/>
              <a:gd name="connsiteX10" fmla="*/ 0 w 558800"/>
              <a:gd name="connsiteY10" fmla="*/ 5192594 h 5192594"/>
              <a:gd name="connsiteX11" fmla="*/ 0 w 558800"/>
              <a:gd name="connsiteY11" fmla="*/ 4491594 h 5192594"/>
              <a:gd name="connsiteX12" fmla="*/ 0 w 558800"/>
              <a:gd name="connsiteY12" fmla="*/ 3790594 h 5192594"/>
              <a:gd name="connsiteX13" fmla="*/ 0 w 558800"/>
              <a:gd name="connsiteY13" fmla="*/ 3037667 h 5192594"/>
              <a:gd name="connsiteX14" fmla="*/ 0 w 558800"/>
              <a:gd name="connsiteY14" fmla="*/ 2440519 h 5192594"/>
              <a:gd name="connsiteX15" fmla="*/ 0 w 558800"/>
              <a:gd name="connsiteY15" fmla="*/ 1687593 h 5192594"/>
              <a:gd name="connsiteX16" fmla="*/ 0 w 558800"/>
              <a:gd name="connsiteY16" fmla="*/ 1194297 h 5192594"/>
              <a:gd name="connsiteX17" fmla="*/ 0 w 558800"/>
              <a:gd name="connsiteY17" fmla="*/ 0 h 519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8800" h="5192594" fill="none" extrusionOk="0">
                <a:moveTo>
                  <a:pt x="0" y="0"/>
                </a:moveTo>
                <a:cubicBezTo>
                  <a:pt x="246399" y="15845"/>
                  <a:pt x="305789" y="-8375"/>
                  <a:pt x="558800" y="0"/>
                </a:cubicBezTo>
                <a:cubicBezTo>
                  <a:pt x="558103" y="282226"/>
                  <a:pt x="544674" y="368344"/>
                  <a:pt x="558800" y="649074"/>
                </a:cubicBezTo>
                <a:cubicBezTo>
                  <a:pt x="572926" y="929804"/>
                  <a:pt x="530544" y="1155657"/>
                  <a:pt x="558800" y="1298149"/>
                </a:cubicBezTo>
                <a:cubicBezTo>
                  <a:pt x="587056" y="1440642"/>
                  <a:pt x="538182" y="1665440"/>
                  <a:pt x="558800" y="1947223"/>
                </a:cubicBezTo>
                <a:cubicBezTo>
                  <a:pt x="579418" y="2229006"/>
                  <a:pt x="552269" y="2397511"/>
                  <a:pt x="558800" y="2596297"/>
                </a:cubicBezTo>
                <a:cubicBezTo>
                  <a:pt x="565331" y="2795083"/>
                  <a:pt x="531708" y="3005699"/>
                  <a:pt x="558800" y="3141519"/>
                </a:cubicBezTo>
                <a:cubicBezTo>
                  <a:pt x="585892" y="3277339"/>
                  <a:pt x="558009" y="3601962"/>
                  <a:pt x="558800" y="3842520"/>
                </a:cubicBezTo>
                <a:cubicBezTo>
                  <a:pt x="559591" y="4083078"/>
                  <a:pt x="577699" y="4213830"/>
                  <a:pt x="558800" y="4439668"/>
                </a:cubicBezTo>
                <a:cubicBezTo>
                  <a:pt x="539901" y="4665506"/>
                  <a:pt x="568144" y="4973855"/>
                  <a:pt x="558800" y="5192594"/>
                </a:cubicBezTo>
                <a:cubicBezTo>
                  <a:pt x="280051" y="5181293"/>
                  <a:pt x="123250" y="5215335"/>
                  <a:pt x="0" y="5192594"/>
                </a:cubicBezTo>
                <a:cubicBezTo>
                  <a:pt x="-16961" y="5034150"/>
                  <a:pt x="-15202" y="4812266"/>
                  <a:pt x="0" y="4491594"/>
                </a:cubicBezTo>
                <a:cubicBezTo>
                  <a:pt x="15202" y="4170922"/>
                  <a:pt x="-24526" y="4094394"/>
                  <a:pt x="0" y="3790594"/>
                </a:cubicBezTo>
                <a:cubicBezTo>
                  <a:pt x="24526" y="3486794"/>
                  <a:pt x="23417" y="3205878"/>
                  <a:pt x="0" y="3037667"/>
                </a:cubicBezTo>
                <a:cubicBezTo>
                  <a:pt x="-23417" y="2869456"/>
                  <a:pt x="-21226" y="2616848"/>
                  <a:pt x="0" y="2440519"/>
                </a:cubicBezTo>
                <a:cubicBezTo>
                  <a:pt x="21226" y="2264190"/>
                  <a:pt x="31201" y="1982629"/>
                  <a:pt x="0" y="1687593"/>
                </a:cubicBezTo>
                <a:cubicBezTo>
                  <a:pt x="-31201" y="1392557"/>
                  <a:pt x="10630" y="1322384"/>
                  <a:pt x="0" y="1194297"/>
                </a:cubicBezTo>
                <a:cubicBezTo>
                  <a:pt x="-10630" y="1066210"/>
                  <a:pt x="58401" y="251905"/>
                  <a:pt x="0" y="0"/>
                </a:cubicBezTo>
                <a:close/>
              </a:path>
              <a:path w="558800" h="5192594" stroke="0" extrusionOk="0">
                <a:moveTo>
                  <a:pt x="0" y="0"/>
                </a:moveTo>
                <a:cubicBezTo>
                  <a:pt x="269237" y="-9"/>
                  <a:pt x="301838" y="-24503"/>
                  <a:pt x="558800" y="0"/>
                </a:cubicBezTo>
                <a:cubicBezTo>
                  <a:pt x="540793" y="196418"/>
                  <a:pt x="577257" y="485982"/>
                  <a:pt x="558800" y="752926"/>
                </a:cubicBezTo>
                <a:cubicBezTo>
                  <a:pt x="540343" y="1019870"/>
                  <a:pt x="579078" y="1248288"/>
                  <a:pt x="558800" y="1505852"/>
                </a:cubicBezTo>
                <a:cubicBezTo>
                  <a:pt x="538522" y="1763416"/>
                  <a:pt x="545317" y="1978705"/>
                  <a:pt x="558800" y="2258778"/>
                </a:cubicBezTo>
                <a:cubicBezTo>
                  <a:pt x="572283" y="2538851"/>
                  <a:pt x="550123" y="2752446"/>
                  <a:pt x="558800" y="2907853"/>
                </a:cubicBezTo>
                <a:cubicBezTo>
                  <a:pt x="567477" y="3063261"/>
                  <a:pt x="539796" y="3383329"/>
                  <a:pt x="558800" y="3608853"/>
                </a:cubicBezTo>
                <a:cubicBezTo>
                  <a:pt x="577804" y="3834377"/>
                  <a:pt x="542575" y="3944105"/>
                  <a:pt x="558800" y="4206001"/>
                </a:cubicBezTo>
                <a:cubicBezTo>
                  <a:pt x="575025" y="4467897"/>
                  <a:pt x="521463" y="4886244"/>
                  <a:pt x="558800" y="5192594"/>
                </a:cubicBezTo>
                <a:cubicBezTo>
                  <a:pt x="334959" y="5216690"/>
                  <a:pt x="136041" y="5220004"/>
                  <a:pt x="0" y="5192594"/>
                </a:cubicBezTo>
                <a:cubicBezTo>
                  <a:pt x="-23507" y="5052540"/>
                  <a:pt x="-15016" y="4910234"/>
                  <a:pt x="0" y="4699298"/>
                </a:cubicBezTo>
                <a:cubicBezTo>
                  <a:pt x="15016" y="4488362"/>
                  <a:pt x="9780" y="4281843"/>
                  <a:pt x="0" y="3946371"/>
                </a:cubicBezTo>
                <a:cubicBezTo>
                  <a:pt x="-9780" y="3610899"/>
                  <a:pt x="-15550" y="3611591"/>
                  <a:pt x="0" y="3401149"/>
                </a:cubicBezTo>
                <a:cubicBezTo>
                  <a:pt x="15550" y="3190707"/>
                  <a:pt x="24210" y="3092268"/>
                  <a:pt x="0" y="2907853"/>
                </a:cubicBezTo>
                <a:cubicBezTo>
                  <a:pt x="-24210" y="2723438"/>
                  <a:pt x="2142" y="2503930"/>
                  <a:pt x="0" y="2206852"/>
                </a:cubicBezTo>
                <a:cubicBezTo>
                  <a:pt x="-2142" y="1909774"/>
                  <a:pt x="20116" y="1847542"/>
                  <a:pt x="0" y="1713556"/>
                </a:cubicBezTo>
                <a:cubicBezTo>
                  <a:pt x="-20116" y="1579570"/>
                  <a:pt x="3769" y="1385294"/>
                  <a:pt x="0" y="1064482"/>
                </a:cubicBezTo>
                <a:cubicBezTo>
                  <a:pt x="-3769" y="743670"/>
                  <a:pt x="2821" y="248979"/>
                  <a:pt x="0" y="0"/>
                </a:cubicBezTo>
                <a:close/>
              </a:path>
            </a:pathLst>
          </a:custGeom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7005552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88" name="Forma libre: forma 87">
            <a:extLst>
              <a:ext uri="{FF2B5EF4-FFF2-40B4-BE49-F238E27FC236}">
                <a16:creationId xmlns:a16="http://schemas.microsoft.com/office/drawing/2014/main" id="{5F43AD7B-C35D-4FC1-A55D-13D633562F0A}"/>
              </a:ext>
            </a:extLst>
          </p:cNvPr>
          <p:cNvSpPr/>
          <p:nvPr/>
        </p:nvSpPr>
        <p:spPr>
          <a:xfrm flipH="1" flipV="1">
            <a:off x="3984641" y="-575341"/>
            <a:ext cx="3933741" cy="7299608"/>
          </a:xfrm>
          <a:custGeom>
            <a:avLst/>
            <a:gdLst>
              <a:gd name="connsiteX0" fmla="*/ 3676199 w 3933741"/>
              <a:gd name="connsiteY0" fmla="*/ 3269202 h 7299608"/>
              <a:gd name="connsiteX1" fmla="*/ 3905802 w 3933741"/>
              <a:gd name="connsiteY1" fmla="*/ 3284866 h 7299608"/>
              <a:gd name="connsiteX2" fmla="*/ 3905802 w 3933741"/>
              <a:gd name="connsiteY2" fmla="*/ 3909250 h 7299608"/>
              <a:gd name="connsiteX3" fmla="*/ 3905381 w 3933741"/>
              <a:gd name="connsiteY3" fmla="*/ 3983999 h 7299608"/>
              <a:gd name="connsiteX4" fmla="*/ 3905802 w 3933741"/>
              <a:gd name="connsiteY4" fmla="*/ 3988959 h 7299608"/>
              <a:gd name="connsiteX5" fmla="*/ 3921095 w 3933741"/>
              <a:gd name="connsiteY5" fmla="*/ 4296237 h 7299608"/>
              <a:gd name="connsiteX6" fmla="*/ 3905802 w 3933741"/>
              <a:gd name="connsiteY6" fmla="*/ 4653198 h 7299608"/>
              <a:gd name="connsiteX7" fmla="*/ 3905793 w 3933741"/>
              <a:gd name="connsiteY7" fmla="*/ 4653842 h 7299608"/>
              <a:gd name="connsiteX8" fmla="*/ 3909512 w 3933741"/>
              <a:gd name="connsiteY8" fmla="*/ 4750686 h 7299608"/>
              <a:gd name="connsiteX9" fmla="*/ 3905802 w 3933741"/>
              <a:gd name="connsiteY9" fmla="*/ 5118165 h 7299608"/>
              <a:gd name="connsiteX10" fmla="*/ 3898967 w 3933741"/>
              <a:gd name="connsiteY10" fmla="*/ 5311690 h 7299608"/>
              <a:gd name="connsiteX11" fmla="*/ 3899573 w 3933741"/>
              <a:gd name="connsiteY11" fmla="*/ 5340447 h 7299608"/>
              <a:gd name="connsiteX12" fmla="*/ 3905802 w 3933741"/>
              <a:gd name="connsiteY12" fmla="*/ 5397145 h 7299608"/>
              <a:gd name="connsiteX13" fmla="*/ 3915191 w 3933741"/>
              <a:gd name="connsiteY13" fmla="*/ 5537560 h 7299608"/>
              <a:gd name="connsiteX14" fmla="*/ 3909718 w 3933741"/>
              <a:gd name="connsiteY14" fmla="*/ 5644440 h 7299608"/>
              <a:gd name="connsiteX15" fmla="*/ 3909667 w 3933741"/>
              <a:gd name="connsiteY15" fmla="*/ 5712374 h 7299608"/>
              <a:gd name="connsiteX16" fmla="*/ 3905802 w 3933741"/>
              <a:gd name="connsiteY16" fmla="*/ 5822258 h 7299608"/>
              <a:gd name="connsiteX17" fmla="*/ 3900488 w 3933741"/>
              <a:gd name="connsiteY17" fmla="*/ 5935553 h 7299608"/>
              <a:gd name="connsiteX18" fmla="*/ 3899935 w 3933741"/>
              <a:gd name="connsiteY18" fmla="*/ 5951068 h 7299608"/>
              <a:gd name="connsiteX19" fmla="*/ 3905802 w 3933741"/>
              <a:gd name="connsiteY19" fmla="*/ 6061384 h 7299608"/>
              <a:gd name="connsiteX20" fmla="*/ 3914263 w 3933741"/>
              <a:gd name="connsiteY20" fmla="*/ 6420548 h 7299608"/>
              <a:gd name="connsiteX21" fmla="*/ 3908596 w 3933741"/>
              <a:gd name="connsiteY21" fmla="*/ 6531749 h 7299608"/>
              <a:gd name="connsiteX22" fmla="*/ 3910299 w 3933741"/>
              <a:gd name="connsiteY22" fmla="*/ 6559337 h 7299608"/>
              <a:gd name="connsiteX23" fmla="*/ 3905802 w 3933741"/>
              <a:gd name="connsiteY23" fmla="*/ 7270298 h 7299608"/>
              <a:gd name="connsiteX24" fmla="*/ 3766980 w 3933741"/>
              <a:gd name="connsiteY24" fmla="*/ 7274034 h 7299608"/>
              <a:gd name="connsiteX25" fmla="*/ 3718613 w 3933741"/>
              <a:gd name="connsiteY25" fmla="*/ 7272698 h 7299608"/>
              <a:gd name="connsiteX26" fmla="*/ 3573011 w 3933741"/>
              <a:gd name="connsiteY26" fmla="*/ 7275753 h 7299608"/>
              <a:gd name="connsiteX27" fmla="*/ 3426626 w 3933741"/>
              <a:gd name="connsiteY27" fmla="*/ 7276327 h 7299608"/>
              <a:gd name="connsiteX28" fmla="*/ 3299419 w 3933741"/>
              <a:gd name="connsiteY28" fmla="*/ 7270950 h 7299608"/>
              <a:gd name="connsiteX29" fmla="*/ 3228416 w 3933741"/>
              <a:gd name="connsiteY29" fmla="*/ 7274218 h 7299608"/>
              <a:gd name="connsiteX30" fmla="*/ 3002090 w 3933741"/>
              <a:gd name="connsiteY30" fmla="*/ 7275278 h 7299608"/>
              <a:gd name="connsiteX31" fmla="*/ 2895659 w 3933741"/>
              <a:gd name="connsiteY31" fmla="*/ 7272937 h 7299608"/>
              <a:gd name="connsiteX32" fmla="*/ 2813608 w 3933741"/>
              <a:gd name="connsiteY32" fmla="*/ 7274925 h 7299608"/>
              <a:gd name="connsiteX33" fmla="*/ 2653850 w 3933741"/>
              <a:gd name="connsiteY33" fmla="*/ 7270842 h 7299608"/>
              <a:gd name="connsiteX34" fmla="*/ 2510220 w 3933741"/>
              <a:gd name="connsiteY34" fmla="*/ 7272903 h 7299608"/>
              <a:gd name="connsiteX35" fmla="*/ 2040344 w 3933741"/>
              <a:gd name="connsiteY35" fmla="*/ 7270298 h 7299608"/>
              <a:gd name="connsiteX36" fmla="*/ 944758 w 3933741"/>
              <a:gd name="connsiteY36" fmla="*/ 7270298 h 7299608"/>
              <a:gd name="connsiteX37" fmla="*/ 944758 w 3933741"/>
              <a:gd name="connsiteY37" fmla="*/ 6686103 h 7299608"/>
              <a:gd name="connsiteX38" fmla="*/ 944160 w 3933741"/>
              <a:gd name="connsiteY38" fmla="*/ 6632643 h 7299608"/>
              <a:gd name="connsiteX39" fmla="*/ 941251 w 3933741"/>
              <a:gd name="connsiteY39" fmla="*/ 6554030 h 7299608"/>
              <a:gd name="connsiteX40" fmla="*/ 943965 w 3933741"/>
              <a:gd name="connsiteY40" fmla="*/ 6288200 h 7299608"/>
              <a:gd name="connsiteX41" fmla="*/ 944259 w 3933741"/>
              <a:gd name="connsiteY41" fmla="*/ 6275065 h 7299608"/>
              <a:gd name="connsiteX42" fmla="*/ 944538 w 3933741"/>
              <a:gd name="connsiteY42" fmla="*/ 6237934 h 7299608"/>
              <a:gd name="connsiteX43" fmla="*/ 944758 w 3933741"/>
              <a:gd name="connsiteY43" fmla="*/ 6101907 h 7299608"/>
              <a:gd name="connsiteX44" fmla="*/ 944617 w 3933741"/>
              <a:gd name="connsiteY44" fmla="*/ 6029085 h 7299608"/>
              <a:gd name="connsiteX45" fmla="*/ 943954 w 3933741"/>
              <a:gd name="connsiteY45" fmla="*/ 5949545 h 7299608"/>
              <a:gd name="connsiteX46" fmla="*/ 944452 w 3933741"/>
              <a:gd name="connsiteY46" fmla="*/ 5922271 h 7299608"/>
              <a:gd name="connsiteX47" fmla="*/ 944504 w 3933741"/>
              <a:gd name="connsiteY47" fmla="*/ 5762056 h 7299608"/>
              <a:gd name="connsiteX48" fmla="*/ 944758 w 3933741"/>
              <a:gd name="connsiteY48" fmla="*/ 5405845 h 7299608"/>
              <a:gd name="connsiteX49" fmla="*/ 1271428 w 3933741"/>
              <a:gd name="connsiteY49" fmla="*/ 4939230 h 7299608"/>
              <a:gd name="connsiteX50" fmla="*/ 1293581 w 3933741"/>
              <a:gd name="connsiteY50" fmla="*/ 4909132 h 7299608"/>
              <a:gd name="connsiteX51" fmla="*/ 1301126 w 3933741"/>
              <a:gd name="connsiteY51" fmla="*/ 4896810 h 7299608"/>
              <a:gd name="connsiteX52" fmla="*/ 1378390 w 3933741"/>
              <a:gd name="connsiteY52" fmla="*/ 4778096 h 7299608"/>
              <a:gd name="connsiteX53" fmla="*/ 1424385 w 3933741"/>
              <a:gd name="connsiteY53" fmla="*/ 4717714 h 7299608"/>
              <a:gd name="connsiteX54" fmla="*/ 1450615 w 3933741"/>
              <a:gd name="connsiteY54" fmla="*/ 4676528 h 7299608"/>
              <a:gd name="connsiteX55" fmla="*/ 1657493 w 3933741"/>
              <a:gd name="connsiteY55" fmla="*/ 4387775 h 7299608"/>
              <a:gd name="connsiteX56" fmla="*/ 1684901 w 3933741"/>
              <a:gd name="connsiteY56" fmla="*/ 4354199 h 7299608"/>
              <a:gd name="connsiteX57" fmla="*/ 1702039 w 3933741"/>
              <a:gd name="connsiteY57" fmla="*/ 4324146 h 7299608"/>
              <a:gd name="connsiteX58" fmla="*/ 1987546 w 3933741"/>
              <a:gd name="connsiteY58" fmla="*/ 3898485 h 7299608"/>
              <a:gd name="connsiteX59" fmla="*/ 2065222 w 3933741"/>
              <a:gd name="connsiteY59" fmla="*/ 3803704 h 7299608"/>
              <a:gd name="connsiteX60" fmla="*/ 2084611 w 3933741"/>
              <a:gd name="connsiteY60" fmla="*/ 3774511 h 7299608"/>
              <a:gd name="connsiteX61" fmla="*/ 2429623 w 3933741"/>
              <a:gd name="connsiteY61" fmla="*/ 3284866 h 7299608"/>
              <a:gd name="connsiteX62" fmla="*/ 2751567 w 3933741"/>
              <a:gd name="connsiteY62" fmla="*/ 3276310 h 7299608"/>
              <a:gd name="connsiteX63" fmla="*/ 2825058 w 3933741"/>
              <a:gd name="connsiteY63" fmla="*/ 3280783 h 7299608"/>
              <a:gd name="connsiteX64" fmla="*/ 2836678 w 3933741"/>
              <a:gd name="connsiteY64" fmla="*/ 3280927 h 7299608"/>
              <a:gd name="connsiteX65" fmla="*/ 2852354 w 3933741"/>
              <a:gd name="connsiteY65" fmla="*/ 3282444 h 7299608"/>
              <a:gd name="connsiteX66" fmla="*/ 2892159 w 3933741"/>
              <a:gd name="connsiteY66" fmla="*/ 3284866 h 7299608"/>
              <a:gd name="connsiteX67" fmla="*/ 3002870 w 3933741"/>
              <a:gd name="connsiteY67" fmla="*/ 3293206 h 7299608"/>
              <a:gd name="connsiteX68" fmla="*/ 3090800 w 3933741"/>
              <a:gd name="connsiteY68" fmla="*/ 3294194 h 7299608"/>
              <a:gd name="connsiteX69" fmla="*/ 3325172 w 3933741"/>
              <a:gd name="connsiteY69" fmla="*/ 3284866 h 7299608"/>
              <a:gd name="connsiteX70" fmla="*/ 3377279 w 3933741"/>
              <a:gd name="connsiteY70" fmla="*/ 3281717 h 7299608"/>
              <a:gd name="connsiteX71" fmla="*/ 3421761 w 3933741"/>
              <a:gd name="connsiteY71" fmla="*/ 3279936 h 7299608"/>
              <a:gd name="connsiteX72" fmla="*/ 3432862 w 3933741"/>
              <a:gd name="connsiteY72" fmla="*/ 3278479 h 7299608"/>
              <a:gd name="connsiteX73" fmla="*/ 3676199 w 3933741"/>
              <a:gd name="connsiteY73" fmla="*/ 3269202 h 7299608"/>
              <a:gd name="connsiteX74" fmla="*/ 19588 w 3933741"/>
              <a:gd name="connsiteY74" fmla="*/ 1808657 h 7299608"/>
              <a:gd name="connsiteX75" fmla="*/ 297628 w 3933741"/>
              <a:gd name="connsiteY75" fmla="*/ 2024922 h 7299608"/>
              <a:gd name="connsiteX76" fmla="*/ 375030 w 3933741"/>
              <a:gd name="connsiteY76" fmla="*/ 2085679 h 7299608"/>
              <a:gd name="connsiteX77" fmla="*/ 441289 w 3933741"/>
              <a:gd name="connsiteY77" fmla="*/ 2131633 h 7299608"/>
              <a:gd name="connsiteX78" fmla="*/ 530893 w 3933741"/>
              <a:gd name="connsiteY78" fmla="*/ 2194790 h 7299608"/>
              <a:gd name="connsiteX79" fmla="*/ 660741 w 3933741"/>
              <a:gd name="connsiteY79" fmla="*/ 2285137 h 7299608"/>
              <a:gd name="connsiteX80" fmla="*/ 677975 w 3933741"/>
              <a:gd name="connsiteY80" fmla="*/ 2299129 h 7299608"/>
              <a:gd name="connsiteX81" fmla="*/ 688822 w 3933741"/>
              <a:gd name="connsiteY81" fmla="*/ 2306809 h 7299608"/>
              <a:gd name="connsiteX82" fmla="*/ 959363 w 3933741"/>
              <a:gd name="connsiteY82" fmla="*/ 2512346 h 7299608"/>
              <a:gd name="connsiteX83" fmla="*/ 1012233 w 3933741"/>
              <a:gd name="connsiteY83" fmla="*/ 2557376 h 7299608"/>
              <a:gd name="connsiteX84" fmla="*/ 1069879 w 3933741"/>
              <a:gd name="connsiteY84" fmla="*/ 2596075 h 7299608"/>
              <a:gd name="connsiteX85" fmla="*/ 1492148 w 3933741"/>
              <a:gd name="connsiteY85" fmla="*/ 2920721 h 7299608"/>
              <a:gd name="connsiteX86" fmla="*/ 1569088 w 3933741"/>
              <a:gd name="connsiteY86" fmla="*/ 2978769 h 7299608"/>
              <a:gd name="connsiteX87" fmla="*/ 1573064 w 3933741"/>
              <a:gd name="connsiteY87" fmla="*/ 2981909 h 7299608"/>
              <a:gd name="connsiteX88" fmla="*/ 1573957 w 3933741"/>
              <a:gd name="connsiteY88" fmla="*/ 2982503 h 7299608"/>
              <a:gd name="connsiteX89" fmla="*/ 2064810 w 3933741"/>
              <a:gd name="connsiteY89" fmla="*/ 3353191 h 7299608"/>
              <a:gd name="connsiteX90" fmla="*/ 2064810 w 3933741"/>
              <a:gd name="connsiteY90" fmla="*/ 3523117 h 7299608"/>
              <a:gd name="connsiteX91" fmla="*/ 1795798 w 3933741"/>
              <a:gd name="connsiteY91" fmla="*/ 3926875 h 7299608"/>
              <a:gd name="connsiteX92" fmla="*/ 1729662 w 3933741"/>
              <a:gd name="connsiteY92" fmla="*/ 4011130 h 7299608"/>
              <a:gd name="connsiteX93" fmla="*/ 1649757 w 3933741"/>
              <a:gd name="connsiteY93" fmla="*/ 4128463 h 7299608"/>
              <a:gd name="connsiteX94" fmla="*/ 1594245 w 3933741"/>
              <a:gd name="connsiteY94" fmla="*/ 4202985 h 7299608"/>
              <a:gd name="connsiteX95" fmla="*/ 1522596 w 3933741"/>
              <a:gd name="connsiteY95" fmla="*/ 4313199 h 7299608"/>
              <a:gd name="connsiteX96" fmla="*/ 1420527 w 3933741"/>
              <a:gd name="connsiteY96" fmla="*/ 4460820 h 7299608"/>
              <a:gd name="connsiteX97" fmla="*/ 1353877 w 3933741"/>
              <a:gd name="connsiteY97" fmla="*/ 4568492 h 7299608"/>
              <a:gd name="connsiteX98" fmla="*/ 1299285 w 3933741"/>
              <a:gd name="connsiteY98" fmla="*/ 4639868 h 7299608"/>
              <a:gd name="connsiteX99" fmla="*/ 1253482 w 3933741"/>
              <a:gd name="connsiteY99" fmla="*/ 4711658 h 7299608"/>
              <a:gd name="connsiteX100" fmla="*/ 1112668 w 3933741"/>
              <a:gd name="connsiteY100" fmla="*/ 4908885 h 7299608"/>
              <a:gd name="connsiteX101" fmla="*/ 776186 w 3933741"/>
              <a:gd name="connsiteY101" fmla="*/ 4908885 h 7299608"/>
              <a:gd name="connsiteX102" fmla="*/ 767017 w 3933741"/>
              <a:gd name="connsiteY102" fmla="*/ 5194666 h 7299608"/>
              <a:gd name="connsiteX103" fmla="*/ 766082 w 3933741"/>
              <a:gd name="connsiteY103" fmla="*/ 5257771 h 7299608"/>
              <a:gd name="connsiteX104" fmla="*/ 768394 w 3933741"/>
              <a:gd name="connsiteY104" fmla="*/ 5341294 h 7299608"/>
              <a:gd name="connsiteX105" fmla="*/ 776186 w 3933741"/>
              <a:gd name="connsiteY105" fmla="*/ 5502693 h 7299608"/>
              <a:gd name="connsiteX106" fmla="*/ 777642 w 3933741"/>
              <a:gd name="connsiteY106" fmla="*/ 5560700 h 7299608"/>
              <a:gd name="connsiteX107" fmla="*/ 787299 w 3933741"/>
              <a:gd name="connsiteY107" fmla="*/ 5709089 h 7299608"/>
              <a:gd name="connsiteX108" fmla="*/ 776805 w 3933741"/>
              <a:gd name="connsiteY108" fmla="*/ 5983060 h 7299608"/>
              <a:gd name="connsiteX109" fmla="*/ 776356 w 3933741"/>
              <a:gd name="connsiteY109" fmla="*/ 6065292 h 7299608"/>
              <a:gd name="connsiteX110" fmla="*/ 776736 w 3933741"/>
              <a:gd name="connsiteY110" fmla="*/ 6114819 h 7299608"/>
              <a:gd name="connsiteX111" fmla="*/ 780134 w 3933741"/>
              <a:gd name="connsiteY111" fmla="*/ 6228108 h 7299608"/>
              <a:gd name="connsiteX112" fmla="*/ 776186 w 3933741"/>
              <a:gd name="connsiteY112" fmla="*/ 6690309 h 7299608"/>
              <a:gd name="connsiteX113" fmla="*/ 455914 w 3933741"/>
              <a:gd name="connsiteY113" fmla="*/ 6691067 h 7299608"/>
              <a:gd name="connsiteX114" fmla="*/ 393794 w 3933741"/>
              <a:gd name="connsiteY114" fmla="*/ 6690349 h 7299608"/>
              <a:gd name="connsiteX115" fmla="*/ 327516 w 3933741"/>
              <a:gd name="connsiteY115" fmla="*/ 6691000 h 7299608"/>
              <a:gd name="connsiteX116" fmla="*/ 145319 w 3933741"/>
              <a:gd name="connsiteY116" fmla="*/ 6692386 h 7299608"/>
              <a:gd name="connsiteX117" fmla="*/ 126678 w 3933741"/>
              <a:gd name="connsiteY117" fmla="*/ 6692177 h 7299608"/>
              <a:gd name="connsiteX118" fmla="*/ 83532 w 3933741"/>
              <a:gd name="connsiteY118" fmla="*/ 6692969 h 7299608"/>
              <a:gd name="connsiteX119" fmla="*/ 19588 w 3933741"/>
              <a:gd name="connsiteY119" fmla="*/ 6690309 h 7299608"/>
              <a:gd name="connsiteX120" fmla="*/ 12756 w 3933741"/>
              <a:gd name="connsiteY120" fmla="*/ 6193589 h 7299608"/>
              <a:gd name="connsiteX121" fmla="*/ 19014 w 3933741"/>
              <a:gd name="connsiteY121" fmla="*/ 6104648 h 7299608"/>
              <a:gd name="connsiteX122" fmla="*/ 15635 w 3933741"/>
              <a:gd name="connsiteY122" fmla="*/ 6047671 h 7299608"/>
              <a:gd name="connsiteX123" fmla="*/ 19588 w 3933741"/>
              <a:gd name="connsiteY123" fmla="*/ 5484879 h 7299608"/>
              <a:gd name="connsiteX124" fmla="*/ 19950 w 3933741"/>
              <a:gd name="connsiteY124" fmla="*/ 5476592 h 7299608"/>
              <a:gd name="connsiteX125" fmla="*/ 20149 w 3933741"/>
              <a:gd name="connsiteY125" fmla="*/ 5432771 h 7299608"/>
              <a:gd name="connsiteX126" fmla="*/ 19588 w 3933741"/>
              <a:gd name="connsiteY126" fmla="*/ 4908885 h 7299608"/>
              <a:gd name="connsiteX127" fmla="*/ 19588 w 3933741"/>
              <a:gd name="connsiteY127" fmla="*/ 4438153 h 7299608"/>
              <a:gd name="connsiteX128" fmla="*/ 26346 w 3933741"/>
              <a:gd name="connsiteY128" fmla="*/ 4227768 h 7299608"/>
              <a:gd name="connsiteX129" fmla="*/ 33033 w 3933741"/>
              <a:gd name="connsiteY129" fmla="*/ 4088409 h 7299608"/>
              <a:gd name="connsiteX130" fmla="*/ 29243 w 3933741"/>
              <a:gd name="connsiteY130" fmla="*/ 3950552 h 7299608"/>
              <a:gd name="connsiteX131" fmla="*/ 19588 w 3933741"/>
              <a:gd name="connsiteY131" fmla="*/ 3807074 h 7299608"/>
              <a:gd name="connsiteX132" fmla="*/ 15584 w 3933741"/>
              <a:gd name="connsiteY132" fmla="*/ 3711875 h 7299608"/>
              <a:gd name="connsiteX133" fmla="*/ 3142 w 3933741"/>
              <a:gd name="connsiteY133" fmla="*/ 3579452 h 7299608"/>
              <a:gd name="connsiteX134" fmla="*/ 7202 w 3933741"/>
              <a:gd name="connsiteY134" fmla="*/ 3298879 h 7299608"/>
              <a:gd name="connsiteX135" fmla="*/ 19141 w 3933741"/>
              <a:gd name="connsiteY135" fmla="*/ 3129730 h 7299608"/>
              <a:gd name="connsiteX136" fmla="*/ 15586 w 3933741"/>
              <a:gd name="connsiteY136" fmla="*/ 2970693 h 7299608"/>
              <a:gd name="connsiteX137" fmla="*/ 19588 w 3933741"/>
              <a:gd name="connsiteY137" fmla="*/ 2439736 h 7299608"/>
              <a:gd name="connsiteX138" fmla="*/ 19588 w 3933741"/>
              <a:gd name="connsiteY138" fmla="*/ 1808657 h 7299608"/>
              <a:gd name="connsiteX139" fmla="*/ 1408477 w 3933741"/>
              <a:gd name="connsiteY139" fmla="*/ 5 h 7299608"/>
              <a:gd name="connsiteX140" fmla="*/ 1810655 w 3933741"/>
              <a:gd name="connsiteY140" fmla="*/ 18293 h 7299608"/>
              <a:gd name="connsiteX141" fmla="*/ 1815067 w 3933741"/>
              <a:gd name="connsiteY141" fmla="*/ 18663 h 7299608"/>
              <a:gd name="connsiteX142" fmla="*/ 1867605 w 3933741"/>
              <a:gd name="connsiteY142" fmla="*/ 18823 h 7299608"/>
              <a:gd name="connsiteX143" fmla="*/ 2342783 w 3933741"/>
              <a:gd name="connsiteY143" fmla="*/ 18293 h 7299608"/>
              <a:gd name="connsiteX144" fmla="*/ 2913848 w 3933741"/>
              <a:gd name="connsiteY144" fmla="*/ 18293 h 7299608"/>
              <a:gd name="connsiteX145" fmla="*/ 2968404 w 3933741"/>
              <a:gd name="connsiteY145" fmla="*/ 23002 h 7299608"/>
              <a:gd name="connsiteX146" fmla="*/ 3030657 w 3933741"/>
              <a:gd name="connsiteY146" fmla="*/ 18293 h 7299608"/>
              <a:gd name="connsiteX147" fmla="*/ 3649907 w 3933741"/>
              <a:gd name="connsiteY147" fmla="*/ 31685 h 7299608"/>
              <a:gd name="connsiteX148" fmla="*/ 3734801 w 3933741"/>
              <a:gd name="connsiteY148" fmla="*/ 29679 h 7299608"/>
              <a:gd name="connsiteX149" fmla="*/ 3913211 w 3933741"/>
              <a:gd name="connsiteY149" fmla="*/ 18293 h 7299608"/>
              <a:gd name="connsiteX150" fmla="*/ 3913211 w 3933741"/>
              <a:gd name="connsiteY150" fmla="*/ 670275 h 7299608"/>
              <a:gd name="connsiteX151" fmla="*/ 3912827 w 3933741"/>
              <a:gd name="connsiteY151" fmla="*/ 681111 h 7299608"/>
              <a:gd name="connsiteX152" fmla="*/ 3913211 w 3933741"/>
              <a:gd name="connsiteY152" fmla="*/ 701322 h 7299608"/>
              <a:gd name="connsiteX153" fmla="*/ 3924484 w 3933741"/>
              <a:gd name="connsiteY153" fmla="*/ 1142377 h 7299608"/>
              <a:gd name="connsiteX154" fmla="*/ 3914495 w 3933741"/>
              <a:gd name="connsiteY154" fmla="*/ 1219241 h 7299608"/>
              <a:gd name="connsiteX155" fmla="*/ 3913211 w 3933741"/>
              <a:gd name="connsiteY155" fmla="*/ 1353304 h 7299608"/>
              <a:gd name="connsiteX156" fmla="*/ 3909014 w 3933741"/>
              <a:gd name="connsiteY156" fmla="*/ 1630410 h 7299608"/>
              <a:gd name="connsiteX157" fmla="*/ 3911803 w 3933741"/>
              <a:gd name="connsiteY157" fmla="*/ 1796963 h 7299608"/>
              <a:gd name="connsiteX158" fmla="*/ 3913211 w 3933741"/>
              <a:gd name="connsiteY158" fmla="*/ 1819006 h 7299608"/>
              <a:gd name="connsiteX159" fmla="*/ 3915963 w 3933741"/>
              <a:gd name="connsiteY159" fmla="*/ 1959063 h 7299608"/>
              <a:gd name="connsiteX160" fmla="*/ 3915574 w 3933741"/>
              <a:gd name="connsiteY160" fmla="*/ 1971554 h 7299608"/>
              <a:gd name="connsiteX161" fmla="*/ 3916388 w 3933741"/>
              <a:gd name="connsiteY161" fmla="*/ 2002713 h 7299608"/>
              <a:gd name="connsiteX162" fmla="*/ 3921219 w 3933741"/>
              <a:gd name="connsiteY162" fmla="*/ 2300047 h 7299608"/>
              <a:gd name="connsiteX163" fmla="*/ 3918632 w 3933741"/>
              <a:gd name="connsiteY163" fmla="*/ 2393589 h 7299608"/>
              <a:gd name="connsiteX164" fmla="*/ 3919624 w 3933741"/>
              <a:gd name="connsiteY164" fmla="*/ 2403665 h 7299608"/>
              <a:gd name="connsiteX165" fmla="*/ 3913211 w 3933741"/>
              <a:gd name="connsiteY165" fmla="*/ 3122970 h 7299608"/>
              <a:gd name="connsiteX166" fmla="*/ 3342474 w 3933741"/>
              <a:gd name="connsiteY166" fmla="*/ 3122970 h 7299608"/>
              <a:gd name="connsiteX167" fmla="*/ 2799753 w 3933741"/>
              <a:gd name="connsiteY167" fmla="*/ 3127120 h 7299608"/>
              <a:gd name="connsiteX168" fmla="*/ 2742255 w 3933741"/>
              <a:gd name="connsiteY168" fmla="*/ 3123418 h 7299608"/>
              <a:gd name="connsiteX169" fmla="*/ 2684273 w 3933741"/>
              <a:gd name="connsiteY169" fmla="*/ 3125721 h 7299608"/>
              <a:gd name="connsiteX170" fmla="*/ 2417390 w 3933741"/>
              <a:gd name="connsiteY170" fmla="*/ 3115986 h 7299608"/>
              <a:gd name="connsiteX171" fmla="*/ 2386557 w 3933741"/>
              <a:gd name="connsiteY171" fmla="*/ 3114764 h 7299608"/>
              <a:gd name="connsiteX172" fmla="*/ 2252161 w 3933741"/>
              <a:gd name="connsiteY172" fmla="*/ 3116591 h 7299608"/>
              <a:gd name="connsiteX173" fmla="*/ 2091709 w 3933741"/>
              <a:gd name="connsiteY173" fmla="*/ 3122970 h 7299608"/>
              <a:gd name="connsiteX174" fmla="*/ 1693201 w 3933741"/>
              <a:gd name="connsiteY174" fmla="*/ 2823149 h 7299608"/>
              <a:gd name="connsiteX175" fmla="*/ 1683015 w 3933741"/>
              <a:gd name="connsiteY175" fmla="*/ 2815421 h 7299608"/>
              <a:gd name="connsiteX176" fmla="*/ 1657159 w 3933741"/>
              <a:gd name="connsiteY176" fmla="*/ 2796151 h 7299608"/>
              <a:gd name="connsiteX177" fmla="*/ 1532237 w 3933741"/>
              <a:gd name="connsiteY177" fmla="*/ 2702609 h 7299608"/>
              <a:gd name="connsiteX178" fmla="*/ 1076370 w 3933741"/>
              <a:gd name="connsiteY178" fmla="*/ 2360092 h 7299608"/>
              <a:gd name="connsiteX179" fmla="*/ 620504 w 3933741"/>
              <a:gd name="connsiteY179" fmla="*/ 2017576 h 7299608"/>
              <a:gd name="connsiteX180" fmla="*/ 556242 w 3933741"/>
              <a:gd name="connsiteY180" fmla="*/ 1965106 h 7299608"/>
              <a:gd name="connsiteX181" fmla="*/ 496177 w 3933741"/>
              <a:gd name="connsiteY181" fmla="*/ 1924162 h 7299608"/>
              <a:gd name="connsiteX182" fmla="*/ 19589 w 3933741"/>
              <a:gd name="connsiteY182" fmla="*/ 1566077 h 7299608"/>
              <a:gd name="connsiteX183" fmla="*/ 19589 w 3933741"/>
              <a:gd name="connsiteY183" fmla="*/ 1050149 h 7299608"/>
              <a:gd name="connsiteX184" fmla="*/ 20805 w 3933741"/>
              <a:gd name="connsiteY184" fmla="*/ 1036953 h 7299608"/>
              <a:gd name="connsiteX185" fmla="*/ 22859 w 3933741"/>
              <a:gd name="connsiteY185" fmla="*/ 988520 h 7299608"/>
              <a:gd name="connsiteX186" fmla="*/ 19589 w 3933741"/>
              <a:gd name="connsiteY186" fmla="*/ 565177 h 7299608"/>
              <a:gd name="connsiteX187" fmla="*/ 20810 w 3933741"/>
              <a:gd name="connsiteY187" fmla="*/ 530201 h 7299608"/>
              <a:gd name="connsiteX188" fmla="*/ 19589 w 3933741"/>
              <a:gd name="connsiteY188" fmla="*/ 503265 h 7299608"/>
              <a:gd name="connsiteX189" fmla="*/ 19589 w 3933741"/>
              <a:gd name="connsiteY189" fmla="*/ 18293 h 7299608"/>
              <a:gd name="connsiteX190" fmla="*/ 551717 w 3933741"/>
              <a:gd name="connsiteY190" fmla="*/ 18293 h 7299608"/>
              <a:gd name="connsiteX191" fmla="*/ 572050 w 3933741"/>
              <a:gd name="connsiteY191" fmla="*/ 19962 h 7299608"/>
              <a:gd name="connsiteX192" fmla="*/ 629590 w 3933741"/>
              <a:gd name="connsiteY192" fmla="*/ 18293 h 7299608"/>
              <a:gd name="connsiteX193" fmla="*/ 1074537 w 3933741"/>
              <a:gd name="connsiteY193" fmla="*/ 11496 h 7299608"/>
              <a:gd name="connsiteX194" fmla="*/ 1111664 w 3933741"/>
              <a:gd name="connsiteY194" fmla="*/ 14391 h 7299608"/>
              <a:gd name="connsiteX195" fmla="*/ 1142379 w 3933741"/>
              <a:gd name="connsiteY195" fmla="*/ 10082 h 7299608"/>
              <a:gd name="connsiteX196" fmla="*/ 1408477 w 3933741"/>
              <a:gd name="connsiteY196" fmla="*/ 5 h 729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3933741" h="7299608">
                <a:moveTo>
                  <a:pt x="3676199" y="3269202"/>
                </a:moveTo>
                <a:cubicBezTo>
                  <a:pt x="3764314" y="3269931"/>
                  <a:pt x="3850139" y="3274817"/>
                  <a:pt x="3905802" y="3284866"/>
                </a:cubicBezTo>
                <a:cubicBezTo>
                  <a:pt x="3932660" y="3502270"/>
                  <a:pt x="3911631" y="3706257"/>
                  <a:pt x="3905802" y="3909250"/>
                </a:cubicBezTo>
                <a:lnTo>
                  <a:pt x="3905381" y="3983999"/>
                </a:lnTo>
                <a:lnTo>
                  <a:pt x="3905802" y="3988959"/>
                </a:lnTo>
                <a:cubicBezTo>
                  <a:pt x="3918950" y="4113676"/>
                  <a:pt x="3922175" y="4212107"/>
                  <a:pt x="3921095" y="4296237"/>
                </a:cubicBezTo>
                <a:cubicBezTo>
                  <a:pt x="3919294" y="4436454"/>
                  <a:pt x="3905530" y="4536946"/>
                  <a:pt x="3905802" y="4653198"/>
                </a:cubicBezTo>
                <a:lnTo>
                  <a:pt x="3905793" y="4653842"/>
                </a:lnTo>
                <a:lnTo>
                  <a:pt x="3909512" y="4750686"/>
                </a:lnTo>
                <a:cubicBezTo>
                  <a:pt x="3913706" y="4852302"/>
                  <a:pt x="3916664" y="4965705"/>
                  <a:pt x="3905802" y="5118165"/>
                </a:cubicBezTo>
                <a:cubicBezTo>
                  <a:pt x="3900371" y="5194396"/>
                  <a:pt x="3898691" y="5256460"/>
                  <a:pt x="3898967" y="5311690"/>
                </a:cubicBezTo>
                <a:lnTo>
                  <a:pt x="3899573" y="5340447"/>
                </a:lnTo>
                <a:lnTo>
                  <a:pt x="3905802" y="5397145"/>
                </a:lnTo>
                <a:cubicBezTo>
                  <a:pt x="3913474" y="5445647"/>
                  <a:pt x="3915729" y="5491315"/>
                  <a:pt x="3915191" y="5537560"/>
                </a:cubicBezTo>
                <a:lnTo>
                  <a:pt x="3909718" y="5644440"/>
                </a:lnTo>
                <a:lnTo>
                  <a:pt x="3909667" y="5712374"/>
                </a:lnTo>
                <a:cubicBezTo>
                  <a:pt x="3909087" y="5745822"/>
                  <a:pt x="3907873" y="5782144"/>
                  <a:pt x="3905802" y="5822258"/>
                </a:cubicBezTo>
                <a:cubicBezTo>
                  <a:pt x="3903731" y="5862372"/>
                  <a:pt x="3901966" y="5900023"/>
                  <a:pt x="3900488" y="5935553"/>
                </a:cubicBezTo>
                <a:lnTo>
                  <a:pt x="3899935" y="5951068"/>
                </a:lnTo>
                <a:lnTo>
                  <a:pt x="3905802" y="6061384"/>
                </a:lnTo>
                <a:cubicBezTo>
                  <a:pt x="3918452" y="6222165"/>
                  <a:pt x="3917768" y="6332506"/>
                  <a:pt x="3914263" y="6420548"/>
                </a:cubicBezTo>
                <a:lnTo>
                  <a:pt x="3908596" y="6531749"/>
                </a:lnTo>
                <a:lnTo>
                  <a:pt x="3910299" y="6559337"/>
                </a:lnTo>
                <a:cubicBezTo>
                  <a:pt x="3919379" y="6741252"/>
                  <a:pt x="3918486" y="7003262"/>
                  <a:pt x="3905802" y="7270298"/>
                </a:cubicBezTo>
                <a:cubicBezTo>
                  <a:pt x="3858598" y="7273655"/>
                  <a:pt x="3812813" y="7274476"/>
                  <a:pt x="3766980" y="7274034"/>
                </a:cubicBezTo>
                <a:lnTo>
                  <a:pt x="3718613" y="7272698"/>
                </a:lnTo>
                <a:lnTo>
                  <a:pt x="3573011" y="7275753"/>
                </a:lnTo>
                <a:cubicBezTo>
                  <a:pt x="3522792" y="7276614"/>
                  <a:pt x="3474397" y="7277021"/>
                  <a:pt x="3426626" y="7276327"/>
                </a:cubicBezTo>
                <a:lnTo>
                  <a:pt x="3299419" y="7270950"/>
                </a:lnTo>
                <a:lnTo>
                  <a:pt x="3228416" y="7274218"/>
                </a:lnTo>
                <a:cubicBezTo>
                  <a:pt x="3146700" y="7276998"/>
                  <a:pt x="3074339" y="7276605"/>
                  <a:pt x="3002090" y="7275278"/>
                </a:cubicBezTo>
                <a:lnTo>
                  <a:pt x="2895659" y="7272937"/>
                </a:lnTo>
                <a:lnTo>
                  <a:pt x="2813608" y="7274925"/>
                </a:lnTo>
                <a:lnTo>
                  <a:pt x="2653850" y="7270842"/>
                </a:lnTo>
                <a:lnTo>
                  <a:pt x="2510220" y="7272903"/>
                </a:lnTo>
                <a:cubicBezTo>
                  <a:pt x="2326639" y="7277000"/>
                  <a:pt x="2145237" y="7283212"/>
                  <a:pt x="2040344" y="7270298"/>
                </a:cubicBezTo>
                <a:cubicBezTo>
                  <a:pt x="1808161" y="7298436"/>
                  <a:pt x="1269133" y="7318991"/>
                  <a:pt x="944758" y="7270298"/>
                </a:cubicBezTo>
                <a:cubicBezTo>
                  <a:pt x="951747" y="7123093"/>
                  <a:pt x="948642" y="6964269"/>
                  <a:pt x="944758" y="6686103"/>
                </a:cubicBezTo>
                <a:lnTo>
                  <a:pt x="944160" y="6632643"/>
                </a:lnTo>
                <a:lnTo>
                  <a:pt x="941251" y="6554030"/>
                </a:lnTo>
                <a:cubicBezTo>
                  <a:pt x="938289" y="6440343"/>
                  <a:pt x="941583" y="6372281"/>
                  <a:pt x="943965" y="6288200"/>
                </a:cubicBezTo>
                <a:lnTo>
                  <a:pt x="944259" y="6275065"/>
                </a:lnTo>
                <a:lnTo>
                  <a:pt x="944538" y="6237934"/>
                </a:lnTo>
                <a:cubicBezTo>
                  <a:pt x="944805" y="6195579"/>
                  <a:pt x="944951" y="6151604"/>
                  <a:pt x="944758" y="6101907"/>
                </a:cubicBezTo>
                <a:lnTo>
                  <a:pt x="944617" y="6029085"/>
                </a:lnTo>
                <a:lnTo>
                  <a:pt x="943954" y="5949545"/>
                </a:lnTo>
                <a:lnTo>
                  <a:pt x="944452" y="5922271"/>
                </a:lnTo>
                <a:lnTo>
                  <a:pt x="944504" y="5762056"/>
                </a:lnTo>
                <a:cubicBezTo>
                  <a:pt x="944612" y="5640464"/>
                  <a:pt x="944805" y="5516146"/>
                  <a:pt x="944758" y="5405845"/>
                </a:cubicBezTo>
                <a:cubicBezTo>
                  <a:pt x="1049029" y="5237570"/>
                  <a:pt x="1153885" y="5076263"/>
                  <a:pt x="1271428" y="4939230"/>
                </a:cubicBezTo>
                <a:lnTo>
                  <a:pt x="1293581" y="4909132"/>
                </a:lnTo>
                <a:lnTo>
                  <a:pt x="1301126" y="4896810"/>
                </a:lnTo>
                <a:cubicBezTo>
                  <a:pt x="1318325" y="4862706"/>
                  <a:pt x="1345581" y="4822447"/>
                  <a:pt x="1378390" y="4778096"/>
                </a:cubicBezTo>
                <a:lnTo>
                  <a:pt x="1424385" y="4717714"/>
                </a:lnTo>
                <a:lnTo>
                  <a:pt x="1450615" y="4676528"/>
                </a:lnTo>
                <a:cubicBezTo>
                  <a:pt x="1513131" y="4577264"/>
                  <a:pt x="1580261" y="4473658"/>
                  <a:pt x="1657493" y="4387775"/>
                </a:cubicBezTo>
                <a:lnTo>
                  <a:pt x="1684901" y="4354199"/>
                </a:lnTo>
                <a:lnTo>
                  <a:pt x="1702039" y="4324146"/>
                </a:lnTo>
                <a:cubicBezTo>
                  <a:pt x="1778849" y="4173128"/>
                  <a:pt x="1893109" y="4017107"/>
                  <a:pt x="1987546" y="3898485"/>
                </a:cubicBezTo>
                <a:lnTo>
                  <a:pt x="2065222" y="3803704"/>
                </a:lnTo>
                <a:lnTo>
                  <a:pt x="2084611" y="3774511"/>
                </a:lnTo>
                <a:cubicBezTo>
                  <a:pt x="2188588" y="3623494"/>
                  <a:pt x="2344088" y="3429345"/>
                  <a:pt x="2429623" y="3284866"/>
                </a:cubicBezTo>
                <a:cubicBezTo>
                  <a:pt x="2503194" y="3282697"/>
                  <a:pt x="2617098" y="3272915"/>
                  <a:pt x="2751567" y="3276310"/>
                </a:cubicBezTo>
                <a:lnTo>
                  <a:pt x="2825058" y="3280783"/>
                </a:lnTo>
                <a:lnTo>
                  <a:pt x="2836678" y="3280927"/>
                </a:lnTo>
                <a:lnTo>
                  <a:pt x="2852354" y="3282444"/>
                </a:lnTo>
                <a:lnTo>
                  <a:pt x="2892159" y="3284866"/>
                </a:lnTo>
                <a:lnTo>
                  <a:pt x="3002870" y="3293206"/>
                </a:lnTo>
                <a:lnTo>
                  <a:pt x="3090800" y="3294194"/>
                </a:lnTo>
                <a:cubicBezTo>
                  <a:pt x="3176363" y="3293337"/>
                  <a:pt x="3265421" y="3289370"/>
                  <a:pt x="3325172" y="3284866"/>
                </a:cubicBezTo>
                <a:cubicBezTo>
                  <a:pt x="3340110" y="3283741"/>
                  <a:pt x="3357661" y="3282682"/>
                  <a:pt x="3377279" y="3281717"/>
                </a:cubicBezTo>
                <a:lnTo>
                  <a:pt x="3421761" y="3279936"/>
                </a:lnTo>
                <a:lnTo>
                  <a:pt x="3432862" y="3278479"/>
                </a:lnTo>
                <a:cubicBezTo>
                  <a:pt x="3497680" y="3271900"/>
                  <a:pt x="3588084" y="3268472"/>
                  <a:pt x="3676199" y="3269202"/>
                </a:cubicBezTo>
                <a:close/>
                <a:moveTo>
                  <a:pt x="19588" y="1808657"/>
                </a:moveTo>
                <a:cubicBezTo>
                  <a:pt x="148968" y="1902164"/>
                  <a:pt x="227029" y="1967409"/>
                  <a:pt x="297628" y="2024922"/>
                </a:cubicBezTo>
                <a:lnTo>
                  <a:pt x="375030" y="2085679"/>
                </a:lnTo>
                <a:lnTo>
                  <a:pt x="441289" y="2131633"/>
                </a:lnTo>
                <a:cubicBezTo>
                  <a:pt x="469520" y="2151330"/>
                  <a:pt x="499329" y="2172290"/>
                  <a:pt x="530893" y="2194790"/>
                </a:cubicBezTo>
                <a:cubicBezTo>
                  <a:pt x="580658" y="2226079"/>
                  <a:pt x="622661" y="2255943"/>
                  <a:pt x="660741" y="2285137"/>
                </a:cubicBezTo>
                <a:lnTo>
                  <a:pt x="677975" y="2299129"/>
                </a:lnTo>
                <a:lnTo>
                  <a:pt x="688822" y="2306809"/>
                </a:lnTo>
                <a:cubicBezTo>
                  <a:pt x="798322" y="2384451"/>
                  <a:pt x="862824" y="2431437"/>
                  <a:pt x="959363" y="2512346"/>
                </a:cubicBezTo>
                <a:lnTo>
                  <a:pt x="1012233" y="2557376"/>
                </a:lnTo>
                <a:lnTo>
                  <a:pt x="1069879" y="2596075"/>
                </a:lnTo>
                <a:cubicBezTo>
                  <a:pt x="1219196" y="2699739"/>
                  <a:pt x="1301824" y="2780912"/>
                  <a:pt x="1492148" y="2920721"/>
                </a:cubicBezTo>
                <a:cubicBezTo>
                  <a:pt x="1519337" y="2940694"/>
                  <a:pt x="1544823" y="2959989"/>
                  <a:pt x="1569088" y="2978769"/>
                </a:cubicBezTo>
                <a:lnTo>
                  <a:pt x="1573064" y="2981909"/>
                </a:lnTo>
                <a:lnTo>
                  <a:pt x="1573957" y="2982503"/>
                </a:lnTo>
                <a:cubicBezTo>
                  <a:pt x="1721045" y="3074002"/>
                  <a:pt x="1907267" y="3241763"/>
                  <a:pt x="2064810" y="3353191"/>
                </a:cubicBezTo>
                <a:cubicBezTo>
                  <a:pt x="2067263" y="3388365"/>
                  <a:pt x="2069047" y="3456508"/>
                  <a:pt x="2064810" y="3523117"/>
                </a:cubicBezTo>
                <a:cubicBezTo>
                  <a:pt x="1954077" y="3691751"/>
                  <a:pt x="1867682" y="3828198"/>
                  <a:pt x="1795798" y="3926875"/>
                </a:cubicBezTo>
                <a:lnTo>
                  <a:pt x="1729662" y="4011130"/>
                </a:lnTo>
                <a:lnTo>
                  <a:pt x="1649757" y="4128463"/>
                </a:lnTo>
                <a:lnTo>
                  <a:pt x="1594245" y="4202985"/>
                </a:lnTo>
                <a:lnTo>
                  <a:pt x="1522596" y="4313199"/>
                </a:lnTo>
                <a:cubicBezTo>
                  <a:pt x="1493013" y="4357756"/>
                  <a:pt x="1459541" y="4406731"/>
                  <a:pt x="1420527" y="4460820"/>
                </a:cubicBezTo>
                <a:cubicBezTo>
                  <a:pt x="1400482" y="4499700"/>
                  <a:pt x="1378009" y="4534723"/>
                  <a:pt x="1353877" y="4568492"/>
                </a:cubicBezTo>
                <a:lnTo>
                  <a:pt x="1299285" y="4639868"/>
                </a:lnTo>
                <a:lnTo>
                  <a:pt x="1253482" y="4711658"/>
                </a:lnTo>
                <a:cubicBezTo>
                  <a:pt x="1211159" y="4778520"/>
                  <a:pt x="1173208" y="4836447"/>
                  <a:pt x="1112668" y="4908885"/>
                </a:cubicBezTo>
                <a:cubicBezTo>
                  <a:pt x="964055" y="4924615"/>
                  <a:pt x="890334" y="4906298"/>
                  <a:pt x="776186" y="4908885"/>
                </a:cubicBezTo>
                <a:cubicBezTo>
                  <a:pt x="778503" y="4993361"/>
                  <a:pt x="771232" y="5089191"/>
                  <a:pt x="767017" y="5194666"/>
                </a:cubicBezTo>
                <a:lnTo>
                  <a:pt x="766082" y="5257771"/>
                </a:lnTo>
                <a:lnTo>
                  <a:pt x="768394" y="5341294"/>
                </a:lnTo>
                <a:cubicBezTo>
                  <a:pt x="770426" y="5389786"/>
                  <a:pt x="773124" y="5442296"/>
                  <a:pt x="776186" y="5502693"/>
                </a:cubicBezTo>
                <a:lnTo>
                  <a:pt x="777642" y="5560700"/>
                </a:lnTo>
                <a:lnTo>
                  <a:pt x="787299" y="5709089"/>
                </a:lnTo>
                <a:cubicBezTo>
                  <a:pt x="788740" y="5814290"/>
                  <a:pt x="780578" y="5903339"/>
                  <a:pt x="776805" y="5983060"/>
                </a:cubicBezTo>
                <a:lnTo>
                  <a:pt x="776356" y="6065292"/>
                </a:lnTo>
                <a:lnTo>
                  <a:pt x="776736" y="6114819"/>
                </a:lnTo>
                <a:lnTo>
                  <a:pt x="780134" y="6228108"/>
                </a:lnTo>
                <a:cubicBezTo>
                  <a:pt x="782084" y="6378710"/>
                  <a:pt x="778726" y="6572918"/>
                  <a:pt x="776186" y="6690309"/>
                </a:cubicBezTo>
                <a:cubicBezTo>
                  <a:pt x="666557" y="6677938"/>
                  <a:pt x="597755" y="6690785"/>
                  <a:pt x="455914" y="6691067"/>
                </a:cubicBezTo>
                <a:lnTo>
                  <a:pt x="393794" y="6690349"/>
                </a:lnTo>
                <a:lnTo>
                  <a:pt x="327516" y="6691000"/>
                </a:lnTo>
                <a:cubicBezTo>
                  <a:pt x="277541" y="6691768"/>
                  <a:pt x="219899" y="6692847"/>
                  <a:pt x="145319" y="6692386"/>
                </a:cubicBezTo>
                <a:lnTo>
                  <a:pt x="126678" y="6692177"/>
                </a:lnTo>
                <a:lnTo>
                  <a:pt x="83532" y="6692969"/>
                </a:lnTo>
                <a:cubicBezTo>
                  <a:pt x="59895" y="6692965"/>
                  <a:pt x="38871" y="6692274"/>
                  <a:pt x="19588" y="6690309"/>
                </a:cubicBezTo>
                <a:cubicBezTo>
                  <a:pt x="28561" y="6485467"/>
                  <a:pt x="2491" y="6400931"/>
                  <a:pt x="12756" y="6193589"/>
                </a:cubicBezTo>
                <a:lnTo>
                  <a:pt x="19014" y="6104648"/>
                </a:lnTo>
                <a:lnTo>
                  <a:pt x="15635" y="6047671"/>
                </a:lnTo>
                <a:cubicBezTo>
                  <a:pt x="8429" y="5875190"/>
                  <a:pt x="14641" y="5596820"/>
                  <a:pt x="19588" y="5484879"/>
                </a:cubicBezTo>
                <a:lnTo>
                  <a:pt x="19950" y="5476592"/>
                </a:lnTo>
                <a:lnTo>
                  <a:pt x="20149" y="5432771"/>
                </a:lnTo>
                <a:cubicBezTo>
                  <a:pt x="19903" y="5300834"/>
                  <a:pt x="17857" y="5138937"/>
                  <a:pt x="19588" y="4908885"/>
                </a:cubicBezTo>
                <a:cubicBezTo>
                  <a:pt x="5241" y="4710356"/>
                  <a:pt x="1714" y="4559634"/>
                  <a:pt x="19588" y="4438153"/>
                </a:cubicBezTo>
                <a:cubicBezTo>
                  <a:pt x="20856" y="4354105"/>
                  <a:pt x="23542" y="4286360"/>
                  <a:pt x="26346" y="4227768"/>
                </a:cubicBezTo>
                <a:lnTo>
                  <a:pt x="33033" y="4088409"/>
                </a:lnTo>
                <a:lnTo>
                  <a:pt x="29243" y="3950552"/>
                </a:lnTo>
                <a:cubicBezTo>
                  <a:pt x="26772" y="3898283"/>
                  <a:pt x="23445" y="3849505"/>
                  <a:pt x="19588" y="3807074"/>
                </a:cubicBezTo>
                <a:lnTo>
                  <a:pt x="15584" y="3711875"/>
                </a:lnTo>
                <a:lnTo>
                  <a:pt x="3142" y="3579452"/>
                </a:lnTo>
                <a:cubicBezTo>
                  <a:pt x="-2814" y="3478255"/>
                  <a:pt x="344" y="3400271"/>
                  <a:pt x="7202" y="3298879"/>
                </a:cubicBezTo>
                <a:lnTo>
                  <a:pt x="19141" y="3129730"/>
                </a:lnTo>
                <a:lnTo>
                  <a:pt x="15586" y="2970693"/>
                </a:lnTo>
                <a:cubicBezTo>
                  <a:pt x="10879" y="2782426"/>
                  <a:pt x="6098" y="2576149"/>
                  <a:pt x="19588" y="2439736"/>
                </a:cubicBezTo>
                <a:cubicBezTo>
                  <a:pt x="37575" y="2257852"/>
                  <a:pt x="-11245" y="2018201"/>
                  <a:pt x="19588" y="1808657"/>
                </a:cubicBezTo>
                <a:close/>
                <a:moveTo>
                  <a:pt x="1408477" y="5"/>
                </a:moveTo>
                <a:cubicBezTo>
                  <a:pt x="1545210" y="218"/>
                  <a:pt x="1694868" y="6527"/>
                  <a:pt x="1810655" y="18293"/>
                </a:cubicBezTo>
                <a:lnTo>
                  <a:pt x="1815067" y="18663"/>
                </a:lnTo>
                <a:lnTo>
                  <a:pt x="1867605" y="18823"/>
                </a:lnTo>
                <a:cubicBezTo>
                  <a:pt x="2038507" y="13075"/>
                  <a:pt x="2199858" y="-5403"/>
                  <a:pt x="2342783" y="18293"/>
                </a:cubicBezTo>
                <a:cubicBezTo>
                  <a:pt x="2537140" y="16860"/>
                  <a:pt x="2735271" y="390"/>
                  <a:pt x="2913848" y="18293"/>
                </a:cubicBezTo>
                <a:lnTo>
                  <a:pt x="2968404" y="23002"/>
                </a:lnTo>
                <a:lnTo>
                  <a:pt x="3030657" y="18293"/>
                </a:lnTo>
                <a:cubicBezTo>
                  <a:pt x="3268720" y="-626"/>
                  <a:pt x="3419402" y="31419"/>
                  <a:pt x="3649907" y="31685"/>
                </a:cubicBezTo>
                <a:lnTo>
                  <a:pt x="3734801" y="29679"/>
                </a:lnTo>
                <a:lnTo>
                  <a:pt x="3913211" y="18293"/>
                </a:lnTo>
                <a:cubicBezTo>
                  <a:pt x="3941311" y="331074"/>
                  <a:pt x="3932367" y="410621"/>
                  <a:pt x="3913211" y="670275"/>
                </a:cubicBezTo>
                <a:lnTo>
                  <a:pt x="3912827" y="681111"/>
                </a:lnTo>
                <a:lnTo>
                  <a:pt x="3913211" y="701322"/>
                </a:lnTo>
                <a:cubicBezTo>
                  <a:pt x="3919351" y="921464"/>
                  <a:pt x="3929776" y="1047546"/>
                  <a:pt x="3924484" y="1142377"/>
                </a:cubicBezTo>
                <a:lnTo>
                  <a:pt x="3914495" y="1219241"/>
                </a:lnTo>
                <a:lnTo>
                  <a:pt x="3913211" y="1353304"/>
                </a:lnTo>
                <a:cubicBezTo>
                  <a:pt x="3908293" y="1450357"/>
                  <a:pt x="3907954" y="1542585"/>
                  <a:pt x="3909014" y="1630410"/>
                </a:cubicBezTo>
                <a:lnTo>
                  <a:pt x="3911803" y="1796963"/>
                </a:lnTo>
                <a:lnTo>
                  <a:pt x="3913211" y="1819006"/>
                </a:lnTo>
                <a:cubicBezTo>
                  <a:pt x="3916275" y="1862141"/>
                  <a:pt x="3916732" y="1909939"/>
                  <a:pt x="3915963" y="1959063"/>
                </a:cubicBezTo>
                <a:lnTo>
                  <a:pt x="3915574" y="1971554"/>
                </a:lnTo>
                <a:lnTo>
                  <a:pt x="3916388" y="2002713"/>
                </a:lnTo>
                <a:cubicBezTo>
                  <a:pt x="3919411" y="2086882"/>
                  <a:pt x="3923167" y="2180155"/>
                  <a:pt x="3921219" y="2300047"/>
                </a:cubicBezTo>
                <a:lnTo>
                  <a:pt x="3918632" y="2393589"/>
                </a:lnTo>
                <a:lnTo>
                  <a:pt x="3919624" y="2403665"/>
                </a:lnTo>
                <a:cubicBezTo>
                  <a:pt x="3934247" y="2571361"/>
                  <a:pt x="3944697" y="2962529"/>
                  <a:pt x="3913211" y="3122970"/>
                </a:cubicBezTo>
                <a:cubicBezTo>
                  <a:pt x="3797240" y="3135534"/>
                  <a:pt x="3519803" y="3108186"/>
                  <a:pt x="3342474" y="3122970"/>
                </a:cubicBezTo>
                <a:cubicBezTo>
                  <a:pt x="3196966" y="3135786"/>
                  <a:pt x="2961711" y="3135640"/>
                  <a:pt x="2799753" y="3127120"/>
                </a:cubicBezTo>
                <a:lnTo>
                  <a:pt x="2742255" y="3123418"/>
                </a:lnTo>
                <a:lnTo>
                  <a:pt x="2684273" y="3125721"/>
                </a:lnTo>
                <a:cubicBezTo>
                  <a:pt x="2607844" y="3126142"/>
                  <a:pt x="2512127" y="3120409"/>
                  <a:pt x="2417390" y="3115986"/>
                </a:cubicBezTo>
                <a:lnTo>
                  <a:pt x="2386557" y="3114764"/>
                </a:lnTo>
                <a:lnTo>
                  <a:pt x="2252161" y="3116591"/>
                </a:lnTo>
                <a:cubicBezTo>
                  <a:pt x="2195004" y="3118072"/>
                  <a:pt x="2140313" y="3120220"/>
                  <a:pt x="2091709" y="3122970"/>
                </a:cubicBezTo>
                <a:cubicBezTo>
                  <a:pt x="1882656" y="2974849"/>
                  <a:pt x="1822804" y="2922631"/>
                  <a:pt x="1693201" y="2823149"/>
                </a:cubicBezTo>
                <a:lnTo>
                  <a:pt x="1683015" y="2815421"/>
                </a:lnTo>
                <a:lnTo>
                  <a:pt x="1657159" y="2796151"/>
                </a:lnTo>
                <a:cubicBezTo>
                  <a:pt x="1614396" y="2764267"/>
                  <a:pt x="1572935" y="2733279"/>
                  <a:pt x="1532237" y="2702609"/>
                </a:cubicBezTo>
                <a:cubicBezTo>
                  <a:pt x="1264993" y="2506744"/>
                  <a:pt x="1272852" y="2500844"/>
                  <a:pt x="1076370" y="2360092"/>
                </a:cubicBezTo>
                <a:cubicBezTo>
                  <a:pt x="879888" y="2219340"/>
                  <a:pt x="837931" y="2200831"/>
                  <a:pt x="620504" y="2017576"/>
                </a:cubicBezTo>
                <a:lnTo>
                  <a:pt x="556242" y="1965106"/>
                </a:lnTo>
                <a:lnTo>
                  <a:pt x="496177" y="1924162"/>
                </a:lnTo>
                <a:cubicBezTo>
                  <a:pt x="251144" y="1770135"/>
                  <a:pt x="175216" y="1716098"/>
                  <a:pt x="19589" y="1566077"/>
                </a:cubicBezTo>
                <a:cubicBezTo>
                  <a:pt x="5000" y="1362649"/>
                  <a:pt x="-352" y="1241715"/>
                  <a:pt x="19589" y="1050149"/>
                </a:cubicBezTo>
                <a:lnTo>
                  <a:pt x="20805" y="1036953"/>
                </a:lnTo>
                <a:lnTo>
                  <a:pt x="22859" y="988520"/>
                </a:lnTo>
                <a:cubicBezTo>
                  <a:pt x="26880" y="824936"/>
                  <a:pt x="8168" y="764194"/>
                  <a:pt x="19589" y="565177"/>
                </a:cubicBezTo>
                <a:lnTo>
                  <a:pt x="20810" y="530201"/>
                </a:lnTo>
                <a:lnTo>
                  <a:pt x="19589" y="503265"/>
                </a:lnTo>
                <a:cubicBezTo>
                  <a:pt x="7728" y="233212"/>
                  <a:pt x="7983" y="190630"/>
                  <a:pt x="19589" y="18293"/>
                </a:cubicBezTo>
                <a:cubicBezTo>
                  <a:pt x="275694" y="-7172"/>
                  <a:pt x="328618" y="-4272"/>
                  <a:pt x="551717" y="18293"/>
                </a:cubicBezTo>
                <a:lnTo>
                  <a:pt x="572050" y="19962"/>
                </a:lnTo>
                <a:lnTo>
                  <a:pt x="629590" y="18293"/>
                </a:lnTo>
                <a:cubicBezTo>
                  <a:pt x="884590" y="10225"/>
                  <a:pt x="897365" y="-840"/>
                  <a:pt x="1074537" y="11496"/>
                </a:cubicBezTo>
                <a:lnTo>
                  <a:pt x="1111664" y="14391"/>
                </a:lnTo>
                <a:lnTo>
                  <a:pt x="1142379" y="10082"/>
                </a:lnTo>
                <a:cubicBezTo>
                  <a:pt x="1210646" y="3114"/>
                  <a:pt x="1305926" y="-155"/>
                  <a:pt x="1408477" y="5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5A99A3ED-594D-4A69-9B9A-34AC11E4C6DD}"/>
              </a:ext>
            </a:extLst>
          </p:cNvPr>
          <p:cNvSpPr/>
          <p:nvPr/>
        </p:nvSpPr>
        <p:spPr>
          <a:xfrm rot="7868018">
            <a:off x="10336402" y="5647875"/>
            <a:ext cx="1615230" cy="1266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9763431-558E-4792-A111-0F674DE34CBE}"/>
              </a:ext>
            </a:extLst>
          </p:cNvPr>
          <p:cNvGrpSpPr/>
          <p:nvPr/>
        </p:nvGrpSpPr>
        <p:grpSpPr>
          <a:xfrm>
            <a:off x="8060015" y="-57454"/>
            <a:ext cx="3893623" cy="7252005"/>
            <a:chOff x="8060015" y="-57454"/>
            <a:chExt cx="3893623" cy="7252005"/>
          </a:xfrm>
        </p:grpSpPr>
        <p:sp>
          <p:nvSpPr>
            <p:cNvPr id="77" name="Forma libre: forma 76">
              <a:extLst>
                <a:ext uri="{FF2B5EF4-FFF2-40B4-BE49-F238E27FC236}">
                  <a16:creationId xmlns:a16="http://schemas.microsoft.com/office/drawing/2014/main" id="{1FC9E4A1-A70C-4D8E-A572-4F33894906F2}"/>
                </a:ext>
              </a:extLst>
            </p:cNvPr>
            <p:cNvSpPr/>
            <p:nvPr/>
          </p:nvSpPr>
          <p:spPr>
            <a:xfrm>
              <a:off x="8060016" y="-57454"/>
              <a:ext cx="3893622" cy="3104677"/>
            </a:xfrm>
            <a:custGeom>
              <a:avLst/>
              <a:gdLst>
                <a:gd name="connsiteX0" fmla="*/ 0 w 3893622"/>
                <a:gd name="connsiteY0" fmla="*/ 0 h 3104677"/>
                <a:gd name="connsiteX1" fmla="*/ 610001 w 3893622"/>
                <a:gd name="connsiteY1" fmla="*/ 0 h 3104677"/>
                <a:gd name="connsiteX2" fmla="*/ 1142129 w 3893622"/>
                <a:gd name="connsiteY2" fmla="*/ 0 h 3104677"/>
                <a:gd name="connsiteX3" fmla="*/ 1674257 w 3893622"/>
                <a:gd name="connsiteY3" fmla="*/ 0 h 3104677"/>
                <a:gd name="connsiteX4" fmla="*/ 2323194 w 3893622"/>
                <a:gd name="connsiteY4" fmla="*/ 0 h 3104677"/>
                <a:gd name="connsiteX5" fmla="*/ 3011068 w 3893622"/>
                <a:gd name="connsiteY5" fmla="*/ 0 h 3104677"/>
                <a:gd name="connsiteX6" fmla="*/ 3893622 w 3893622"/>
                <a:gd name="connsiteY6" fmla="*/ 0 h 3104677"/>
                <a:gd name="connsiteX7" fmla="*/ 3893622 w 3893622"/>
                <a:gd name="connsiteY7" fmla="*/ 683029 h 3104677"/>
                <a:gd name="connsiteX8" fmla="*/ 3893622 w 3893622"/>
                <a:gd name="connsiteY8" fmla="*/ 1210824 h 3104677"/>
                <a:gd name="connsiteX9" fmla="*/ 3893622 w 3893622"/>
                <a:gd name="connsiteY9" fmla="*/ 1800713 h 3104677"/>
                <a:gd name="connsiteX10" fmla="*/ 3893622 w 3893622"/>
                <a:gd name="connsiteY10" fmla="*/ 2328508 h 3104677"/>
                <a:gd name="connsiteX11" fmla="*/ 3893622 w 3893622"/>
                <a:gd name="connsiteY11" fmla="*/ 3104677 h 3104677"/>
                <a:gd name="connsiteX12" fmla="*/ 3322885 w 3893622"/>
                <a:gd name="connsiteY12" fmla="*/ 3104677 h 3104677"/>
                <a:gd name="connsiteX13" fmla="*/ 2715717 w 3893622"/>
                <a:gd name="connsiteY13" fmla="*/ 3104677 h 3104677"/>
                <a:gd name="connsiteX14" fmla="*/ 2072120 w 3893622"/>
                <a:gd name="connsiteY14" fmla="*/ 3104677 h 3104677"/>
                <a:gd name="connsiteX15" fmla="*/ 1512648 w 3893622"/>
                <a:gd name="connsiteY15" fmla="*/ 2684316 h 3104677"/>
                <a:gd name="connsiteX16" fmla="*/ 1036060 w 3893622"/>
                <a:gd name="connsiteY16" fmla="*/ 2326231 h 3104677"/>
                <a:gd name="connsiteX17" fmla="*/ 476588 w 3893622"/>
                <a:gd name="connsiteY17" fmla="*/ 1905869 h 3104677"/>
                <a:gd name="connsiteX18" fmla="*/ 0 w 3893622"/>
                <a:gd name="connsiteY18" fmla="*/ 1547784 h 3104677"/>
                <a:gd name="connsiteX19" fmla="*/ 0 w 3893622"/>
                <a:gd name="connsiteY19" fmla="*/ 1047334 h 3104677"/>
                <a:gd name="connsiteX20" fmla="*/ 0 w 3893622"/>
                <a:gd name="connsiteY20" fmla="*/ 546884 h 3104677"/>
                <a:gd name="connsiteX21" fmla="*/ 0 w 3893622"/>
                <a:gd name="connsiteY21" fmla="*/ 0 h 310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3622" h="3104677" fill="none" extrusionOk="0">
                  <a:moveTo>
                    <a:pt x="0" y="0"/>
                  </a:moveTo>
                  <a:cubicBezTo>
                    <a:pt x="206994" y="7144"/>
                    <a:pt x="318573" y="9221"/>
                    <a:pt x="610001" y="0"/>
                  </a:cubicBezTo>
                  <a:cubicBezTo>
                    <a:pt x="901429" y="-9221"/>
                    <a:pt x="876483" y="-22356"/>
                    <a:pt x="1142129" y="0"/>
                  </a:cubicBezTo>
                  <a:cubicBezTo>
                    <a:pt x="1407775" y="22356"/>
                    <a:pt x="1439210" y="-11787"/>
                    <a:pt x="1674257" y="0"/>
                  </a:cubicBezTo>
                  <a:cubicBezTo>
                    <a:pt x="1909304" y="11787"/>
                    <a:pt x="2132627" y="-31595"/>
                    <a:pt x="2323194" y="0"/>
                  </a:cubicBezTo>
                  <a:cubicBezTo>
                    <a:pt x="2513761" y="31595"/>
                    <a:pt x="2693651" y="25226"/>
                    <a:pt x="3011068" y="0"/>
                  </a:cubicBezTo>
                  <a:cubicBezTo>
                    <a:pt x="3328485" y="-25226"/>
                    <a:pt x="3490559" y="40152"/>
                    <a:pt x="3893622" y="0"/>
                  </a:cubicBezTo>
                  <a:cubicBezTo>
                    <a:pt x="3902797" y="237693"/>
                    <a:pt x="3885436" y="389507"/>
                    <a:pt x="3893622" y="683029"/>
                  </a:cubicBezTo>
                  <a:cubicBezTo>
                    <a:pt x="3901808" y="976551"/>
                    <a:pt x="3917614" y="1102857"/>
                    <a:pt x="3893622" y="1210824"/>
                  </a:cubicBezTo>
                  <a:cubicBezTo>
                    <a:pt x="3869630" y="1318792"/>
                    <a:pt x="3881368" y="1628176"/>
                    <a:pt x="3893622" y="1800713"/>
                  </a:cubicBezTo>
                  <a:cubicBezTo>
                    <a:pt x="3905876" y="1973250"/>
                    <a:pt x="3876428" y="2220419"/>
                    <a:pt x="3893622" y="2328508"/>
                  </a:cubicBezTo>
                  <a:cubicBezTo>
                    <a:pt x="3910816" y="2436597"/>
                    <a:pt x="3929606" y="2921315"/>
                    <a:pt x="3893622" y="3104677"/>
                  </a:cubicBezTo>
                  <a:cubicBezTo>
                    <a:pt x="3682374" y="3107346"/>
                    <a:pt x="3489180" y="3090031"/>
                    <a:pt x="3322885" y="3104677"/>
                  </a:cubicBezTo>
                  <a:cubicBezTo>
                    <a:pt x="3156590" y="3119323"/>
                    <a:pt x="2873074" y="3117040"/>
                    <a:pt x="2715717" y="3104677"/>
                  </a:cubicBezTo>
                  <a:cubicBezTo>
                    <a:pt x="2558360" y="3092314"/>
                    <a:pt x="2266534" y="3093676"/>
                    <a:pt x="2072120" y="3104677"/>
                  </a:cubicBezTo>
                  <a:cubicBezTo>
                    <a:pt x="1850445" y="2934757"/>
                    <a:pt x="1675439" y="2806995"/>
                    <a:pt x="1512648" y="2684316"/>
                  </a:cubicBezTo>
                  <a:cubicBezTo>
                    <a:pt x="1349857" y="2561637"/>
                    <a:pt x="1181992" y="2430020"/>
                    <a:pt x="1036060" y="2326231"/>
                  </a:cubicBezTo>
                  <a:cubicBezTo>
                    <a:pt x="890128" y="2222442"/>
                    <a:pt x="721621" y="2059896"/>
                    <a:pt x="476588" y="1905869"/>
                  </a:cubicBezTo>
                  <a:cubicBezTo>
                    <a:pt x="231555" y="1751842"/>
                    <a:pt x="155627" y="1697805"/>
                    <a:pt x="0" y="1547784"/>
                  </a:cubicBezTo>
                  <a:cubicBezTo>
                    <a:pt x="11131" y="1333370"/>
                    <a:pt x="-13252" y="1273492"/>
                    <a:pt x="0" y="1047334"/>
                  </a:cubicBezTo>
                  <a:cubicBezTo>
                    <a:pt x="13252" y="821176"/>
                    <a:pt x="-13053" y="774332"/>
                    <a:pt x="0" y="546884"/>
                  </a:cubicBezTo>
                  <a:cubicBezTo>
                    <a:pt x="13053" y="319436"/>
                    <a:pt x="1022" y="138879"/>
                    <a:pt x="0" y="0"/>
                  </a:cubicBezTo>
                  <a:close/>
                </a:path>
                <a:path w="3893622" h="3104677" stroke="0" extrusionOk="0">
                  <a:moveTo>
                    <a:pt x="0" y="0"/>
                  </a:moveTo>
                  <a:cubicBezTo>
                    <a:pt x="256105" y="-25465"/>
                    <a:pt x="309029" y="-22565"/>
                    <a:pt x="532128" y="0"/>
                  </a:cubicBezTo>
                  <a:cubicBezTo>
                    <a:pt x="755227" y="22565"/>
                    <a:pt x="936081" y="25237"/>
                    <a:pt x="1064257" y="0"/>
                  </a:cubicBezTo>
                  <a:cubicBezTo>
                    <a:pt x="1192433" y="-25237"/>
                    <a:pt x="1559492" y="-23532"/>
                    <a:pt x="1791066" y="0"/>
                  </a:cubicBezTo>
                  <a:cubicBezTo>
                    <a:pt x="2022640" y="23532"/>
                    <a:pt x="2128837" y="1433"/>
                    <a:pt x="2323194" y="0"/>
                  </a:cubicBezTo>
                  <a:cubicBezTo>
                    <a:pt x="2517551" y="-1433"/>
                    <a:pt x="2715682" y="-17903"/>
                    <a:pt x="2894259" y="0"/>
                  </a:cubicBezTo>
                  <a:cubicBezTo>
                    <a:pt x="3072837" y="17903"/>
                    <a:pt x="3499997" y="38976"/>
                    <a:pt x="3893622" y="0"/>
                  </a:cubicBezTo>
                  <a:cubicBezTo>
                    <a:pt x="3921722" y="312781"/>
                    <a:pt x="3912778" y="392328"/>
                    <a:pt x="3893622" y="651982"/>
                  </a:cubicBezTo>
                  <a:cubicBezTo>
                    <a:pt x="3874466" y="911636"/>
                    <a:pt x="3903459" y="1140906"/>
                    <a:pt x="3893622" y="1335011"/>
                  </a:cubicBezTo>
                  <a:cubicBezTo>
                    <a:pt x="3883785" y="1529116"/>
                    <a:pt x="3892267" y="1703923"/>
                    <a:pt x="3893622" y="1862806"/>
                  </a:cubicBezTo>
                  <a:cubicBezTo>
                    <a:pt x="3894977" y="2021690"/>
                    <a:pt x="3912151" y="2181969"/>
                    <a:pt x="3893622" y="2483742"/>
                  </a:cubicBezTo>
                  <a:cubicBezTo>
                    <a:pt x="3875093" y="2785515"/>
                    <a:pt x="3904603" y="2819734"/>
                    <a:pt x="3893622" y="3104677"/>
                  </a:cubicBezTo>
                  <a:cubicBezTo>
                    <a:pt x="3777651" y="3117241"/>
                    <a:pt x="3500214" y="3089893"/>
                    <a:pt x="3322885" y="3104677"/>
                  </a:cubicBezTo>
                  <a:cubicBezTo>
                    <a:pt x="3145556" y="3119461"/>
                    <a:pt x="2897446" y="3090397"/>
                    <a:pt x="2733932" y="3104677"/>
                  </a:cubicBezTo>
                  <a:cubicBezTo>
                    <a:pt x="2570418" y="3118957"/>
                    <a:pt x="2221699" y="3071771"/>
                    <a:pt x="2072120" y="3104677"/>
                  </a:cubicBezTo>
                  <a:cubicBezTo>
                    <a:pt x="1793382" y="2907182"/>
                    <a:pt x="1779892" y="2880181"/>
                    <a:pt x="1512648" y="2684316"/>
                  </a:cubicBezTo>
                  <a:cubicBezTo>
                    <a:pt x="1245404" y="2488451"/>
                    <a:pt x="1253263" y="2482551"/>
                    <a:pt x="1056781" y="2341799"/>
                  </a:cubicBezTo>
                  <a:cubicBezTo>
                    <a:pt x="860299" y="2201047"/>
                    <a:pt x="818342" y="2182538"/>
                    <a:pt x="600915" y="1999283"/>
                  </a:cubicBezTo>
                  <a:cubicBezTo>
                    <a:pt x="383488" y="1816028"/>
                    <a:pt x="152756" y="1646192"/>
                    <a:pt x="0" y="1547784"/>
                  </a:cubicBezTo>
                  <a:cubicBezTo>
                    <a:pt x="-14589" y="1344356"/>
                    <a:pt x="-19941" y="1223422"/>
                    <a:pt x="0" y="1031856"/>
                  </a:cubicBezTo>
                  <a:cubicBezTo>
                    <a:pt x="19941" y="840290"/>
                    <a:pt x="11861" y="755025"/>
                    <a:pt x="0" y="484972"/>
                  </a:cubicBezTo>
                  <a:cubicBezTo>
                    <a:pt x="-11861" y="214919"/>
                    <a:pt x="-11606" y="172337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43140697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78" name="Forma libre: forma 77">
              <a:extLst>
                <a:ext uri="{FF2B5EF4-FFF2-40B4-BE49-F238E27FC236}">
                  <a16:creationId xmlns:a16="http://schemas.microsoft.com/office/drawing/2014/main" id="{1A1EE74A-2E88-4FC2-A8DD-CA26AB8D4B77}"/>
                </a:ext>
              </a:extLst>
            </p:cNvPr>
            <p:cNvSpPr/>
            <p:nvPr/>
          </p:nvSpPr>
          <p:spPr>
            <a:xfrm rot="5400000">
              <a:off x="8472991" y="3721313"/>
              <a:ext cx="3985432" cy="2961044"/>
            </a:xfrm>
            <a:custGeom>
              <a:avLst/>
              <a:gdLst>
                <a:gd name="connsiteX0" fmla="*/ 0 w 3985432"/>
                <a:gd name="connsiteY0" fmla="*/ 0 h 2961044"/>
                <a:gd name="connsiteX1" fmla="*/ 624384 w 3985432"/>
                <a:gd name="connsiteY1" fmla="*/ 0 h 2961044"/>
                <a:gd name="connsiteX2" fmla="*/ 1169060 w 3985432"/>
                <a:gd name="connsiteY2" fmla="*/ 0 h 2961044"/>
                <a:gd name="connsiteX3" fmla="*/ 1833299 w 3985432"/>
                <a:gd name="connsiteY3" fmla="*/ 0 h 2961044"/>
                <a:gd name="connsiteX4" fmla="*/ 2537392 w 3985432"/>
                <a:gd name="connsiteY4" fmla="*/ 0 h 2961044"/>
                <a:gd name="connsiteX5" fmla="*/ 3201630 w 3985432"/>
                <a:gd name="connsiteY5" fmla="*/ 0 h 2961044"/>
                <a:gd name="connsiteX6" fmla="*/ 3985432 w 3985432"/>
                <a:gd name="connsiteY6" fmla="*/ 0 h 2961044"/>
                <a:gd name="connsiteX7" fmla="*/ 3985432 w 3985432"/>
                <a:gd name="connsiteY7" fmla="*/ 621819 h 2961044"/>
                <a:gd name="connsiteX8" fmla="*/ 3985432 w 3985432"/>
                <a:gd name="connsiteY8" fmla="*/ 1273249 h 2961044"/>
                <a:gd name="connsiteX9" fmla="*/ 3985432 w 3985432"/>
                <a:gd name="connsiteY9" fmla="*/ 1865458 h 2961044"/>
                <a:gd name="connsiteX10" fmla="*/ 3985432 w 3985432"/>
                <a:gd name="connsiteY10" fmla="*/ 2961044 h 2961044"/>
                <a:gd name="connsiteX11" fmla="*/ 3363948 w 3985432"/>
                <a:gd name="connsiteY11" fmla="*/ 2961044 h 2961044"/>
                <a:gd name="connsiteX12" fmla="*/ 2761108 w 3985432"/>
                <a:gd name="connsiteY12" fmla="*/ 2961044 h 2961044"/>
                <a:gd name="connsiteX13" fmla="*/ 2120979 w 3985432"/>
                <a:gd name="connsiteY13" fmla="*/ 2961044 h 2961044"/>
                <a:gd name="connsiteX14" fmla="*/ 1611944 w 3985432"/>
                <a:gd name="connsiteY14" fmla="*/ 2604676 h 2961044"/>
                <a:gd name="connsiteX15" fmla="*/ 1039280 w 3985432"/>
                <a:gd name="connsiteY15" fmla="*/ 2203763 h 2961044"/>
                <a:gd name="connsiteX16" fmla="*/ 509035 w 3985432"/>
                <a:gd name="connsiteY16" fmla="*/ 1832547 h 2961044"/>
                <a:gd name="connsiteX17" fmla="*/ 0 w 3985432"/>
                <a:gd name="connsiteY17" fmla="*/ 1476179 h 2961044"/>
                <a:gd name="connsiteX18" fmla="*/ 0 w 3985432"/>
                <a:gd name="connsiteY18" fmla="*/ 1013643 h 2961044"/>
                <a:gd name="connsiteX19" fmla="*/ 0 w 3985432"/>
                <a:gd name="connsiteY19" fmla="*/ 521583 h 2961044"/>
                <a:gd name="connsiteX20" fmla="*/ 0 w 3985432"/>
                <a:gd name="connsiteY20" fmla="*/ 0 h 296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5432" h="2961044" fill="none" extrusionOk="0">
                  <a:moveTo>
                    <a:pt x="0" y="0"/>
                  </a:moveTo>
                  <a:cubicBezTo>
                    <a:pt x="217404" y="-26858"/>
                    <a:pt x="421391" y="-5829"/>
                    <a:pt x="624384" y="0"/>
                  </a:cubicBezTo>
                  <a:cubicBezTo>
                    <a:pt x="827377" y="5829"/>
                    <a:pt x="958431" y="-11829"/>
                    <a:pt x="1169060" y="0"/>
                  </a:cubicBezTo>
                  <a:cubicBezTo>
                    <a:pt x="1379689" y="11829"/>
                    <a:pt x="1528378" y="-21723"/>
                    <a:pt x="1833299" y="0"/>
                  </a:cubicBezTo>
                  <a:cubicBezTo>
                    <a:pt x="2138220" y="21723"/>
                    <a:pt x="2216482" y="-16566"/>
                    <a:pt x="2537392" y="0"/>
                  </a:cubicBezTo>
                  <a:cubicBezTo>
                    <a:pt x="2858302" y="16566"/>
                    <a:pt x="3021631" y="13591"/>
                    <a:pt x="3201630" y="0"/>
                  </a:cubicBezTo>
                  <a:cubicBezTo>
                    <a:pt x="3381629" y="-13591"/>
                    <a:pt x="3680248" y="-14496"/>
                    <a:pt x="3985432" y="0"/>
                  </a:cubicBezTo>
                  <a:cubicBezTo>
                    <a:pt x="3985816" y="249245"/>
                    <a:pt x="3999594" y="430925"/>
                    <a:pt x="3985432" y="621819"/>
                  </a:cubicBezTo>
                  <a:cubicBezTo>
                    <a:pt x="3971270" y="812713"/>
                    <a:pt x="4001119" y="1021721"/>
                    <a:pt x="3985432" y="1273249"/>
                  </a:cubicBezTo>
                  <a:cubicBezTo>
                    <a:pt x="3969746" y="1524777"/>
                    <a:pt x="3957294" y="1633275"/>
                    <a:pt x="3985432" y="1865458"/>
                  </a:cubicBezTo>
                  <a:cubicBezTo>
                    <a:pt x="4013570" y="2097641"/>
                    <a:pt x="4034125" y="2636669"/>
                    <a:pt x="3985432" y="2961044"/>
                  </a:cubicBezTo>
                  <a:cubicBezTo>
                    <a:pt x="3685407" y="2936510"/>
                    <a:pt x="3644655" y="2947967"/>
                    <a:pt x="3363948" y="2961044"/>
                  </a:cubicBezTo>
                  <a:cubicBezTo>
                    <a:pt x="3083241" y="2974121"/>
                    <a:pt x="3046685" y="2955003"/>
                    <a:pt x="2761108" y="2961044"/>
                  </a:cubicBezTo>
                  <a:cubicBezTo>
                    <a:pt x="2475531" y="2967085"/>
                    <a:pt x="2439600" y="2938359"/>
                    <a:pt x="2120979" y="2961044"/>
                  </a:cubicBezTo>
                  <a:cubicBezTo>
                    <a:pt x="1902656" y="2821959"/>
                    <a:pt x="1748362" y="2673471"/>
                    <a:pt x="1611944" y="2604676"/>
                  </a:cubicBezTo>
                  <a:cubicBezTo>
                    <a:pt x="1475526" y="2535881"/>
                    <a:pt x="1240637" y="2306176"/>
                    <a:pt x="1039280" y="2203763"/>
                  </a:cubicBezTo>
                  <a:cubicBezTo>
                    <a:pt x="837923" y="2101350"/>
                    <a:pt x="627670" y="1932359"/>
                    <a:pt x="509035" y="1832547"/>
                  </a:cubicBezTo>
                  <a:cubicBezTo>
                    <a:pt x="390400" y="1732735"/>
                    <a:pt x="233874" y="1613469"/>
                    <a:pt x="0" y="1476179"/>
                  </a:cubicBezTo>
                  <a:cubicBezTo>
                    <a:pt x="-2893" y="1378085"/>
                    <a:pt x="-19318" y="1208287"/>
                    <a:pt x="0" y="1013643"/>
                  </a:cubicBezTo>
                  <a:cubicBezTo>
                    <a:pt x="19318" y="818999"/>
                    <a:pt x="18966" y="631121"/>
                    <a:pt x="0" y="521583"/>
                  </a:cubicBezTo>
                  <a:cubicBezTo>
                    <a:pt x="-18966" y="412045"/>
                    <a:pt x="-22969" y="127229"/>
                    <a:pt x="0" y="0"/>
                  </a:cubicBezTo>
                  <a:close/>
                </a:path>
                <a:path w="3985432" h="2961044" stroke="0" extrusionOk="0">
                  <a:moveTo>
                    <a:pt x="0" y="0"/>
                  </a:moveTo>
                  <a:cubicBezTo>
                    <a:pt x="142614" y="33932"/>
                    <a:pt x="371515" y="35060"/>
                    <a:pt x="704093" y="0"/>
                  </a:cubicBezTo>
                  <a:cubicBezTo>
                    <a:pt x="1036671" y="-35060"/>
                    <a:pt x="1182328" y="435"/>
                    <a:pt x="1368332" y="0"/>
                  </a:cubicBezTo>
                  <a:cubicBezTo>
                    <a:pt x="1554336" y="-435"/>
                    <a:pt x="1918271" y="30689"/>
                    <a:pt x="2112279" y="0"/>
                  </a:cubicBezTo>
                  <a:cubicBezTo>
                    <a:pt x="2306287" y="-30689"/>
                    <a:pt x="2454956" y="25299"/>
                    <a:pt x="2776518" y="0"/>
                  </a:cubicBezTo>
                  <a:cubicBezTo>
                    <a:pt x="3098080" y="-25299"/>
                    <a:pt x="3217883" y="2736"/>
                    <a:pt x="3361048" y="0"/>
                  </a:cubicBezTo>
                  <a:cubicBezTo>
                    <a:pt x="3504213" y="-2736"/>
                    <a:pt x="3703786" y="-13429"/>
                    <a:pt x="3985432" y="0"/>
                  </a:cubicBezTo>
                  <a:cubicBezTo>
                    <a:pt x="3998860" y="188818"/>
                    <a:pt x="3971716" y="354927"/>
                    <a:pt x="3985432" y="592209"/>
                  </a:cubicBezTo>
                  <a:cubicBezTo>
                    <a:pt x="3999148" y="829491"/>
                    <a:pt x="3984996" y="978329"/>
                    <a:pt x="3985432" y="1214028"/>
                  </a:cubicBezTo>
                  <a:cubicBezTo>
                    <a:pt x="3985868" y="1449727"/>
                    <a:pt x="4002650" y="1725601"/>
                    <a:pt x="3985432" y="1865458"/>
                  </a:cubicBezTo>
                  <a:cubicBezTo>
                    <a:pt x="3968215" y="2005315"/>
                    <a:pt x="3997594" y="2252180"/>
                    <a:pt x="3985432" y="2368835"/>
                  </a:cubicBezTo>
                  <a:cubicBezTo>
                    <a:pt x="3973270" y="2485490"/>
                    <a:pt x="3968734" y="2779661"/>
                    <a:pt x="3985432" y="2961044"/>
                  </a:cubicBezTo>
                  <a:cubicBezTo>
                    <a:pt x="3838227" y="2954055"/>
                    <a:pt x="3679403" y="2957160"/>
                    <a:pt x="3401237" y="2961044"/>
                  </a:cubicBezTo>
                  <a:cubicBezTo>
                    <a:pt x="3123072" y="2964928"/>
                    <a:pt x="3015828" y="2960272"/>
                    <a:pt x="2817041" y="2961044"/>
                  </a:cubicBezTo>
                  <a:cubicBezTo>
                    <a:pt x="2618254" y="2961816"/>
                    <a:pt x="2341580" y="2960950"/>
                    <a:pt x="2120979" y="2961044"/>
                  </a:cubicBezTo>
                  <a:cubicBezTo>
                    <a:pt x="1952704" y="2856773"/>
                    <a:pt x="1791397" y="2751917"/>
                    <a:pt x="1654364" y="2634374"/>
                  </a:cubicBezTo>
                  <a:cubicBezTo>
                    <a:pt x="1517331" y="2516831"/>
                    <a:pt x="1274675" y="2402773"/>
                    <a:pt x="1102909" y="2248309"/>
                  </a:cubicBezTo>
                  <a:cubicBezTo>
                    <a:pt x="931143" y="2093845"/>
                    <a:pt x="707798" y="1961417"/>
                    <a:pt x="551455" y="1862244"/>
                  </a:cubicBezTo>
                  <a:cubicBezTo>
                    <a:pt x="395112" y="1763071"/>
                    <a:pt x="165119" y="1573934"/>
                    <a:pt x="0" y="1476179"/>
                  </a:cubicBezTo>
                  <a:cubicBezTo>
                    <a:pt x="15039" y="1359062"/>
                    <a:pt x="-15868" y="1119947"/>
                    <a:pt x="0" y="1028405"/>
                  </a:cubicBezTo>
                  <a:cubicBezTo>
                    <a:pt x="15868" y="936863"/>
                    <a:pt x="9007" y="700132"/>
                    <a:pt x="0" y="580630"/>
                  </a:cubicBezTo>
                  <a:cubicBezTo>
                    <a:pt x="-9007" y="461128"/>
                    <a:pt x="-13735" y="174381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47508872">
                    <a:custGeom>
                      <a:avLst/>
                      <a:gdLst>
                        <a:gd name="connsiteX0" fmla="*/ 0 w 3893622"/>
                        <a:gd name="connsiteY0" fmla="*/ 0 h 2961044"/>
                        <a:gd name="connsiteX1" fmla="*/ 3893622 w 3893622"/>
                        <a:gd name="connsiteY1" fmla="*/ 0 h 2961044"/>
                        <a:gd name="connsiteX2" fmla="*/ 3893622 w 3893622"/>
                        <a:gd name="connsiteY2" fmla="*/ 2961044 h 2961044"/>
                        <a:gd name="connsiteX3" fmla="*/ 2072120 w 3893622"/>
                        <a:gd name="connsiteY3" fmla="*/ 2961044 h 2961044"/>
                        <a:gd name="connsiteX4" fmla="*/ 0 w 3893622"/>
                        <a:gd name="connsiteY4" fmla="*/ 1476179 h 29610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93622" h="2961044">
                          <a:moveTo>
                            <a:pt x="0" y="0"/>
                          </a:moveTo>
                          <a:lnTo>
                            <a:pt x="3893622" y="0"/>
                          </a:lnTo>
                          <a:lnTo>
                            <a:pt x="3893622" y="2961044"/>
                          </a:lnTo>
                          <a:lnTo>
                            <a:pt x="2072120" y="2961044"/>
                          </a:lnTo>
                          <a:lnTo>
                            <a:pt x="0" y="1476179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  <p:sp>
          <p:nvSpPr>
            <p:cNvPr id="84" name="Forma libre: forma 83">
              <a:extLst>
                <a:ext uri="{FF2B5EF4-FFF2-40B4-BE49-F238E27FC236}">
                  <a16:creationId xmlns:a16="http://schemas.microsoft.com/office/drawing/2014/main" id="{8EDAEC0F-C677-4FD2-A45C-477E1E4A5A42}"/>
                </a:ext>
              </a:extLst>
            </p:cNvPr>
            <p:cNvSpPr/>
            <p:nvPr/>
          </p:nvSpPr>
          <p:spPr>
            <a:xfrm rot="10800000">
              <a:off x="8060015" y="1732910"/>
              <a:ext cx="2045222" cy="4881652"/>
            </a:xfrm>
            <a:custGeom>
              <a:avLst/>
              <a:gdLst>
                <a:gd name="connsiteX0" fmla="*/ 2045222 w 2045222"/>
                <a:gd name="connsiteY0" fmla="*/ 4881652 h 4881652"/>
                <a:gd name="connsiteX1" fmla="*/ 1533917 w 2045222"/>
                <a:gd name="connsiteY1" fmla="*/ 4495519 h 4881652"/>
                <a:gd name="connsiteX2" fmla="*/ 1063515 w 2045222"/>
                <a:gd name="connsiteY2" fmla="*/ 4140276 h 4881652"/>
                <a:gd name="connsiteX3" fmla="*/ 572662 w 2045222"/>
                <a:gd name="connsiteY3" fmla="*/ 3769588 h 4881652"/>
                <a:gd name="connsiteX4" fmla="*/ 0 w 2045222"/>
                <a:gd name="connsiteY4" fmla="*/ 3337118 h 4881652"/>
                <a:gd name="connsiteX5" fmla="*/ 0 w 2045222"/>
                <a:gd name="connsiteY5" fmla="*/ 3167192 h 4881652"/>
                <a:gd name="connsiteX6" fmla="*/ 336424 w 2045222"/>
                <a:gd name="connsiteY6" fmla="*/ 2677554 h 4881652"/>
                <a:gd name="connsiteX7" fmla="*/ 644283 w 2045222"/>
                <a:gd name="connsiteY7" fmla="*/ 2229489 h 4881652"/>
                <a:gd name="connsiteX8" fmla="*/ 952142 w 2045222"/>
                <a:gd name="connsiteY8" fmla="*/ 1781424 h 4881652"/>
                <a:gd name="connsiteX9" fmla="*/ 1288624 w 2045222"/>
                <a:gd name="connsiteY9" fmla="*/ 1781424 h 4881652"/>
                <a:gd name="connsiteX10" fmla="*/ 1288624 w 2045222"/>
                <a:gd name="connsiteY10" fmla="*/ 1187616 h 4881652"/>
                <a:gd name="connsiteX11" fmla="*/ 1288624 w 2045222"/>
                <a:gd name="connsiteY11" fmla="*/ 647251 h 4881652"/>
                <a:gd name="connsiteX12" fmla="*/ 1288624 w 2045222"/>
                <a:gd name="connsiteY12" fmla="*/ 0 h 4881652"/>
                <a:gd name="connsiteX13" fmla="*/ 1666923 w 2045222"/>
                <a:gd name="connsiteY13" fmla="*/ 0 h 4881652"/>
                <a:gd name="connsiteX14" fmla="*/ 2045222 w 2045222"/>
                <a:gd name="connsiteY14" fmla="*/ 0 h 4881652"/>
                <a:gd name="connsiteX15" fmla="*/ 2045222 w 2045222"/>
                <a:gd name="connsiteY15" fmla="*/ 575994 h 4881652"/>
                <a:gd name="connsiteX16" fmla="*/ 2045222 w 2045222"/>
                <a:gd name="connsiteY16" fmla="*/ 1205430 h 4881652"/>
                <a:gd name="connsiteX17" fmla="*/ 2045222 w 2045222"/>
                <a:gd name="connsiteY17" fmla="*/ 1781424 h 4881652"/>
                <a:gd name="connsiteX18" fmla="*/ 2045222 w 2045222"/>
                <a:gd name="connsiteY18" fmla="*/ 2252156 h 4881652"/>
                <a:gd name="connsiteX19" fmla="*/ 2045222 w 2045222"/>
                <a:gd name="connsiteY19" fmla="*/ 2883235 h 4881652"/>
                <a:gd name="connsiteX20" fmla="*/ 2045222 w 2045222"/>
                <a:gd name="connsiteY20" fmla="*/ 3540609 h 4881652"/>
                <a:gd name="connsiteX21" fmla="*/ 2045222 w 2045222"/>
                <a:gd name="connsiteY21" fmla="*/ 4250573 h 4881652"/>
                <a:gd name="connsiteX22" fmla="*/ 2045222 w 2045222"/>
                <a:gd name="connsiteY22" fmla="*/ 4881652 h 488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5222" h="4881652" fill="none" extrusionOk="0">
                  <a:moveTo>
                    <a:pt x="2045222" y="4881652"/>
                  </a:moveTo>
                  <a:cubicBezTo>
                    <a:pt x="1786462" y="4694638"/>
                    <a:pt x="1732978" y="4620672"/>
                    <a:pt x="1533917" y="4495519"/>
                  </a:cubicBezTo>
                  <a:cubicBezTo>
                    <a:pt x="1334856" y="4370366"/>
                    <a:pt x="1260005" y="4267986"/>
                    <a:pt x="1063515" y="4140276"/>
                  </a:cubicBezTo>
                  <a:cubicBezTo>
                    <a:pt x="867025" y="4012566"/>
                    <a:pt x="790175" y="3929370"/>
                    <a:pt x="572662" y="3769588"/>
                  </a:cubicBezTo>
                  <a:cubicBezTo>
                    <a:pt x="355149" y="3609806"/>
                    <a:pt x="246659" y="3493382"/>
                    <a:pt x="0" y="3337118"/>
                  </a:cubicBezTo>
                  <a:cubicBezTo>
                    <a:pt x="-2453" y="3301944"/>
                    <a:pt x="-4237" y="3233801"/>
                    <a:pt x="0" y="3167192"/>
                  </a:cubicBezTo>
                  <a:cubicBezTo>
                    <a:pt x="147644" y="2942347"/>
                    <a:pt x="252021" y="2774723"/>
                    <a:pt x="336424" y="2677554"/>
                  </a:cubicBezTo>
                  <a:cubicBezTo>
                    <a:pt x="420827" y="2580385"/>
                    <a:pt x="488229" y="2445845"/>
                    <a:pt x="644283" y="2229489"/>
                  </a:cubicBezTo>
                  <a:cubicBezTo>
                    <a:pt x="800337" y="2013133"/>
                    <a:pt x="831062" y="1926300"/>
                    <a:pt x="952142" y="1781424"/>
                  </a:cubicBezTo>
                  <a:cubicBezTo>
                    <a:pt x="1043603" y="1791511"/>
                    <a:pt x="1212533" y="1784553"/>
                    <a:pt x="1288624" y="1781424"/>
                  </a:cubicBezTo>
                  <a:cubicBezTo>
                    <a:pt x="1307288" y="1544595"/>
                    <a:pt x="1300874" y="1429205"/>
                    <a:pt x="1288624" y="1187616"/>
                  </a:cubicBezTo>
                  <a:cubicBezTo>
                    <a:pt x="1276374" y="946027"/>
                    <a:pt x="1295147" y="768422"/>
                    <a:pt x="1288624" y="647251"/>
                  </a:cubicBezTo>
                  <a:cubicBezTo>
                    <a:pt x="1282101" y="526081"/>
                    <a:pt x="1301889" y="259279"/>
                    <a:pt x="1288624" y="0"/>
                  </a:cubicBezTo>
                  <a:cubicBezTo>
                    <a:pt x="1389755" y="18110"/>
                    <a:pt x="1577672" y="-5"/>
                    <a:pt x="1666923" y="0"/>
                  </a:cubicBezTo>
                  <a:cubicBezTo>
                    <a:pt x="1756174" y="5"/>
                    <a:pt x="1857553" y="-4924"/>
                    <a:pt x="2045222" y="0"/>
                  </a:cubicBezTo>
                  <a:cubicBezTo>
                    <a:pt x="2043146" y="168633"/>
                    <a:pt x="2032263" y="419799"/>
                    <a:pt x="2045222" y="575994"/>
                  </a:cubicBezTo>
                  <a:cubicBezTo>
                    <a:pt x="2058181" y="732189"/>
                    <a:pt x="2050875" y="1077497"/>
                    <a:pt x="2045222" y="1205430"/>
                  </a:cubicBezTo>
                  <a:cubicBezTo>
                    <a:pt x="2039569" y="1333363"/>
                    <a:pt x="2029868" y="1498539"/>
                    <a:pt x="2045222" y="1781424"/>
                  </a:cubicBezTo>
                  <a:cubicBezTo>
                    <a:pt x="2023549" y="1994449"/>
                    <a:pt x="2033840" y="2053978"/>
                    <a:pt x="2045222" y="2252156"/>
                  </a:cubicBezTo>
                  <a:cubicBezTo>
                    <a:pt x="2022849" y="2442241"/>
                    <a:pt x="2029794" y="2713510"/>
                    <a:pt x="2045222" y="2883235"/>
                  </a:cubicBezTo>
                  <a:cubicBezTo>
                    <a:pt x="2060650" y="3052960"/>
                    <a:pt x="2041731" y="3318616"/>
                    <a:pt x="2045222" y="3540609"/>
                  </a:cubicBezTo>
                  <a:cubicBezTo>
                    <a:pt x="2048713" y="3762602"/>
                    <a:pt x="2063209" y="4068689"/>
                    <a:pt x="2045222" y="4250573"/>
                  </a:cubicBezTo>
                  <a:cubicBezTo>
                    <a:pt x="2027235" y="4432457"/>
                    <a:pt x="2076055" y="4672108"/>
                    <a:pt x="2045222" y="4881652"/>
                  </a:cubicBezTo>
                  <a:close/>
                </a:path>
                <a:path w="2045222" h="4881652" stroke="0" extrusionOk="0">
                  <a:moveTo>
                    <a:pt x="2045222" y="4881652"/>
                  </a:moveTo>
                  <a:cubicBezTo>
                    <a:pt x="1926590" y="4756955"/>
                    <a:pt x="1786434" y="4675519"/>
                    <a:pt x="1533917" y="4495519"/>
                  </a:cubicBezTo>
                  <a:cubicBezTo>
                    <a:pt x="1281400" y="4315519"/>
                    <a:pt x="1222959" y="4280129"/>
                    <a:pt x="1043063" y="4124830"/>
                  </a:cubicBezTo>
                  <a:cubicBezTo>
                    <a:pt x="863167" y="3969531"/>
                    <a:pt x="637941" y="3799305"/>
                    <a:pt x="490853" y="3707806"/>
                  </a:cubicBezTo>
                  <a:cubicBezTo>
                    <a:pt x="343765" y="3616307"/>
                    <a:pt x="157543" y="3448546"/>
                    <a:pt x="0" y="3337118"/>
                  </a:cubicBezTo>
                  <a:cubicBezTo>
                    <a:pt x="7434" y="3254294"/>
                    <a:pt x="2731" y="3229346"/>
                    <a:pt x="0" y="3167192"/>
                  </a:cubicBezTo>
                  <a:cubicBezTo>
                    <a:pt x="114716" y="3011594"/>
                    <a:pt x="180210" y="2920860"/>
                    <a:pt x="317381" y="2705269"/>
                  </a:cubicBezTo>
                  <a:cubicBezTo>
                    <a:pt x="454552" y="2489678"/>
                    <a:pt x="564102" y="2385009"/>
                    <a:pt x="644283" y="2229489"/>
                  </a:cubicBezTo>
                  <a:cubicBezTo>
                    <a:pt x="724463" y="2073969"/>
                    <a:pt x="843491" y="1980164"/>
                    <a:pt x="952142" y="1781424"/>
                  </a:cubicBezTo>
                  <a:cubicBezTo>
                    <a:pt x="1100755" y="1765694"/>
                    <a:pt x="1174476" y="1784011"/>
                    <a:pt x="1288624" y="1781424"/>
                  </a:cubicBezTo>
                  <a:cubicBezTo>
                    <a:pt x="1283991" y="1612472"/>
                    <a:pt x="1317708" y="1398105"/>
                    <a:pt x="1288624" y="1151988"/>
                  </a:cubicBezTo>
                  <a:cubicBezTo>
                    <a:pt x="1259540" y="905871"/>
                    <a:pt x="1296852" y="738010"/>
                    <a:pt x="1288624" y="593808"/>
                  </a:cubicBezTo>
                  <a:cubicBezTo>
                    <a:pt x="1280396" y="449606"/>
                    <a:pt x="1285238" y="156521"/>
                    <a:pt x="1288624" y="0"/>
                  </a:cubicBezTo>
                  <a:cubicBezTo>
                    <a:pt x="1413915" y="14139"/>
                    <a:pt x="1485880" y="-4661"/>
                    <a:pt x="1674489" y="0"/>
                  </a:cubicBezTo>
                  <a:cubicBezTo>
                    <a:pt x="1863098" y="4661"/>
                    <a:pt x="1968091" y="-7858"/>
                    <a:pt x="2045222" y="0"/>
                  </a:cubicBezTo>
                  <a:cubicBezTo>
                    <a:pt x="2034967" y="234105"/>
                    <a:pt x="2070483" y="311076"/>
                    <a:pt x="2045222" y="593808"/>
                  </a:cubicBezTo>
                  <a:cubicBezTo>
                    <a:pt x="2019961" y="876540"/>
                    <a:pt x="2047320" y="979229"/>
                    <a:pt x="2045222" y="1134173"/>
                  </a:cubicBezTo>
                  <a:cubicBezTo>
                    <a:pt x="2043124" y="1289117"/>
                    <a:pt x="2047530" y="1474688"/>
                    <a:pt x="2045222" y="1781424"/>
                  </a:cubicBezTo>
                  <a:cubicBezTo>
                    <a:pt x="2059569" y="1979953"/>
                    <a:pt x="2063096" y="2130675"/>
                    <a:pt x="2045222" y="2252156"/>
                  </a:cubicBezTo>
                  <a:cubicBezTo>
                    <a:pt x="2040152" y="2588347"/>
                    <a:pt x="2012377" y="2663695"/>
                    <a:pt x="2045222" y="2935825"/>
                  </a:cubicBezTo>
                  <a:cubicBezTo>
                    <a:pt x="2078067" y="3207955"/>
                    <a:pt x="2063633" y="3293990"/>
                    <a:pt x="2045222" y="3566904"/>
                  </a:cubicBezTo>
                  <a:cubicBezTo>
                    <a:pt x="2026811" y="3839818"/>
                    <a:pt x="2067687" y="4014388"/>
                    <a:pt x="2045222" y="4250573"/>
                  </a:cubicBezTo>
                  <a:cubicBezTo>
                    <a:pt x="2022757" y="4486758"/>
                    <a:pt x="2038033" y="4634222"/>
                    <a:pt x="2045222" y="488165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accent3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009698">
                    <a:custGeom>
                      <a:avLst/>
                      <a:gdLst>
                        <a:gd name="connsiteX0" fmla="*/ 2045222 w 2045222"/>
                        <a:gd name="connsiteY0" fmla="*/ 4632142 h 4632142"/>
                        <a:gd name="connsiteX1" fmla="*/ 0 w 2045222"/>
                        <a:gd name="connsiteY1" fmla="*/ 3166552 h 4632142"/>
                        <a:gd name="connsiteX2" fmla="*/ 0 w 2045222"/>
                        <a:gd name="connsiteY2" fmla="*/ 3005312 h 4632142"/>
                        <a:gd name="connsiteX3" fmla="*/ 952142 w 2045222"/>
                        <a:gd name="connsiteY3" fmla="*/ 1690373 h 4632142"/>
                        <a:gd name="connsiteX4" fmla="*/ 1288624 w 2045222"/>
                        <a:gd name="connsiteY4" fmla="*/ 1690373 h 4632142"/>
                        <a:gd name="connsiteX5" fmla="*/ 1288624 w 2045222"/>
                        <a:gd name="connsiteY5" fmla="*/ 0 h 4632142"/>
                        <a:gd name="connsiteX6" fmla="*/ 2045222 w 2045222"/>
                        <a:gd name="connsiteY6" fmla="*/ 0 h 4632142"/>
                        <a:gd name="connsiteX7" fmla="*/ 2045222 w 2045222"/>
                        <a:gd name="connsiteY7" fmla="*/ 1690373 h 4632142"/>
                        <a:gd name="connsiteX8" fmla="*/ 2045222 w 2045222"/>
                        <a:gd name="connsiteY8" fmla="*/ 2137045 h 46321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45222" h="4632142">
                          <a:moveTo>
                            <a:pt x="2045222" y="4632142"/>
                          </a:moveTo>
                          <a:lnTo>
                            <a:pt x="0" y="3166552"/>
                          </a:lnTo>
                          <a:lnTo>
                            <a:pt x="0" y="3005312"/>
                          </a:lnTo>
                          <a:lnTo>
                            <a:pt x="952142" y="1690373"/>
                          </a:lnTo>
                          <a:lnTo>
                            <a:pt x="1288624" y="1690373"/>
                          </a:lnTo>
                          <a:lnTo>
                            <a:pt x="1288624" y="0"/>
                          </a:lnTo>
                          <a:lnTo>
                            <a:pt x="2045222" y="0"/>
                          </a:lnTo>
                          <a:lnTo>
                            <a:pt x="2045222" y="1690373"/>
                          </a:lnTo>
                          <a:lnTo>
                            <a:pt x="2045222" y="2137045"/>
                          </a:lnTo>
                          <a:close/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90" name="Forma libre: forma 89">
            <a:hlinkClick r:id="rId2" action="ppaction://hlinksldjump"/>
            <a:extLst>
              <a:ext uri="{FF2B5EF4-FFF2-40B4-BE49-F238E27FC236}">
                <a16:creationId xmlns:a16="http://schemas.microsoft.com/office/drawing/2014/main" id="{F67BA0AF-8628-4C25-AB7B-6EB7EB32BDDE}"/>
              </a:ext>
            </a:extLst>
          </p:cNvPr>
          <p:cNvSpPr/>
          <p:nvPr/>
        </p:nvSpPr>
        <p:spPr>
          <a:xfrm>
            <a:off x="9361836" y="5719122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927247" y="146742"/>
                  <a:pt x="948027" y="172776"/>
                  <a:pt x="987499" y="310210"/>
                </a:cubicBezTo>
                <a:cubicBezTo>
                  <a:pt x="990188" y="310806"/>
                  <a:pt x="992665" y="312052"/>
                  <a:pt x="994861" y="312448"/>
                </a:cubicBezTo>
                <a:cubicBezTo>
                  <a:pt x="1078375" y="345708"/>
                  <a:pt x="1139396" y="421582"/>
                  <a:pt x="1210259" y="486204"/>
                </a:cubicBezTo>
                <a:cubicBezTo>
                  <a:pt x="1217157" y="504292"/>
                  <a:pt x="1235870" y="539091"/>
                  <a:pt x="1246419" y="551463"/>
                </a:cubicBezTo>
                <a:cubicBezTo>
                  <a:pt x="1419974" y="567120"/>
                  <a:pt x="1534707" y="536442"/>
                  <a:pt x="1743480" y="551460"/>
                </a:cubicBezTo>
                <a:cubicBezTo>
                  <a:pt x="1613953" y="638539"/>
                  <a:pt x="1411189" y="786802"/>
                  <a:pt x="1284896" y="841555"/>
                </a:cubicBezTo>
                <a:cubicBezTo>
                  <a:pt x="1284500" y="844557"/>
                  <a:pt x="1284179" y="847314"/>
                  <a:pt x="1283925" y="850996"/>
                </a:cubicBezTo>
                <a:cubicBezTo>
                  <a:pt x="1274003" y="883251"/>
                  <a:pt x="1264930" y="909294"/>
                  <a:pt x="1255398" y="941018"/>
                </a:cubicBezTo>
                <a:cubicBezTo>
                  <a:pt x="1249627" y="953935"/>
                  <a:pt x="1240966" y="967982"/>
                  <a:pt x="1235978" y="976067"/>
                </a:cubicBezTo>
                <a:cubicBezTo>
                  <a:pt x="1319319" y="1144199"/>
                  <a:pt x="1355744" y="1259815"/>
                  <a:pt x="1410505" y="1443741"/>
                </a:cubicBezTo>
                <a:cubicBezTo>
                  <a:pt x="1217708" y="1337659"/>
                  <a:pt x="1177044" y="1268562"/>
                  <a:pt x="1008119" y="1189189"/>
                </a:cubicBezTo>
                <a:cubicBezTo>
                  <a:pt x="1002697" y="1191547"/>
                  <a:pt x="1000223" y="1192800"/>
                  <a:pt x="994861" y="1196238"/>
                </a:cubicBezTo>
                <a:cubicBezTo>
                  <a:pt x="945482" y="1209194"/>
                  <a:pt x="859336" y="1242105"/>
                  <a:pt x="804297" y="1233926"/>
                </a:cubicBezTo>
                <a:cubicBezTo>
                  <a:pt x="769054" y="1236470"/>
                  <a:pt x="736708" y="1234118"/>
                  <a:pt x="705631" y="1224183"/>
                </a:cubicBezTo>
                <a:cubicBezTo>
                  <a:pt x="698850" y="1221526"/>
                  <a:pt x="695672" y="1221539"/>
                  <a:pt x="688351" y="1218928"/>
                </a:cubicBezTo>
                <a:cubicBezTo>
                  <a:pt x="528649" y="1334647"/>
                  <a:pt x="442830" y="1390329"/>
                  <a:pt x="332975" y="1443741"/>
                </a:cubicBezTo>
                <a:cubicBezTo>
                  <a:pt x="389544" y="1289261"/>
                  <a:pt x="404792" y="1200863"/>
                  <a:pt x="462401" y="1096923"/>
                </a:cubicBezTo>
                <a:cubicBezTo>
                  <a:pt x="460260" y="1095225"/>
                  <a:pt x="459972" y="1095314"/>
                  <a:pt x="458116" y="1093459"/>
                </a:cubicBezTo>
                <a:cubicBezTo>
                  <a:pt x="377518" y="1023407"/>
                  <a:pt x="332592" y="881379"/>
                  <a:pt x="314723" y="754343"/>
                </a:cubicBezTo>
                <a:cubicBezTo>
                  <a:pt x="314772" y="752923"/>
                  <a:pt x="314858" y="752469"/>
                  <a:pt x="315089" y="750782"/>
                </a:cubicBezTo>
                <a:cubicBezTo>
                  <a:pt x="175675" y="678084"/>
                  <a:pt x="74925" y="597670"/>
                  <a:pt x="0" y="551460"/>
                </a:cubicBezTo>
                <a:cubicBezTo>
                  <a:pt x="162944" y="554980"/>
                  <a:pt x="212498" y="553339"/>
                  <a:pt x="362176" y="551462"/>
                </a:cubicBezTo>
                <a:cubicBezTo>
                  <a:pt x="374933" y="526478"/>
                  <a:pt x="378014" y="515318"/>
                  <a:pt x="398335" y="486204"/>
                </a:cubicBezTo>
                <a:cubicBezTo>
                  <a:pt x="439195" y="386635"/>
                  <a:pt x="563517" y="321367"/>
                  <a:pt x="705631" y="284504"/>
                </a:cubicBezTo>
                <a:cubicBezTo>
                  <a:pt x="724026" y="283090"/>
                  <a:pt x="744470" y="281650"/>
                  <a:pt x="767867" y="278358"/>
                </a:cubicBezTo>
                <a:cubicBezTo>
                  <a:pt x="820423" y="167919"/>
                  <a:pt x="835656" y="126651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920343" y="101145"/>
                  <a:pt x="951148" y="187169"/>
                  <a:pt x="987499" y="310210"/>
                </a:cubicBezTo>
                <a:cubicBezTo>
                  <a:pt x="990960" y="311203"/>
                  <a:pt x="992842" y="311707"/>
                  <a:pt x="994861" y="312448"/>
                </a:cubicBezTo>
                <a:cubicBezTo>
                  <a:pt x="1081398" y="354221"/>
                  <a:pt x="1143458" y="414176"/>
                  <a:pt x="1210259" y="486204"/>
                </a:cubicBezTo>
                <a:cubicBezTo>
                  <a:pt x="1216405" y="502007"/>
                  <a:pt x="1238101" y="533852"/>
                  <a:pt x="1246419" y="551463"/>
                </a:cubicBezTo>
                <a:cubicBezTo>
                  <a:pt x="1394250" y="530990"/>
                  <a:pt x="1516495" y="536884"/>
                  <a:pt x="1743480" y="551460"/>
                </a:cubicBezTo>
                <a:cubicBezTo>
                  <a:pt x="1619640" y="630556"/>
                  <a:pt x="1383344" y="769119"/>
                  <a:pt x="1284896" y="841555"/>
                </a:cubicBezTo>
                <a:cubicBezTo>
                  <a:pt x="1283922" y="844651"/>
                  <a:pt x="1284310" y="847758"/>
                  <a:pt x="1283925" y="850996"/>
                </a:cubicBezTo>
                <a:cubicBezTo>
                  <a:pt x="1277405" y="885229"/>
                  <a:pt x="1268459" y="910970"/>
                  <a:pt x="1255398" y="941018"/>
                </a:cubicBezTo>
                <a:cubicBezTo>
                  <a:pt x="1245109" y="956067"/>
                  <a:pt x="1244007" y="961033"/>
                  <a:pt x="1235978" y="976067"/>
                </a:cubicBezTo>
                <a:cubicBezTo>
                  <a:pt x="1305660" y="1100534"/>
                  <a:pt x="1366581" y="1299894"/>
                  <a:pt x="1410505" y="1443741"/>
                </a:cubicBezTo>
                <a:cubicBezTo>
                  <a:pt x="1268595" y="1355190"/>
                  <a:pt x="1132418" y="1259131"/>
                  <a:pt x="1008119" y="1189189"/>
                </a:cubicBezTo>
                <a:cubicBezTo>
                  <a:pt x="1001995" y="1191637"/>
                  <a:pt x="998040" y="1195196"/>
                  <a:pt x="994861" y="1196238"/>
                </a:cubicBezTo>
                <a:cubicBezTo>
                  <a:pt x="930880" y="1230444"/>
                  <a:pt x="868839" y="1224325"/>
                  <a:pt x="804297" y="1233926"/>
                </a:cubicBezTo>
                <a:cubicBezTo>
                  <a:pt x="766994" y="1235198"/>
                  <a:pt x="740806" y="1223851"/>
                  <a:pt x="705631" y="1224183"/>
                </a:cubicBezTo>
                <a:cubicBezTo>
                  <a:pt x="699313" y="1222357"/>
                  <a:pt x="692197" y="1220808"/>
                  <a:pt x="688351" y="1218928"/>
                </a:cubicBezTo>
                <a:cubicBezTo>
                  <a:pt x="602718" y="1294839"/>
                  <a:pt x="509744" y="1347970"/>
                  <a:pt x="332975" y="1443741"/>
                </a:cubicBezTo>
                <a:cubicBezTo>
                  <a:pt x="355945" y="1340001"/>
                  <a:pt x="430036" y="1195175"/>
                  <a:pt x="462401" y="1096923"/>
                </a:cubicBezTo>
                <a:cubicBezTo>
                  <a:pt x="460425" y="1095113"/>
                  <a:pt x="458900" y="1094300"/>
                  <a:pt x="458116" y="1093459"/>
                </a:cubicBezTo>
                <a:cubicBezTo>
                  <a:pt x="370821" y="1003516"/>
                  <a:pt x="335127" y="875175"/>
                  <a:pt x="314723" y="754343"/>
                </a:cubicBezTo>
                <a:cubicBezTo>
                  <a:pt x="314853" y="753092"/>
                  <a:pt x="314768" y="752471"/>
                  <a:pt x="315089" y="750782"/>
                </a:cubicBezTo>
                <a:cubicBezTo>
                  <a:pt x="170991" y="667337"/>
                  <a:pt x="141083" y="624594"/>
                  <a:pt x="0" y="551460"/>
                </a:cubicBezTo>
                <a:cubicBezTo>
                  <a:pt x="119436" y="547992"/>
                  <a:pt x="271259" y="544501"/>
                  <a:pt x="362176" y="551462"/>
                </a:cubicBezTo>
                <a:cubicBezTo>
                  <a:pt x="373178" y="529301"/>
                  <a:pt x="386653" y="502896"/>
                  <a:pt x="398335" y="486204"/>
                </a:cubicBezTo>
                <a:cubicBezTo>
                  <a:pt x="477924" y="356288"/>
                  <a:pt x="575608" y="327209"/>
                  <a:pt x="705631" y="284504"/>
                </a:cubicBezTo>
                <a:cubicBezTo>
                  <a:pt x="729995" y="280695"/>
                  <a:pt x="748246" y="280724"/>
                  <a:pt x="767867" y="278358"/>
                </a:cubicBezTo>
                <a:cubicBezTo>
                  <a:pt x="798347" y="159648"/>
                  <a:pt x="850781" y="84131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024897556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91" name="Forma libre: forma 90">
            <a:hlinkClick r:id="rId2" action="ppaction://hlinksldjump">
              <a:snd r:embed="rId3" name="explode.wav"/>
            </a:hlinkClick>
            <a:extLst>
              <a:ext uri="{FF2B5EF4-FFF2-40B4-BE49-F238E27FC236}">
                <a16:creationId xmlns:a16="http://schemas.microsoft.com/office/drawing/2014/main" id="{7D176422-E90B-4FA0-B67C-67CB3262EA92}"/>
              </a:ext>
            </a:extLst>
          </p:cNvPr>
          <p:cNvSpPr/>
          <p:nvPr/>
        </p:nvSpPr>
        <p:spPr>
          <a:xfrm rot="1786625">
            <a:off x="7900516" y="5742461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884347" y="75578"/>
                  <a:pt x="943603" y="238275"/>
                  <a:pt x="987499" y="310210"/>
                </a:cubicBezTo>
                <a:cubicBezTo>
                  <a:pt x="989142" y="311031"/>
                  <a:pt x="992032" y="311562"/>
                  <a:pt x="994861" y="312448"/>
                </a:cubicBezTo>
                <a:cubicBezTo>
                  <a:pt x="1060281" y="354457"/>
                  <a:pt x="1155270" y="396702"/>
                  <a:pt x="1210259" y="486204"/>
                </a:cubicBezTo>
                <a:cubicBezTo>
                  <a:pt x="1226142" y="518484"/>
                  <a:pt x="1231445" y="524673"/>
                  <a:pt x="1246419" y="551463"/>
                </a:cubicBezTo>
                <a:cubicBezTo>
                  <a:pt x="1355968" y="560311"/>
                  <a:pt x="1590215" y="567913"/>
                  <a:pt x="1743480" y="551460"/>
                </a:cubicBezTo>
                <a:cubicBezTo>
                  <a:pt x="1513841" y="687290"/>
                  <a:pt x="1489368" y="693782"/>
                  <a:pt x="1284896" y="841555"/>
                </a:cubicBezTo>
                <a:cubicBezTo>
                  <a:pt x="1284629" y="844893"/>
                  <a:pt x="1284722" y="847857"/>
                  <a:pt x="1283925" y="850996"/>
                </a:cubicBezTo>
                <a:cubicBezTo>
                  <a:pt x="1282427" y="884012"/>
                  <a:pt x="1268842" y="904631"/>
                  <a:pt x="1255398" y="941018"/>
                </a:cubicBezTo>
                <a:cubicBezTo>
                  <a:pt x="1252621" y="948833"/>
                  <a:pt x="1245560" y="958633"/>
                  <a:pt x="1235978" y="976067"/>
                </a:cubicBezTo>
                <a:cubicBezTo>
                  <a:pt x="1285637" y="1127840"/>
                  <a:pt x="1333816" y="1208631"/>
                  <a:pt x="1410505" y="1443741"/>
                </a:cubicBezTo>
                <a:cubicBezTo>
                  <a:pt x="1312374" y="1362151"/>
                  <a:pt x="1177521" y="1307404"/>
                  <a:pt x="1008119" y="1189189"/>
                </a:cubicBezTo>
                <a:cubicBezTo>
                  <a:pt x="1004403" y="1191257"/>
                  <a:pt x="1001174" y="1193711"/>
                  <a:pt x="994861" y="1196238"/>
                </a:cubicBezTo>
                <a:cubicBezTo>
                  <a:pt x="937949" y="1221863"/>
                  <a:pt x="868143" y="1231838"/>
                  <a:pt x="804297" y="1233926"/>
                </a:cubicBezTo>
                <a:cubicBezTo>
                  <a:pt x="771393" y="1226697"/>
                  <a:pt x="737058" y="1237722"/>
                  <a:pt x="705631" y="1224183"/>
                </a:cubicBezTo>
                <a:cubicBezTo>
                  <a:pt x="699513" y="1222407"/>
                  <a:pt x="691644" y="1220570"/>
                  <a:pt x="688351" y="1218928"/>
                </a:cubicBezTo>
                <a:cubicBezTo>
                  <a:pt x="560340" y="1310532"/>
                  <a:pt x="462725" y="1350288"/>
                  <a:pt x="332975" y="1443741"/>
                </a:cubicBezTo>
                <a:cubicBezTo>
                  <a:pt x="405642" y="1299326"/>
                  <a:pt x="430429" y="1169687"/>
                  <a:pt x="462401" y="1096923"/>
                </a:cubicBezTo>
                <a:cubicBezTo>
                  <a:pt x="461011" y="1095690"/>
                  <a:pt x="458834" y="1094382"/>
                  <a:pt x="458116" y="1093459"/>
                </a:cubicBezTo>
                <a:cubicBezTo>
                  <a:pt x="389787" y="990430"/>
                  <a:pt x="322950" y="860644"/>
                  <a:pt x="314723" y="754343"/>
                </a:cubicBezTo>
                <a:cubicBezTo>
                  <a:pt x="314884" y="752606"/>
                  <a:pt x="315151" y="751644"/>
                  <a:pt x="315089" y="750782"/>
                </a:cubicBezTo>
                <a:cubicBezTo>
                  <a:pt x="239303" y="724604"/>
                  <a:pt x="79344" y="620896"/>
                  <a:pt x="0" y="551460"/>
                </a:cubicBezTo>
                <a:cubicBezTo>
                  <a:pt x="76218" y="535316"/>
                  <a:pt x="188265" y="559535"/>
                  <a:pt x="362176" y="551462"/>
                </a:cubicBezTo>
                <a:cubicBezTo>
                  <a:pt x="381868" y="520363"/>
                  <a:pt x="389497" y="506782"/>
                  <a:pt x="398335" y="486204"/>
                </a:cubicBezTo>
                <a:cubicBezTo>
                  <a:pt x="465959" y="385836"/>
                  <a:pt x="569019" y="311378"/>
                  <a:pt x="705631" y="284504"/>
                </a:cubicBezTo>
                <a:cubicBezTo>
                  <a:pt x="729217" y="280313"/>
                  <a:pt x="748423" y="280426"/>
                  <a:pt x="767867" y="278358"/>
                </a:cubicBezTo>
                <a:cubicBezTo>
                  <a:pt x="801462" y="197399"/>
                  <a:pt x="840897" y="96534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898984" y="108420"/>
                  <a:pt x="971568" y="232613"/>
                  <a:pt x="987499" y="310210"/>
                </a:cubicBezTo>
                <a:cubicBezTo>
                  <a:pt x="990942" y="310983"/>
                  <a:pt x="991209" y="311454"/>
                  <a:pt x="994861" y="312448"/>
                </a:cubicBezTo>
                <a:cubicBezTo>
                  <a:pt x="1085724" y="350470"/>
                  <a:pt x="1158258" y="418535"/>
                  <a:pt x="1210259" y="486204"/>
                </a:cubicBezTo>
                <a:cubicBezTo>
                  <a:pt x="1224218" y="512476"/>
                  <a:pt x="1231983" y="524091"/>
                  <a:pt x="1246419" y="551463"/>
                </a:cubicBezTo>
                <a:cubicBezTo>
                  <a:pt x="1371285" y="532404"/>
                  <a:pt x="1595558" y="571805"/>
                  <a:pt x="1743480" y="551460"/>
                </a:cubicBezTo>
                <a:cubicBezTo>
                  <a:pt x="1637644" y="629993"/>
                  <a:pt x="1436983" y="760293"/>
                  <a:pt x="1284896" y="841555"/>
                </a:cubicBezTo>
                <a:cubicBezTo>
                  <a:pt x="1285013" y="845070"/>
                  <a:pt x="1283820" y="848072"/>
                  <a:pt x="1283925" y="850996"/>
                </a:cubicBezTo>
                <a:cubicBezTo>
                  <a:pt x="1272241" y="886031"/>
                  <a:pt x="1274544" y="910920"/>
                  <a:pt x="1255398" y="941018"/>
                </a:cubicBezTo>
                <a:cubicBezTo>
                  <a:pt x="1248166" y="953959"/>
                  <a:pt x="1243510" y="959551"/>
                  <a:pt x="1235978" y="976067"/>
                </a:cubicBezTo>
                <a:cubicBezTo>
                  <a:pt x="1327187" y="1196871"/>
                  <a:pt x="1378480" y="1292579"/>
                  <a:pt x="1410505" y="1443741"/>
                </a:cubicBezTo>
                <a:cubicBezTo>
                  <a:pt x="1297696" y="1381758"/>
                  <a:pt x="1137165" y="1250204"/>
                  <a:pt x="1008119" y="1189189"/>
                </a:cubicBezTo>
                <a:cubicBezTo>
                  <a:pt x="1003710" y="1192210"/>
                  <a:pt x="999627" y="1193657"/>
                  <a:pt x="994861" y="1196238"/>
                </a:cubicBezTo>
                <a:cubicBezTo>
                  <a:pt x="942941" y="1228110"/>
                  <a:pt x="884682" y="1235537"/>
                  <a:pt x="804297" y="1233926"/>
                </a:cubicBezTo>
                <a:cubicBezTo>
                  <a:pt x="768116" y="1234963"/>
                  <a:pt x="734331" y="1235984"/>
                  <a:pt x="705631" y="1224183"/>
                </a:cubicBezTo>
                <a:cubicBezTo>
                  <a:pt x="697626" y="1221952"/>
                  <a:pt x="693704" y="1219986"/>
                  <a:pt x="688351" y="1218928"/>
                </a:cubicBezTo>
                <a:cubicBezTo>
                  <a:pt x="596949" y="1258775"/>
                  <a:pt x="473992" y="1368992"/>
                  <a:pt x="332975" y="1443741"/>
                </a:cubicBezTo>
                <a:cubicBezTo>
                  <a:pt x="370037" y="1318760"/>
                  <a:pt x="398004" y="1232531"/>
                  <a:pt x="462401" y="1096923"/>
                </a:cubicBezTo>
                <a:cubicBezTo>
                  <a:pt x="460762" y="1095945"/>
                  <a:pt x="460155" y="1094857"/>
                  <a:pt x="458116" y="1093459"/>
                </a:cubicBezTo>
                <a:cubicBezTo>
                  <a:pt x="373305" y="1006103"/>
                  <a:pt x="299060" y="884115"/>
                  <a:pt x="314723" y="754343"/>
                </a:cubicBezTo>
                <a:cubicBezTo>
                  <a:pt x="314743" y="752912"/>
                  <a:pt x="315045" y="752060"/>
                  <a:pt x="315089" y="750782"/>
                </a:cubicBezTo>
                <a:cubicBezTo>
                  <a:pt x="199274" y="695066"/>
                  <a:pt x="121048" y="622900"/>
                  <a:pt x="0" y="551460"/>
                </a:cubicBezTo>
                <a:cubicBezTo>
                  <a:pt x="97885" y="549894"/>
                  <a:pt x="255178" y="549303"/>
                  <a:pt x="362176" y="551462"/>
                </a:cubicBezTo>
                <a:cubicBezTo>
                  <a:pt x="369738" y="530597"/>
                  <a:pt x="389948" y="503798"/>
                  <a:pt x="398335" y="486204"/>
                </a:cubicBezTo>
                <a:cubicBezTo>
                  <a:pt x="477606" y="378807"/>
                  <a:pt x="606252" y="322117"/>
                  <a:pt x="705631" y="284504"/>
                </a:cubicBezTo>
                <a:cubicBezTo>
                  <a:pt x="728088" y="279883"/>
                  <a:pt x="738887" y="282036"/>
                  <a:pt x="767867" y="278358"/>
                </a:cubicBezTo>
                <a:cubicBezTo>
                  <a:pt x="787133" y="203390"/>
                  <a:pt x="827636" y="89793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703721337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92" name="Forma libre: forma 91">
            <a:hlinkClick r:id="" action="ppaction://hlinkshowjump?jump=nextslide">
              <a:snd r:embed="rId3" name="explode.wav"/>
            </a:hlinkClick>
            <a:extLst>
              <a:ext uri="{FF2B5EF4-FFF2-40B4-BE49-F238E27FC236}">
                <a16:creationId xmlns:a16="http://schemas.microsoft.com/office/drawing/2014/main" id="{4DE803A0-900D-4006-8643-D2EDACE964A7}"/>
              </a:ext>
            </a:extLst>
          </p:cNvPr>
          <p:cNvSpPr/>
          <p:nvPr/>
        </p:nvSpPr>
        <p:spPr>
          <a:xfrm>
            <a:off x="6356360" y="5895748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926443" y="103531"/>
                  <a:pt x="939406" y="186777"/>
                  <a:pt x="987499" y="310210"/>
                </a:cubicBezTo>
                <a:cubicBezTo>
                  <a:pt x="989766" y="310948"/>
                  <a:pt x="992708" y="311798"/>
                  <a:pt x="994861" y="312448"/>
                </a:cubicBezTo>
                <a:cubicBezTo>
                  <a:pt x="1071562" y="346062"/>
                  <a:pt x="1159023" y="397449"/>
                  <a:pt x="1210259" y="486204"/>
                </a:cubicBezTo>
                <a:cubicBezTo>
                  <a:pt x="1228448" y="513302"/>
                  <a:pt x="1229339" y="519893"/>
                  <a:pt x="1246419" y="551463"/>
                </a:cubicBezTo>
                <a:cubicBezTo>
                  <a:pt x="1444431" y="545621"/>
                  <a:pt x="1603940" y="552333"/>
                  <a:pt x="1743480" y="551460"/>
                </a:cubicBezTo>
                <a:cubicBezTo>
                  <a:pt x="1528108" y="682062"/>
                  <a:pt x="1510514" y="693865"/>
                  <a:pt x="1284896" y="841555"/>
                </a:cubicBezTo>
                <a:cubicBezTo>
                  <a:pt x="1283823" y="844595"/>
                  <a:pt x="1284363" y="847810"/>
                  <a:pt x="1283925" y="850996"/>
                </a:cubicBezTo>
                <a:cubicBezTo>
                  <a:pt x="1275029" y="884695"/>
                  <a:pt x="1266766" y="908645"/>
                  <a:pt x="1255398" y="941018"/>
                </a:cubicBezTo>
                <a:cubicBezTo>
                  <a:pt x="1246846" y="956699"/>
                  <a:pt x="1242965" y="961556"/>
                  <a:pt x="1235978" y="976067"/>
                </a:cubicBezTo>
                <a:cubicBezTo>
                  <a:pt x="1301732" y="1087802"/>
                  <a:pt x="1341036" y="1320505"/>
                  <a:pt x="1410505" y="1443741"/>
                </a:cubicBezTo>
                <a:cubicBezTo>
                  <a:pt x="1316681" y="1373499"/>
                  <a:pt x="1144818" y="1272432"/>
                  <a:pt x="1008119" y="1189189"/>
                </a:cubicBezTo>
                <a:cubicBezTo>
                  <a:pt x="1002122" y="1192559"/>
                  <a:pt x="1001074" y="1193547"/>
                  <a:pt x="994861" y="1196238"/>
                </a:cubicBezTo>
                <a:cubicBezTo>
                  <a:pt x="934564" y="1229225"/>
                  <a:pt x="873685" y="1234166"/>
                  <a:pt x="804297" y="1233926"/>
                </a:cubicBezTo>
                <a:cubicBezTo>
                  <a:pt x="770512" y="1227131"/>
                  <a:pt x="733605" y="1233135"/>
                  <a:pt x="705631" y="1224183"/>
                </a:cubicBezTo>
                <a:cubicBezTo>
                  <a:pt x="700491" y="1222844"/>
                  <a:pt x="693351" y="1220619"/>
                  <a:pt x="688351" y="1218928"/>
                </a:cubicBezTo>
                <a:cubicBezTo>
                  <a:pt x="620166" y="1278681"/>
                  <a:pt x="463319" y="1355685"/>
                  <a:pt x="332975" y="1443741"/>
                </a:cubicBezTo>
                <a:cubicBezTo>
                  <a:pt x="411108" y="1278029"/>
                  <a:pt x="398706" y="1223567"/>
                  <a:pt x="462401" y="1096923"/>
                </a:cubicBezTo>
                <a:cubicBezTo>
                  <a:pt x="461255" y="1095955"/>
                  <a:pt x="458981" y="1094238"/>
                  <a:pt x="458116" y="1093459"/>
                </a:cubicBezTo>
                <a:cubicBezTo>
                  <a:pt x="366378" y="1009463"/>
                  <a:pt x="326411" y="885817"/>
                  <a:pt x="314723" y="754343"/>
                </a:cubicBezTo>
                <a:cubicBezTo>
                  <a:pt x="314892" y="752803"/>
                  <a:pt x="315092" y="751615"/>
                  <a:pt x="315089" y="750782"/>
                </a:cubicBezTo>
                <a:cubicBezTo>
                  <a:pt x="234147" y="680487"/>
                  <a:pt x="142931" y="646038"/>
                  <a:pt x="0" y="551460"/>
                </a:cubicBezTo>
                <a:cubicBezTo>
                  <a:pt x="115301" y="560722"/>
                  <a:pt x="238934" y="561469"/>
                  <a:pt x="362176" y="551462"/>
                </a:cubicBezTo>
                <a:cubicBezTo>
                  <a:pt x="375369" y="531797"/>
                  <a:pt x="386063" y="509439"/>
                  <a:pt x="398335" y="486204"/>
                </a:cubicBezTo>
                <a:cubicBezTo>
                  <a:pt x="479067" y="392119"/>
                  <a:pt x="572721" y="313544"/>
                  <a:pt x="705631" y="284504"/>
                </a:cubicBezTo>
                <a:cubicBezTo>
                  <a:pt x="719937" y="282372"/>
                  <a:pt x="752605" y="278686"/>
                  <a:pt x="767867" y="278358"/>
                </a:cubicBezTo>
                <a:cubicBezTo>
                  <a:pt x="807237" y="211847"/>
                  <a:pt x="855579" y="59236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881729" y="71598"/>
                  <a:pt x="937588" y="174331"/>
                  <a:pt x="987499" y="310210"/>
                </a:cubicBezTo>
                <a:cubicBezTo>
                  <a:pt x="991258" y="310977"/>
                  <a:pt x="992396" y="312077"/>
                  <a:pt x="994861" y="312448"/>
                </a:cubicBezTo>
                <a:cubicBezTo>
                  <a:pt x="1071852" y="357120"/>
                  <a:pt x="1152390" y="404404"/>
                  <a:pt x="1210259" y="486204"/>
                </a:cubicBezTo>
                <a:cubicBezTo>
                  <a:pt x="1219620" y="505245"/>
                  <a:pt x="1238184" y="531408"/>
                  <a:pt x="1246419" y="551463"/>
                </a:cubicBezTo>
                <a:cubicBezTo>
                  <a:pt x="1442316" y="554467"/>
                  <a:pt x="1604556" y="572258"/>
                  <a:pt x="1743480" y="551460"/>
                </a:cubicBezTo>
                <a:cubicBezTo>
                  <a:pt x="1611540" y="658831"/>
                  <a:pt x="1453054" y="734768"/>
                  <a:pt x="1284896" y="841555"/>
                </a:cubicBezTo>
                <a:cubicBezTo>
                  <a:pt x="1284712" y="844576"/>
                  <a:pt x="1284526" y="848505"/>
                  <a:pt x="1283925" y="850996"/>
                </a:cubicBezTo>
                <a:cubicBezTo>
                  <a:pt x="1283553" y="881448"/>
                  <a:pt x="1269595" y="919271"/>
                  <a:pt x="1255398" y="941018"/>
                </a:cubicBezTo>
                <a:cubicBezTo>
                  <a:pt x="1248002" y="953810"/>
                  <a:pt x="1241389" y="967987"/>
                  <a:pt x="1235978" y="976067"/>
                </a:cubicBezTo>
                <a:cubicBezTo>
                  <a:pt x="1291590" y="1096476"/>
                  <a:pt x="1346544" y="1296532"/>
                  <a:pt x="1410505" y="1443741"/>
                </a:cubicBezTo>
                <a:cubicBezTo>
                  <a:pt x="1262043" y="1354036"/>
                  <a:pt x="1127510" y="1248414"/>
                  <a:pt x="1008119" y="1189189"/>
                </a:cubicBezTo>
                <a:cubicBezTo>
                  <a:pt x="1003567" y="1192239"/>
                  <a:pt x="998500" y="1194859"/>
                  <a:pt x="994861" y="1196238"/>
                </a:cubicBezTo>
                <a:cubicBezTo>
                  <a:pt x="932756" y="1210049"/>
                  <a:pt x="865141" y="1231323"/>
                  <a:pt x="804297" y="1233926"/>
                </a:cubicBezTo>
                <a:cubicBezTo>
                  <a:pt x="764964" y="1234193"/>
                  <a:pt x="741694" y="1231460"/>
                  <a:pt x="705631" y="1224183"/>
                </a:cubicBezTo>
                <a:cubicBezTo>
                  <a:pt x="702042" y="1222846"/>
                  <a:pt x="695769" y="1220330"/>
                  <a:pt x="688351" y="1218928"/>
                </a:cubicBezTo>
                <a:cubicBezTo>
                  <a:pt x="502701" y="1312726"/>
                  <a:pt x="483743" y="1335820"/>
                  <a:pt x="332975" y="1443741"/>
                </a:cubicBezTo>
                <a:cubicBezTo>
                  <a:pt x="366404" y="1340263"/>
                  <a:pt x="411914" y="1260728"/>
                  <a:pt x="462401" y="1096923"/>
                </a:cubicBezTo>
                <a:cubicBezTo>
                  <a:pt x="460578" y="1095144"/>
                  <a:pt x="460209" y="1095131"/>
                  <a:pt x="458116" y="1093459"/>
                </a:cubicBezTo>
                <a:cubicBezTo>
                  <a:pt x="361834" y="1013219"/>
                  <a:pt x="300427" y="913849"/>
                  <a:pt x="314723" y="754343"/>
                </a:cubicBezTo>
                <a:cubicBezTo>
                  <a:pt x="314742" y="753480"/>
                  <a:pt x="314934" y="751726"/>
                  <a:pt x="315089" y="750782"/>
                </a:cubicBezTo>
                <a:cubicBezTo>
                  <a:pt x="251136" y="699992"/>
                  <a:pt x="73217" y="590045"/>
                  <a:pt x="0" y="551460"/>
                </a:cubicBezTo>
                <a:cubicBezTo>
                  <a:pt x="87937" y="558141"/>
                  <a:pt x="221662" y="557319"/>
                  <a:pt x="362176" y="551462"/>
                </a:cubicBezTo>
                <a:cubicBezTo>
                  <a:pt x="375210" y="522420"/>
                  <a:pt x="385465" y="508609"/>
                  <a:pt x="398335" y="486204"/>
                </a:cubicBezTo>
                <a:cubicBezTo>
                  <a:pt x="484115" y="380262"/>
                  <a:pt x="596706" y="329842"/>
                  <a:pt x="705631" y="284504"/>
                </a:cubicBezTo>
                <a:cubicBezTo>
                  <a:pt x="731637" y="284011"/>
                  <a:pt x="753880" y="281979"/>
                  <a:pt x="767867" y="278358"/>
                </a:cubicBezTo>
                <a:cubicBezTo>
                  <a:pt x="816273" y="139281"/>
                  <a:pt x="831072" y="134193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681531295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93" name="Forma libre: forma 92">
            <a:hlinkClick r:id="" action="ppaction://hlinkshowjump?jump=nextslide"/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7945720F-E666-4289-88D2-42B16FF2EA67}"/>
              </a:ext>
            </a:extLst>
          </p:cNvPr>
          <p:cNvSpPr/>
          <p:nvPr/>
        </p:nvSpPr>
        <p:spPr>
          <a:xfrm rot="1786625">
            <a:off x="4206529" y="5916875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936106" y="146115"/>
                  <a:pt x="972183" y="244373"/>
                  <a:pt x="987499" y="310210"/>
                </a:cubicBezTo>
                <a:cubicBezTo>
                  <a:pt x="989057" y="310995"/>
                  <a:pt x="992207" y="311796"/>
                  <a:pt x="994861" y="312448"/>
                </a:cubicBezTo>
                <a:cubicBezTo>
                  <a:pt x="1074346" y="336051"/>
                  <a:pt x="1158690" y="406778"/>
                  <a:pt x="1210259" y="486204"/>
                </a:cubicBezTo>
                <a:cubicBezTo>
                  <a:pt x="1218147" y="505201"/>
                  <a:pt x="1230396" y="526970"/>
                  <a:pt x="1246419" y="551463"/>
                </a:cubicBezTo>
                <a:cubicBezTo>
                  <a:pt x="1461803" y="542770"/>
                  <a:pt x="1504525" y="564295"/>
                  <a:pt x="1743480" y="551460"/>
                </a:cubicBezTo>
                <a:cubicBezTo>
                  <a:pt x="1647563" y="623081"/>
                  <a:pt x="1395305" y="769798"/>
                  <a:pt x="1284896" y="841555"/>
                </a:cubicBezTo>
                <a:cubicBezTo>
                  <a:pt x="1284319" y="845146"/>
                  <a:pt x="1284397" y="847362"/>
                  <a:pt x="1283925" y="850996"/>
                </a:cubicBezTo>
                <a:cubicBezTo>
                  <a:pt x="1281942" y="882644"/>
                  <a:pt x="1267176" y="908540"/>
                  <a:pt x="1255398" y="941018"/>
                </a:cubicBezTo>
                <a:cubicBezTo>
                  <a:pt x="1247623" y="956714"/>
                  <a:pt x="1243984" y="962519"/>
                  <a:pt x="1235978" y="976067"/>
                </a:cubicBezTo>
                <a:cubicBezTo>
                  <a:pt x="1340974" y="1199958"/>
                  <a:pt x="1377195" y="1309549"/>
                  <a:pt x="1410505" y="1443741"/>
                </a:cubicBezTo>
                <a:cubicBezTo>
                  <a:pt x="1312829" y="1383967"/>
                  <a:pt x="1153266" y="1305773"/>
                  <a:pt x="1008119" y="1189189"/>
                </a:cubicBezTo>
                <a:cubicBezTo>
                  <a:pt x="1002141" y="1191571"/>
                  <a:pt x="997797" y="1195109"/>
                  <a:pt x="994861" y="1196238"/>
                </a:cubicBezTo>
                <a:cubicBezTo>
                  <a:pt x="932818" y="1230905"/>
                  <a:pt x="866409" y="1223535"/>
                  <a:pt x="804297" y="1233926"/>
                </a:cubicBezTo>
                <a:cubicBezTo>
                  <a:pt x="765000" y="1234868"/>
                  <a:pt x="739586" y="1235057"/>
                  <a:pt x="705631" y="1224183"/>
                </a:cubicBezTo>
                <a:cubicBezTo>
                  <a:pt x="700668" y="1222677"/>
                  <a:pt x="692199" y="1220322"/>
                  <a:pt x="688351" y="1218928"/>
                </a:cubicBezTo>
                <a:cubicBezTo>
                  <a:pt x="587661" y="1278896"/>
                  <a:pt x="473730" y="1345216"/>
                  <a:pt x="332975" y="1443741"/>
                </a:cubicBezTo>
                <a:cubicBezTo>
                  <a:pt x="406908" y="1287761"/>
                  <a:pt x="400761" y="1227231"/>
                  <a:pt x="462401" y="1096923"/>
                </a:cubicBezTo>
                <a:cubicBezTo>
                  <a:pt x="460271" y="1095456"/>
                  <a:pt x="460340" y="1095024"/>
                  <a:pt x="458116" y="1093459"/>
                </a:cubicBezTo>
                <a:cubicBezTo>
                  <a:pt x="388844" y="1024819"/>
                  <a:pt x="300492" y="885514"/>
                  <a:pt x="314723" y="754343"/>
                </a:cubicBezTo>
                <a:cubicBezTo>
                  <a:pt x="314816" y="753293"/>
                  <a:pt x="315146" y="751720"/>
                  <a:pt x="315089" y="750782"/>
                </a:cubicBezTo>
                <a:cubicBezTo>
                  <a:pt x="219287" y="684718"/>
                  <a:pt x="155110" y="640754"/>
                  <a:pt x="0" y="551460"/>
                </a:cubicBezTo>
                <a:cubicBezTo>
                  <a:pt x="118574" y="541988"/>
                  <a:pt x="207763" y="567013"/>
                  <a:pt x="362176" y="551462"/>
                </a:cubicBezTo>
                <a:cubicBezTo>
                  <a:pt x="378386" y="524791"/>
                  <a:pt x="386964" y="504745"/>
                  <a:pt x="398335" y="486204"/>
                </a:cubicBezTo>
                <a:cubicBezTo>
                  <a:pt x="474842" y="385321"/>
                  <a:pt x="599466" y="294676"/>
                  <a:pt x="705631" y="284504"/>
                </a:cubicBezTo>
                <a:cubicBezTo>
                  <a:pt x="730174" y="281616"/>
                  <a:pt x="746706" y="283271"/>
                  <a:pt x="767867" y="278358"/>
                </a:cubicBezTo>
                <a:cubicBezTo>
                  <a:pt x="798185" y="214889"/>
                  <a:pt x="822154" y="119123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903083" y="130170"/>
                  <a:pt x="961292" y="235179"/>
                  <a:pt x="987499" y="310210"/>
                </a:cubicBezTo>
                <a:cubicBezTo>
                  <a:pt x="990052" y="310676"/>
                  <a:pt x="993355" y="311919"/>
                  <a:pt x="994861" y="312448"/>
                </a:cubicBezTo>
                <a:cubicBezTo>
                  <a:pt x="1086376" y="353180"/>
                  <a:pt x="1152445" y="412400"/>
                  <a:pt x="1210259" y="486204"/>
                </a:cubicBezTo>
                <a:cubicBezTo>
                  <a:pt x="1215715" y="500450"/>
                  <a:pt x="1235086" y="533685"/>
                  <a:pt x="1246419" y="551463"/>
                </a:cubicBezTo>
                <a:cubicBezTo>
                  <a:pt x="1357542" y="559598"/>
                  <a:pt x="1528458" y="534074"/>
                  <a:pt x="1743480" y="551460"/>
                </a:cubicBezTo>
                <a:cubicBezTo>
                  <a:pt x="1568229" y="649739"/>
                  <a:pt x="1503233" y="730717"/>
                  <a:pt x="1284896" y="841555"/>
                </a:cubicBezTo>
                <a:cubicBezTo>
                  <a:pt x="1284212" y="844410"/>
                  <a:pt x="1284212" y="848118"/>
                  <a:pt x="1283925" y="850996"/>
                </a:cubicBezTo>
                <a:cubicBezTo>
                  <a:pt x="1282308" y="876232"/>
                  <a:pt x="1265999" y="913899"/>
                  <a:pt x="1255398" y="941018"/>
                </a:cubicBezTo>
                <a:cubicBezTo>
                  <a:pt x="1251632" y="950690"/>
                  <a:pt x="1244013" y="964139"/>
                  <a:pt x="1235978" y="976067"/>
                </a:cubicBezTo>
                <a:cubicBezTo>
                  <a:pt x="1334849" y="1201079"/>
                  <a:pt x="1346836" y="1291799"/>
                  <a:pt x="1410505" y="1443741"/>
                </a:cubicBezTo>
                <a:cubicBezTo>
                  <a:pt x="1209630" y="1336085"/>
                  <a:pt x="1178720" y="1310647"/>
                  <a:pt x="1008119" y="1189189"/>
                </a:cubicBezTo>
                <a:cubicBezTo>
                  <a:pt x="1002571" y="1192672"/>
                  <a:pt x="998837" y="1194266"/>
                  <a:pt x="994861" y="1196238"/>
                </a:cubicBezTo>
                <a:cubicBezTo>
                  <a:pt x="935239" y="1213002"/>
                  <a:pt x="861846" y="1234233"/>
                  <a:pt x="804297" y="1233926"/>
                </a:cubicBezTo>
                <a:cubicBezTo>
                  <a:pt x="770996" y="1231513"/>
                  <a:pt x="736152" y="1232546"/>
                  <a:pt x="705631" y="1224183"/>
                </a:cubicBezTo>
                <a:cubicBezTo>
                  <a:pt x="701754" y="1223504"/>
                  <a:pt x="692740" y="1219349"/>
                  <a:pt x="688351" y="1218928"/>
                </a:cubicBezTo>
                <a:cubicBezTo>
                  <a:pt x="595700" y="1298308"/>
                  <a:pt x="442705" y="1393283"/>
                  <a:pt x="332975" y="1443741"/>
                </a:cubicBezTo>
                <a:cubicBezTo>
                  <a:pt x="358739" y="1349466"/>
                  <a:pt x="400251" y="1269378"/>
                  <a:pt x="462401" y="1096923"/>
                </a:cubicBezTo>
                <a:cubicBezTo>
                  <a:pt x="461540" y="1096080"/>
                  <a:pt x="459041" y="1094216"/>
                  <a:pt x="458116" y="1093459"/>
                </a:cubicBezTo>
                <a:cubicBezTo>
                  <a:pt x="362806" y="1011742"/>
                  <a:pt x="303072" y="899220"/>
                  <a:pt x="314723" y="754343"/>
                </a:cubicBezTo>
                <a:cubicBezTo>
                  <a:pt x="314676" y="753240"/>
                  <a:pt x="314913" y="751697"/>
                  <a:pt x="315089" y="750782"/>
                </a:cubicBezTo>
                <a:cubicBezTo>
                  <a:pt x="201243" y="684904"/>
                  <a:pt x="80575" y="581301"/>
                  <a:pt x="0" y="551460"/>
                </a:cubicBezTo>
                <a:cubicBezTo>
                  <a:pt x="89111" y="543253"/>
                  <a:pt x="252090" y="556497"/>
                  <a:pt x="362176" y="551462"/>
                </a:cubicBezTo>
                <a:cubicBezTo>
                  <a:pt x="380700" y="519923"/>
                  <a:pt x="381006" y="511437"/>
                  <a:pt x="398335" y="486204"/>
                </a:cubicBezTo>
                <a:cubicBezTo>
                  <a:pt x="465030" y="389627"/>
                  <a:pt x="572240" y="291707"/>
                  <a:pt x="705631" y="284504"/>
                </a:cubicBezTo>
                <a:cubicBezTo>
                  <a:pt x="722832" y="283458"/>
                  <a:pt x="753871" y="282832"/>
                  <a:pt x="767867" y="278358"/>
                </a:cubicBezTo>
                <a:cubicBezTo>
                  <a:pt x="829711" y="149696"/>
                  <a:pt x="817368" y="124137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100005308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94" name="Forma libre: forma 93">
            <a:hlinkClick r:id="rId2" action="ppaction://hlinksldjump">
              <a:snd r:embed="rId3" name="explode.wav"/>
            </a:hlinkClick>
            <a:extLst>
              <a:ext uri="{FF2B5EF4-FFF2-40B4-BE49-F238E27FC236}">
                <a16:creationId xmlns:a16="http://schemas.microsoft.com/office/drawing/2014/main" id="{69715CF2-470B-4C61-A1A1-6D800BF56ED5}"/>
              </a:ext>
            </a:extLst>
          </p:cNvPr>
          <p:cNvSpPr/>
          <p:nvPr/>
        </p:nvSpPr>
        <p:spPr>
          <a:xfrm>
            <a:off x="2404383" y="5859349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943787" y="148759"/>
                  <a:pt x="935291" y="212004"/>
                  <a:pt x="987499" y="310210"/>
                </a:cubicBezTo>
                <a:cubicBezTo>
                  <a:pt x="990761" y="311447"/>
                  <a:pt x="991506" y="311056"/>
                  <a:pt x="994861" y="312448"/>
                </a:cubicBezTo>
                <a:cubicBezTo>
                  <a:pt x="1088114" y="355261"/>
                  <a:pt x="1168237" y="391010"/>
                  <a:pt x="1210259" y="486204"/>
                </a:cubicBezTo>
                <a:cubicBezTo>
                  <a:pt x="1218030" y="499611"/>
                  <a:pt x="1232909" y="527220"/>
                  <a:pt x="1246419" y="551463"/>
                </a:cubicBezTo>
                <a:cubicBezTo>
                  <a:pt x="1417977" y="566438"/>
                  <a:pt x="1598281" y="556472"/>
                  <a:pt x="1743480" y="551460"/>
                </a:cubicBezTo>
                <a:cubicBezTo>
                  <a:pt x="1628490" y="634122"/>
                  <a:pt x="1399981" y="738675"/>
                  <a:pt x="1284896" y="841555"/>
                </a:cubicBezTo>
                <a:cubicBezTo>
                  <a:pt x="1284316" y="844622"/>
                  <a:pt x="1284459" y="848050"/>
                  <a:pt x="1283925" y="850996"/>
                </a:cubicBezTo>
                <a:cubicBezTo>
                  <a:pt x="1280392" y="885383"/>
                  <a:pt x="1267421" y="915622"/>
                  <a:pt x="1255398" y="941018"/>
                </a:cubicBezTo>
                <a:cubicBezTo>
                  <a:pt x="1250221" y="949219"/>
                  <a:pt x="1240859" y="963827"/>
                  <a:pt x="1235978" y="976067"/>
                </a:cubicBezTo>
                <a:cubicBezTo>
                  <a:pt x="1299851" y="1173375"/>
                  <a:pt x="1329056" y="1252756"/>
                  <a:pt x="1410505" y="1443741"/>
                </a:cubicBezTo>
                <a:cubicBezTo>
                  <a:pt x="1292437" y="1342275"/>
                  <a:pt x="1105095" y="1262943"/>
                  <a:pt x="1008119" y="1189189"/>
                </a:cubicBezTo>
                <a:cubicBezTo>
                  <a:pt x="1004931" y="1191252"/>
                  <a:pt x="998252" y="1193857"/>
                  <a:pt x="994861" y="1196238"/>
                </a:cubicBezTo>
                <a:cubicBezTo>
                  <a:pt x="931160" y="1230813"/>
                  <a:pt x="874393" y="1228807"/>
                  <a:pt x="804297" y="1233926"/>
                </a:cubicBezTo>
                <a:cubicBezTo>
                  <a:pt x="773676" y="1231977"/>
                  <a:pt x="736780" y="1223732"/>
                  <a:pt x="705631" y="1224183"/>
                </a:cubicBezTo>
                <a:cubicBezTo>
                  <a:pt x="698580" y="1222355"/>
                  <a:pt x="695998" y="1222020"/>
                  <a:pt x="688351" y="1218928"/>
                </a:cubicBezTo>
                <a:cubicBezTo>
                  <a:pt x="565645" y="1284036"/>
                  <a:pt x="423555" y="1380685"/>
                  <a:pt x="332975" y="1443741"/>
                </a:cubicBezTo>
                <a:cubicBezTo>
                  <a:pt x="363935" y="1343777"/>
                  <a:pt x="441517" y="1205057"/>
                  <a:pt x="462401" y="1096923"/>
                </a:cubicBezTo>
                <a:cubicBezTo>
                  <a:pt x="461065" y="1095913"/>
                  <a:pt x="458904" y="1094303"/>
                  <a:pt x="458116" y="1093459"/>
                </a:cubicBezTo>
                <a:cubicBezTo>
                  <a:pt x="370347" y="1032643"/>
                  <a:pt x="344147" y="900334"/>
                  <a:pt x="314723" y="754343"/>
                </a:cubicBezTo>
                <a:cubicBezTo>
                  <a:pt x="315021" y="753032"/>
                  <a:pt x="314817" y="752337"/>
                  <a:pt x="315089" y="750782"/>
                </a:cubicBezTo>
                <a:cubicBezTo>
                  <a:pt x="185618" y="672862"/>
                  <a:pt x="145186" y="653611"/>
                  <a:pt x="0" y="551460"/>
                </a:cubicBezTo>
                <a:cubicBezTo>
                  <a:pt x="105481" y="561438"/>
                  <a:pt x="258055" y="546063"/>
                  <a:pt x="362176" y="551462"/>
                </a:cubicBezTo>
                <a:cubicBezTo>
                  <a:pt x="375865" y="522909"/>
                  <a:pt x="382236" y="518972"/>
                  <a:pt x="398335" y="486204"/>
                </a:cubicBezTo>
                <a:cubicBezTo>
                  <a:pt x="448213" y="363738"/>
                  <a:pt x="587961" y="299864"/>
                  <a:pt x="705631" y="284504"/>
                </a:cubicBezTo>
                <a:cubicBezTo>
                  <a:pt x="734913" y="283998"/>
                  <a:pt x="743903" y="283680"/>
                  <a:pt x="767867" y="278358"/>
                </a:cubicBezTo>
                <a:cubicBezTo>
                  <a:pt x="820345" y="167726"/>
                  <a:pt x="845178" y="55570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899596" y="90039"/>
                  <a:pt x="965602" y="216983"/>
                  <a:pt x="987499" y="310210"/>
                </a:cubicBezTo>
                <a:cubicBezTo>
                  <a:pt x="989515" y="311165"/>
                  <a:pt x="993147" y="311839"/>
                  <a:pt x="994861" y="312448"/>
                </a:cubicBezTo>
                <a:cubicBezTo>
                  <a:pt x="1090379" y="349859"/>
                  <a:pt x="1160803" y="427688"/>
                  <a:pt x="1210259" y="486204"/>
                </a:cubicBezTo>
                <a:cubicBezTo>
                  <a:pt x="1218049" y="503524"/>
                  <a:pt x="1229015" y="520829"/>
                  <a:pt x="1246419" y="551463"/>
                </a:cubicBezTo>
                <a:cubicBezTo>
                  <a:pt x="1429092" y="529498"/>
                  <a:pt x="1498167" y="537484"/>
                  <a:pt x="1743480" y="551460"/>
                </a:cubicBezTo>
                <a:cubicBezTo>
                  <a:pt x="1605955" y="657236"/>
                  <a:pt x="1457998" y="705171"/>
                  <a:pt x="1284896" y="841555"/>
                </a:cubicBezTo>
                <a:cubicBezTo>
                  <a:pt x="1284758" y="844618"/>
                  <a:pt x="1284329" y="847424"/>
                  <a:pt x="1283925" y="850996"/>
                </a:cubicBezTo>
                <a:cubicBezTo>
                  <a:pt x="1272109" y="879468"/>
                  <a:pt x="1265603" y="913794"/>
                  <a:pt x="1255398" y="941018"/>
                </a:cubicBezTo>
                <a:cubicBezTo>
                  <a:pt x="1246455" y="956403"/>
                  <a:pt x="1246846" y="959486"/>
                  <a:pt x="1235978" y="976067"/>
                </a:cubicBezTo>
                <a:cubicBezTo>
                  <a:pt x="1262142" y="1116744"/>
                  <a:pt x="1395229" y="1339672"/>
                  <a:pt x="1410505" y="1443741"/>
                </a:cubicBezTo>
                <a:cubicBezTo>
                  <a:pt x="1228830" y="1311632"/>
                  <a:pt x="1216481" y="1297435"/>
                  <a:pt x="1008119" y="1189189"/>
                </a:cubicBezTo>
                <a:cubicBezTo>
                  <a:pt x="1001888" y="1192148"/>
                  <a:pt x="1000552" y="1192446"/>
                  <a:pt x="994861" y="1196238"/>
                </a:cubicBezTo>
                <a:cubicBezTo>
                  <a:pt x="939118" y="1214988"/>
                  <a:pt x="880834" y="1246751"/>
                  <a:pt x="804297" y="1233926"/>
                </a:cubicBezTo>
                <a:cubicBezTo>
                  <a:pt x="770116" y="1234558"/>
                  <a:pt x="733080" y="1230720"/>
                  <a:pt x="705631" y="1224183"/>
                </a:cubicBezTo>
                <a:cubicBezTo>
                  <a:pt x="698155" y="1222800"/>
                  <a:pt x="692608" y="1219833"/>
                  <a:pt x="688351" y="1218928"/>
                </a:cubicBezTo>
                <a:cubicBezTo>
                  <a:pt x="613785" y="1282480"/>
                  <a:pt x="424387" y="1393969"/>
                  <a:pt x="332975" y="1443741"/>
                </a:cubicBezTo>
                <a:cubicBezTo>
                  <a:pt x="379337" y="1357306"/>
                  <a:pt x="404717" y="1269625"/>
                  <a:pt x="462401" y="1096923"/>
                </a:cubicBezTo>
                <a:cubicBezTo>
                  <a:pt x="461387" y="1096035"/>
                  <a:pt x="460081" y="1095182"/>
                  <a:pt x="458116" y="1093459"/>
                </a:cubicBezTo>
                <a:cubicBezTo>
                  <a:pt x="372754" y="995753"/>
                  <a:pt x="340921" y="871004"/>
                  <a:pt x="314723" y="754343"/>
                </a:cubicBezTo>
                <a:cubicBezTo>
                  <a:pt x="315011" y="753267"/>
                  <a:pt x="314840" y="752110"/>
                  <a:pt x="315089" y="750782"/>
                </a:cubicBezTo>
                <a:cubicBezTo>
                  <a:pt x="160386" y="658421"/>
                  <a:pt x="142816" y="661751"/>
                  <a:pt x="0" y="551460"/>
                </a:cubicBezTo>
                <a:cubicBezTo>
                  <a:pt x="99285" y="556872"/>
                  <a:pt x="288279" y="556943"/>
                  <a:pt x="362176" y="551462"/>
                </a:cubicBezTo>
                <a:cubicBezTo>
                  <a:pt x="370793" y="538282"/>
                  <a:pt x="386712" y="501357"/>
                  <a:pt x="398335" y="486204"/>
                </a:cubicBezTo>
                <a:cubicBezTo>
                  <a:pt x="497349" y="369279"/>
                  <a:pt x="558823" y="290772"/>
                  <a:pt x="705631" y="284504"/>
                </a:cubicBezTo>
                <a:cubicBezTo>
                  <a:pt x="726871" y="283007"/>
                  <a:pt x="742642" y="282542"/>
                  <a:pt x="767867" y="278358"/>
                </a:cubicBezTo>
                <a:cubicBezTo>
                  <a:pt x="803045" y="170418"/>
                  <a:pt x="835509" y="66743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92083699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96" name="Forma libre: forma 95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8925E18-D971-4552-A20E-71B69E920CEE}"/>
              </a:ext>
            </a:extLst>
          </p:cNvPr>
          <p:cNvSpPr/>
          <p:nvPr/>
        </p:nvSpPr>
        <p:spPr>
          <a:xfrm>
            <a:off x="-933241" y="5520143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883078" y="76818"/>
                  <a:pt x="943508" y="185659"/>
                  <a:pt x="987499" y="310210"/>
                </a:cubicBezTo>
                <a:cubicBezTo>
                  <a:pt x="990186" y="311196"/>
                  <a:pt x="991462" y="311339"/>
                  <a:pt x="994861" y="312448"/>
                </a:cubicBezTo>
                <a:cubicBezTo>
                  <a:pt x="1094019" y="343920"/>
                  <a:pt x="1149589" y="416415"/>
                  <a:pt x="1210259" y="486204"/>
                </a:cubicBezTo>
                <a:cubicBezTo>
                  <a:pt x="1216588" y="504424"/>
                  <a:pt x="1228361" y="526455"/>
                  <a:pt x="1246419" y="551463"/>
                </a:cubicBezTo>
                <a:cubicBezTo>
                  <a:pt x="1435382" y="567416"/>
                  <a:pt x="1628008" y="568016"/>
                  <a:pt x="1743480" y="551460"/>
                </a:cubicBezTo>
                <a:cubicBezTo>
                  <a:pt x="1599862" y="618313"/>
                  <a:pt x="1484382" y="690852"/>
                  <a:pt x="1284896" y="841555"/>
                </a:cubicBezTo>
                <a:cubicBezTo>
                  <a:pt x="1284597" y="844360"/>
                  <a:pt x="1284143" y="847528"/>
                  <a:pt x="1283925" y="850996"/>
                </a:cubicBezTo>
                <a:cubicBezTo>
                  <a:pt x="1274713" y="883294"/>
                  <a:pt x="1268862" y="912763"/>
                  <a:pt x="1255398" y="941018"/>
                </a:cubicBezTo>
                <a:cubicBezTo>
                  <a:pt x="1248742" y="956970"/>
                  <a:pt x="1242186" y="965606"/>
                  <a:pt x="1235978" y="976067"/>
                </a:cubicBezTo>
                <a:cubicBezTo>
                  <a:pt x="1266257" y="1080173"/>
                  <a:pt x="1352065" y="1323964"/>
                  <a:pt x="1410505" y="1443741"/>
                </a:cubicBezTo>
                <a:cubicBezTo>
                  <a:pt x="1280255" y="1356390"/>
                  <a:pt x="1170739" y="1311766"/>
                  <a:pt x="1008119" y="1189189"/>
                </a:cubicBezTo>
                <a:cubicBezTo>
                  <a:pt x="1004820" y="1191090"/>
                  <a:pt x="1000832" y="1193014"/>
                  <a:pt x="994861" y="1196238"/>
                </a:cubicBezTo>
                <a:cubicBezTo>
                  <a:pt x="950998" y="1226941"/>
                  <a:pt x="869529" y="1225861"/>
                  <a:pt x="804297" y="1233926"/>
                </a:cubicBezTo>
                <a:cubicBezTo>
                  <a:pt x="774440" y="1231777"/>
                  <a:pt x="739168" y="1231365"/>
                  <a:pt x="705631" y="1224183"/>
                </a:cubicBezTo>
                <a:cubicBezTo>
                  <a:pt x="701214" y="1223316"/>
                  <a:pt x="693871" y="1220686"/>
                  <a:pt x="688351" y="1218928"/>
                </a:cubicBezTo>
                <a:cubicBezTo>
                  <a:pt x="577088" y="1283868"/>
                  <a:pt x="481744" y="1372578"/>
                  <a:pt x="332975" y="1443741"/>
                </a:cubicBezTo>
                <a:cubicBezTo>
                  <a:pt x="367067" y="1307625"/>
                  <a:pt x="415582" y="1177554"/>
                  <a:pt x="462401" y="1096923"/>
                </a:cubicBezTo>
                <a:cubicBezTo>
                  <a:pt x="461301" y="1096140"/>
                  <a:pt x="460300" y="1094913"/>
                  <a:pt x="458116" y="1093459"/>
                </a:cubicBezTo>
                <a:cubicBezTo>
                  <a:pt x="392518" y="1005173"/>
                  <a:pt x="282807" y="894668"/>
                  <a:pt x="314723" y="754343"/>
                </a:cubicBezTo>
                <a:cubicBezTo>
                  <a:pt x="314922" y="752975"/>
                  <a:pt x="315093" y="752193"/>
                  <a:pt x="315089" y="750782"/>
                </a:cubicBezTo>
                <a:cubicBezTo>
                  <a:pt x="244850" y="707953"/>
                  <a:pt x="153266" y="632338"/>
                  <a:pt x="0" y="551460"/>
                </a:cubicBezTo>
                <a:cubicBezTo>
                  <a:pt x="101019" y="569038"/>
                  <a:pt x="254670" y="556236"/>
                  <a:pt x="362176" y="551462"/>
                </a:cubicBezTo>
                <a:cubicBezTo>
                  <a:pt x="380296" y="523929"/>
                  <a:pt x="380380" y="518636"/>
                  <a:pt x="398335" y="486204"/>
                </a:cubicBezTo>
                <a:cubicBezTo>
                  <a:pt x="488941" y="382430"/>
                  <a:pt x="562745" y="285404"/>
                  <a:pt x="705631" y="284504"/>
                </a:cubicBezTo>
                <a:cubicBezTo>
                  <a:pt x="725739" y="282449"/>
                  <a:pt x="737365" y="283353"/>
                  <a:pt x="767867" y="278358"/>
                </a:cubicBezTo>
                <a:cubicBezTo>
                  <a:pt x="800011" y="194673"/>
                  <a:pt x="842777" y="57945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919152" y="135630"/>
                  <a:pt x="924486" y="169547"/>
                  <a:pt x="987499" y="310210"/>
                </a:cubicBezTo>
                <a:cubicBezTo>
                  <a:pt x="991108" y="311164"/>
                  <a:pt x="991925" y="311432"/>
                  <a:pt x="994861" y="312448"/>
                </a:cubicBezTo>
                <a:cubicBezTo>
                  <a:pt x="1093124" y="351062"/>
                  <a:pt x="1160399" y="412402"/>
                  <a:pt x="1210259" y="486204"/>
                </a:cubicBezTo>
                <a:cubicBezTo>
                  <a:pt x="1219652" y="504307"/>
                  <a:pt x="1234020" y="528536"/>
                  <a:pt x="1246419" y="551463"/>
                </a:cubicBezTo>
                <a:cubicBezTo>
                  <a:pt x="1415854" y="546779"/>
                  <a:pt x="1510484" y="566017"/>
                  <a:pt x="1743480" y="551460"/>
                </a:cubicBezTo>
                <a:cubicBezTo>
                  <a:pt x="1599508" y="625892"/>
                  <a:pt x="1504578" y="713081"/>
                  <a:pt x="1284896" y="841555"/>
                </a:cubicBezTo>
                <a:cubicBezTo>
                  <a:pt x="1284940" y="845348"/>
                  <a:pt x="1284252" y="847387"/>
                  <a:pt x="1283925" y="850996"/>
                </a:cubicBezTo>
                <a:cubicBezTo>
                  <a:pt x="1280387" y="887776"/>
                  <a:pt x="1269567" y="908701"/>
                  <a:pt x="1255398" y="941018"/>
                </a:cubicBezTo>
                <a:cubicBezTo>
                  <a:pt x="1248063" y="954289"/>
                  <a:pt x="1242784" y="963378"/>
                  <a:pt x="1235978" y="976067"/>
                </a:cubicBezTo>
                <a:cubicBezTo>
                  <a:pt x="1253473" y="1082866"/>
                  <a:pt x="1384384" y="1325926"/>
                  <a:pt x="1410505" y="1443741"/>
                </a:cubicBezTo>
                <a:cubicBezTo>
                  <a:pt x="1341250" y="1372991"/>
                  <a:pt x="1091729" y="1236196"/>
                  <a:pt x="1008119" y="1189189"/>
                </a:cubicBezTo>
                <a:cubicBezTo>
                  <a:pt x="1004550" y="1191001"/>
                  <a:pt x="1001167" y="1193331"/>
                  <a:pt x="994861" y="1196238"/>
                </a:cubicBezTo>
                <a:cubicBezTo>
                  <a:pt x="939323" y="1235971"/>
                  <a:pt x="870691" y="1235424"/>
                  <a:pt x="804297" y="1233926"/>
                </a:cubicBezTo>
                <a:cubicBezTo>
                  <a:pt x="774999" y="1240221"/>
                  <a:pt x="731765" y="1225731"/>
                  <a:pt x="705631" y="1224183"/>
                </a:cubicBezTo>
                <a:cubicBezTo>
                  <a:pt x="701762" y="1222118"/>
                  <a:pt x="693571" y="1219655"/>
                  <a:pt x="688351" y="1218928"/>
                </a:cubicBezTo>
                <a:cubicBezTo>
                  <a:pt x="603866" y="1252181"/>
                  <a:pt x="432545" y="1396939"/>
                  <a:pt x="332975" y="1443741"/>
                </a:cubicBezTo>
                <a:cubicBezTo>
                  <a:pt x="387265" y="1278949"/>
                  <a:pt x="430436" y="1183217"/>
                  <a:pt x="462401" y="1096923"/>
                </a:cubicBezTo>
                <a:cubicBezTo>
                  <a:pt x="461070" y="1096008"/>
                  <a:pt x="459513" y="1094404"/>
                  <a:pt x="458116" y="1093459"/>
                </a:cubicBezTo>
                <a:cubicBezTo>
                  <a:pt x="350101" y="995251"/>
                  <a:pt x="311093" y="901551"/>
                  <a:pt x="314723" y="754343"/>
                </a:cubicBezTo>
                <a:cubicBezTo>
                  <a:pt x="315057" y="752804"/>
                  <a:pt x="314899" y="752509"/>
                  <a:pt x="315089" y="750782"/>
                </a:cubicBezTo>
                <a:cubicBezTo>
                  <a:pt x="208158" y="675416"/>
                  <a:pt x="156706" y="637802"/>
                  <a:pt x="0" y="551460"/>
                </a:cubicBezTo>
                <a:cubicBezTo>
                  <a:pt x="95040" y="551271"/>
                  <a:pt x="198995" y="552163"/>
                  <a:pt x="362176" y="551462"/>
                </a:cubicBezTo>
                <a:cubicBezTo>
                  <a:pt x="374255" y="524824"/>
                  <a:pt x="385510" y="502680"/>
                  <a:pt x="398335" y="486204"/>
                </a:cubicBezTo>
                <a:cubicBezTo>
                  <a:pt x="483925" y="386701"/>
                  <a:pt x="565381" y="297371"/>
                  <a:pt x="705631" y="284504"/>
                </a:cubicBezTo>
                <a:cubicBezTo>
                  <a:pt x="722063" y="280563"/>
                  <a:pt x="749603" y="278192"/>
                  <a:pt x="767867" y="278358"/>
                </a:cubicBezTo>
                <a:cubicBezTo>
                  <a:pt x="790468" y="216094"/>
                  <a:pt x="815593" y="116750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630954024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98" name="Forma libre: forma 97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2CBE1B75-130C-4414-96C9-C96E8853041C}"/>
              </a:ext>
            </a:extLst>
          </p:cNvPr>
          <p:cNvSpPr/>
          <p:nvPr/>
        </p:nvSpPr>
        <p:spPr>
          <a:xfrm rot="1786625">
            <a:off x="10303750" y="-746617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912412" y="96138"/>
                  <a:pt x="976689" y="241776"/>
                  <a:pt x="987499" y="310210"/>
                </a:cubicBezTo>
                <a:cubicBezTo>
                  <a:pt x="989676" y="311118"/>
                  <a:pt x="993257" y="311787"/>
                  <a:pt x="994861" y="312448"/>
                </a:cubicBezTo>
                <a:cubicBezTo>
                  <a:pt x="1074470" y="363929"/>
                  <a:pt x="1157256" y="412173"/>
                  <a:pt x="1210259" y="486204"/>
                </a:cubicBezTo>
                <a:cubicBezTo>
                  <a:pt x="1222440" y="501388"/>
                  <a:pt x="1228999" y="526842"/>
                  <a:pt x="1246419" y="551463"/>
                </a:cubicBezTo>
                <a:cubicBezTo>
                  <a:pt x="1475433" y="556928"/>
                  <a:pt x="1558136" y="568382"/>
                  <a:pt x="1743480" y="551460"/>
                </a:cubicBezTo>
                <a:cubicBezTo>
                  <a:pt x="1531571" y="674097"/>
                  <a:pt x="1438844" y="762182"/>
                  <a:pt x="1284896" y="841555"/>
                </a:cubicBezTo>
                <a:cubicBezTo>
                  <a:pt x="1283978" y="845173"/>
                  <a:pt x="1284258" y="847230"/>
                  <a:pt x="1283925" y="850996"/>
                </a:cubicBezTo>
                <a:cubicBezTo>
                  <a:pt x="1278804" y="880589"/>
                  <a:pt x="1270151" y="916140"/>
                  <a:pt x="1255398" y="941018"/>
                </a:cubicBezTo>
                <a:cubicBezTo>
                  <a:pt x="1250789" y="949093"/>
                  <a:pt x="1240503" y="964881"/>
                  <a:pt x="1235978" y="976067"/>
                </a:cubicBezTo>
                <a:cubicBezTo>
                  <a:pt x="1328689" y="1169333"/>
                  <a:pt x="1341599" y="1252223"/>
                  <a:pt x="1410505" y="1443741"/>
                </a:cubicBezTo>
                <a:cubicBezTo>
                  <a:pt x="1233484" y="1318969"/>
                  <a:pt x="1135547" y="1279301"/>
                  <a:pt x="1008119" y="1189189"/>
                </a:cubicBezTo>
                <a:cubicBezTo>
                  <a:pt x="1001759" y="1192588"/>
                  <a:pt x="997975" y="1194453"/>
                  <a:pt x="994861" y="1196238"/>
                </a:cubicBezTo>
                <a:cubicBezTo>
                  <a:pt x="941926" y="1222001"/>
                  <a:pt x="870811" y="1222185"/>
                  <a:pt x="804297" y="1233926"/>
                </a:cubicBezTo>
                <a:cubicBezTo>
                  <a:pt x="778307" y="1231789"/>
                  <a:pt x="736320" y="1229925"/>
                  <a:pt x="705631" y="1224183"/>
                </a:cubicBezTo>
                <a:cubicBezTo>
                  <a:pt x="701171" y="1223107"/>
                  <a:pt x="696795" y="1222105"/>
                  <a:pt x="688351" y="1218928"/>
                </a:cubicBezTo>
                <a:cubicBezTo>
                  <a:pt x="576425" y="1300173"/>
                  <a:pt x="502628" y="1319425"/>
                  <a:pt x="332975" y="1443741"/>
                </a:cubicBezTo>
                <a:cubicBezTo>
                  <a:pt x="363100" y="1340709"/>
                  <a:pt x="423638" y="1247716"/>
                  <a:pt x="462401" y="1096923"/>
                </a:cubicBezTo>
                <a:cubicBezTo>
                  <a:pt x="460480" y="1095384"/>
                  <a:pt x="459521" y="1094464"/>
                  <a:pt x="458116" y="1093459"/>
                </a:cubicBezTo>
                <a:cubicBezTo>
                  <a:pt x="371066" y="1013009"/>
                  <a:pt x="315819" y="896407"/>
                  <a:pt x="314723" y="754343"/>
                </a:cubicBezTo>
                <a:cubicBezTo>
                  <a:pt x="314939" y="753070"/>
                  <a:pt x="315045" y="751662"/>
                  <a:pt x="315089" y="750782"/>
                </a:cubicBezTo>
                <a:cubicBezTo>
                  <a:pt x="185184" y="654358"/>
                  <a:pt x="148562" y="656642"/>
                  <a:pt x="0" y="551460"/>
                </a:cubicBezTo>
                <a:cubicBezTo>
                  <a:pt x="139907" y="556319"/>
                  <a:pt x="226614" y="560108"/>
                  <a:pt x="362176" y="551462"/>
                </a:cubicBezTo>
                <a:cubicBezTo>
                  <a:pt x="372275" y="530207"/>
                  <a:pt x="387842" y="500124"/>
                  <a:pt x="398335" y="486204"/>
                </a:cubicBezTo>
                <a:cubicBezTo>
                  <a:pt x="469308" y="389909"/>
                  <a:pt x="574049" y="309981"/>
                  <a:pt x="705631" y="284504"/>
                </a:cubicBezTo>
                <a:cubicBezTo>
                  <a:pt x="731051" y="280666"/>
                  <a:pt x="739908" y="278747"/>
                  <a:pt x="767867" y="278358"/>
                </a:cubicBezTo>
                <a:cubicBezTo>
                  <a:pt x="799648" y="190907"/>
                  <a:pt x="851867" y="95237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903169" y="77235"/>
                  <a:pt x="960175" y="200238"/>
                  <a:pt x="987499" y="310210"/>
                </a:cubicBezTo>
                <a:cubicBezTo>
                  <a:pt x="989645" y="310570"/>
                  <a:pt x="992109" y="311702"/>
                  <a:pt x="994861" y="312448"/>
                </a:cubicBezTo>
                <a:cubicBezTo>
                  <a:pt x="1089814" y="334510"/>
                  <a:pt x="1167236" y="395979"/>
                  <a:pt x="1210259" y="486204"/>
                </a:cubicBezTo>
                <a:cubicBezTo>
                  <a:pt x="1223974" y="505407"/>
                  <a:pt x="1234092" y="525892"/>
                  <a:pt x="1246419" y="551463"/>
                </a:cubicBezTo>
                <a:cubicBezTo>
                  <a:pt x="1453583" y="565197"/>
                  <a:pt x="1523914" y="559186"/>
                  <a:pt x="1743480" y="551460"/>
                </a:cubicBezTo>
                <a:cubicBezTo>
                  <a:pt x="1585509" y="637791"/>
                  <a:pt x="1511605" y="707551"/>
                  <a:pt x="1284896" y="841555"/>
                </a:cubicBezTo>
                <a:cubicBezTo>
                  <a:pt x="1284790" y="844548"/>
                  <a:pt x="1283998" y="848067"/>
                  <a:pt x="1283925" y="850996"/>
                </a:cubicBezTo>
                <a:cubicBezTo>
                  <a:pt x="1277978" y="881582"/>
                  <a:pt x="1266167" y="912500"/>
                  <a:pt x="1255398" y="941018"/>
                </a:cubicBezTo>
                <a:cubicBezTo>
                  <a:pt x="1245335" y="955385"/>
                  <a:pt x="1243384" y="961396"/>
                  <a:pt x="1235978" y="976067"/>
                </a:cubicBezTo>
                <a:cubicBezTo>
                  <a:pt x="1286181" y="1138695"/>
                  <a:pt x="1364983" y="1312665"/>
                  <a:pt x="1410505" y="1443741"/>
                </a:cubicBezTo>
                <a:cubicBezTo>
                  <a:pt x="1311785" y="1406930"/>
                  <a:pt x="1153843" y="1265341"/>
                  <a:pt x="1008119" y="1189189"/>
                </a:cubicBezTo>
                <a:cubicBezTo>
                  <a:pt x="1002716" y="1191874"/>
                  <a:pt x="1000677" y="1192834"/>
                  <a:pt x="994861" y="1196238"/>
                </a:cubicBezTo>
                <a:cubicBezTo>
                  <a:pt x="945964" y="1232542"/>
                  <a:pt x="871824" y="1226613"/>
                  <a:pt x="804297" y="1233926"/>
                </a:cubicBezTo>
                <a:cubicBezTo>
                  <a:pt x="769321" y="1229046"/>
                  <a:pt x="734832" y="1228694"/>
                  <a:pt x="705631" y="1224183"/>
                </a:cubicBezTo>
                <a:cubicBezTo>
                  <a:pt x="700724" y="1222076"/>
                  <a:pt x="692952" y="1220111"/>
                  <a:pt x="688351" y="1218928"/>
                </a:cubicBezTo>
                <a:cubicBezTo>
                  <a:pt x="514191" y="1325870"/>
                  <a:pt x="494446" y="1349046"/>
                  <a:pt x="332975" y="1443741"/>
                </a:cubicBezTo>
                <a:cubicBezTo>
                  <a:pt x="377759" y="1298712"/>
                  <a:pt x="406956" y="1214815"/>
                  <a:pt x="462401" y="1096923"/>
                </a:cubicBezTo>
                <a:cubicBezTo>
                  <a:pt x="460759" y="1095252"/>
                  <a:pt x="459878" y="1094805"/>
                  <a:pt x="458116" y="1093459"/>
                </a:cubicBezTo>
                <a:cubicBezTo>
                  <a:pt x="382331" y="994535"/>
                  <a:pt x="335539" y="891349"/>
                  <a:pt x="314723" y="754343"/>
                </a:cubicBezTo>
                <a:cubicBezTo>
                  <a:pt x="314654" y="753534"/>
                  <a:pt x="315093" y="751596"/>
                  <a:pt x="315089" y="750782"/>
                </a:cubicBezTo>
                <a:cubicBezTo>
                  <a:pt x="170967" y="650017"/>
                  <a:pt x="116214" y="645346"/>
                  <a:pt x="0" y="551460"/>
                </a:cubicBezTo>
                <a:cubicBezTo>
                  <a:pt x="74061" y="535316"/>
                  <a:pt x="267019" y="550243"/>
                  <a:pt x="362176" y="551462"/>
                </a:cubicBezTo>
                <a:cubicBezTo>
                  <a:pt x="378579" y="524257"/>
                  <a:pt x="388786" y="509138"/>
                  <a:pt x="398335" y="486204"/>
                </a:cubicBezTo>
                <a:cubicBezTo>
                  <a:pt x="464865" y="385177"/>
                  <a:pt x="550876" y="300605"/>
                  <a:pt x="705631" y="284504"/>
                </a:cubicBezTo>
                <a:cubicBezTo>
                  <a:pt x="731499" y="284905"/>
                  <a:pt x="741030" y="281364"/>
                  <a:pt x="767867" y="278358"/>
                </a:cubicBezTo>
                <a:cubicBezTo>
                  <a:pt x="822555" y="167063"/>
                  <a:pt x="839248" y="116627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579517384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99" name="Forma libre: forma 98">
            <a:hlinkClick r:id="rId2" action="ppaction://hlinksldjump">
              <a:snd r:embed="rId3" name="explode.wav"/>
            </a:hlinkClick>
            <a:extLst>
              <a:ext uri="{FF2B5EF4-FFF2-40B4-BE49-F238E27FC236}">
                <a16:creationId xmlns:a16="http://schemas.microsoft.com/office/drawing/2014/main" id="{DE7A24AB-8E05-473B-92D2-1E2F9E86C199}"/>
              </a:ext>
            </a:extLst>
          </p:cNvPr>
          <p:cNvSpPr/>
          <p:nvPr/>
        </p:nvSpPr>
        <p:spPr>
          <a:xfrm>
            <a:off x="8759594" y="-593330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881970" y="67515"/>
                  <a:pt x="941038" y="217399"/>
                  <a:pt x="987499" y="310210"/>
                </a:cubicBezTo>
                <a:cubicBezTo>
                  <a:pt x="991159" y="311184"/>
                  <a:pt x="991541" y="311189"/>
                  <a:pt x="994861" y="312448"/>
                </a:cubicBezTo>
                <a:cubicBezTo>
                  <a:pt x="1068727" y="340244"/>
                  <a:pt x="1154591" y="415020"/>
                  <a:pt x="1210259" y="486204"/>
                </a:cubicBezTo>
                <a:cubicBezTo>
                  <a:pt x="1222180" y="506321"/>
                  <a:pt x="1228982" y="522827"/>
                  <a:pt x="1246419" y="551463"/>
                </a:cubicBezTo>
                <a:cubicBezTo>
                  <a:pt x="1382193" y="542467"/>
                  <a:pt x="1520246" y="531550"/>
                  <a:pt x="1743480" y="551460"/>
                </a:cubicBezTo>
                <a:cubicBezTo>
                  <a:pt x="1539579" y="664781"/>
                  <a:pt x="1447674" y="717030"/>
                  <a:pt x="1284896" y="841555"/>
                </a:cubicBezTo>
                <a:cubicBezTo>
                  <a:pt x="1284931" y="844389"/>
                  <a:pt x="1284286" y="847471"/>
                  <a:pt x="1283925" y="850996"/>
                </a:cubicBezTo>
                <a:cubicBezTo>
                  <a:pt x="1275570" y="881983"/>
                  <a:pt x="1267684" y="909789"/>
                  <a:pt x="1255398" y="941018"/>
                </a:cubicBezTo>
                <a:cubicBezTo>
                  <a:pt x="1251725" y="951403"/>
                  <a:pt x="1245612" y="961609"/>
                  <a:pt x="1235978" y="976067"/>
                </a:cubicBezTo>
                <a:cubicBezTo>
                  <a:pt x="1305966" y="1205210"/>
                  <a:pt x="1355758" y="1252593"/>
                  <a:pt x="1410505" y="1443741"/>
                </a:cubicBezTo>
                <a:cubicBezTo>
                  <a:pt x="1217251" y="1319934"/>
                  <a:pt x="1172635" y="1312462"/>
                  <a:pt x="1008119" y="1189189"/>
                </a:cubicBezTo>
                <a:cubicBezTo>
                  <a:pt x="1004239" y="1190611"/>
                  <a:pt x="999297" y="1193788"/>
                  <a:pt x="994861" y="1196238"/>
                </a:cubicBezTo>
                <a:cubicBezTo>
                  <a:pt x="931097" y="1209035"/>
                  <a:pt x="882096" y="1232883"/>
                  <a:pt x="804297" y="1233926"/>
                </a:cubicBezTo>
                <a:cubicBezTo>
                  <a:pt x="767092" y="1232303"/>
                  <a:pt x="738409" y="1233178"/>
                  <a:pt x="705631" y="1224183"/>
                </a:cubicBezTo>
                <a:cubicBezTo>
                  <a:pt x="699424" y="1222209"/>
                  <a:pt x="694614" y="1221735"/>
                  <a:pt x="688351" y="1218928"/>
                </a:cubicBezTo>
                <a:cubicBezTo>
                  <a:pt x="609799" y="1254986"/>
                  <a:pt x="466993" y="1338435"/>
                  <a:pt x="332975" y="1443741"/>
                </a:cubicBezTo>
                <a:cubicBezTo>
                  <a:pt x="385296" y="1351757"/>
                  <a:pt x="421820" y="1232701"/>
                  <a:pt x="462401" y="1096923"/>
                </a:cubicBezTo>
                <a:cubicBezTo>
                  <a:pt x="460957" y="1095680"/>
                  <a:pt x="459226" y="1094689"/>
                  <a:pt x="458116" y="1093459"/>
                </a:cubicBezTo>
                <a:cubicBezTo>
                  <a:pt x="361603" y="1023538"/>
                  <a:pt x="302720" y="873790"/>
                  <a:pt x="314723" y="754343"/>
                </a:cubicBezTo>
                <a:cubicBezTo>
                  <a:pt x="314794" y="753167"/>
                  <a:pt x="314940" y="751667"/>
                  <a:pt x="315089" y="750782"/>
                </a:cubicBezTo>
                <a:cubicBezTo>
                  <a:pt x="195077" y="673253"/>
                  <a:pt x="77969" y="594230"/>
                  <a:pt x="0" y="551460"/>
                </a:cubicBezTo>
                <a:cubicBezTo>
                  <a:pt x="77133" y="568973"/>
                  <a:pt x="257163" y="543651"/>
                  <a:pt x="362176" y="551462"/>
                </a:cubicBezTo>
                <a:cubicBezTo>
                  <a:pt x="380657" y="519633"/>
                  <a:pt x="386426" y="503260"/>
                  <a:pt x="398335" y="486204"/>
                </a:cubicBezTo>
                <a:cubicBezTo>
                  <a:pt x="469925" y="393706"/>
                  <a:pt x="596606" y="296932"/>
                  <a:pt x="705631" y="284504"/>
                </a:cubicBezTo>
                <a:cubicBezTo>
                  <a:pt x="727942" y="283793"/>
                  <a:pt x="752967" y="281542"/>
                  <a:pt x="767867" y="278358"/>
                </a:cubicBezTo>
                <a:cubicBezTo>
                  <a:pt x="802861" y="189263"/>
                  <a:pt x="815040" y="132054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894659" y="98244"/>
                  <a:pt x="924929" y="171581"/>
                  <a:pt x="987499" y="310210"/>
                </a:cubicBezTo>
                <a:cubicBezTo>
                  <a:pt x="990323" y="310829"/>
                  <a:pt x="991467" y="311401"/>
                  <a:pt x="994861" y="312448"/>
                </a:cubicBezTo>
                <a:cubicBezTo>
                  <a:pt x="1065757" y="340346"/>
                  <a:pt x="1152809" y="399692"/>
                  <a:pt x="1210259" y="486204"/>
                </a:cubicBezTo>
                <a:cubicBezTo>
                  <a:pt x="1220097" y="507060"/>
                  <a:pt x="1228350" y="526032"/>
                  <a:pt x="1246419" y="551463"/>
                </a:cubicBezTo>
                <a:cubicBezTo>
                  <a:pt x="1401069" y="546951"/>
                  <a:pt x="1546109" y="566645"/>
                  <a:pt x="1743480" y="551460"/>
                </a:cubicBezTo>
                <a:cubicBezTo>
                  <a:pt x="1569985" y="685628"/>
                  <a:pt x="1379817" y="779211"/>
                  <a:pt x="1284896" y="841555"/>
                </a:cubicBezTo>
                <a:cubicBezTo>
                  <a:pt x="1284581" y="844596"/>
                  <a:pt x="1284554" y="847549"/>
                  <a:pt x="1283925" y="850996"/>
                </a:cubicBezTo>
                <a:cubicBezTo>
                  <a:pt x="1275079" y="882384"/>
                  <a:pt x="1268823" y="916197"/>
                  <a:pt x="1255398" y="941018"/>
                </a:cubicBezTo>
                <a:cubicBezTo>
                  <a:pt x="1251165" y="948703"/>
                  <a:pt x="1245999" y="961265"/>
                  <a:pt x="1235978" y="976067"/>
                </a:cubicBezTo>
                <a:cubicBezTo>
                  <a:pt x="1318208" y="1126889"/>
                  <a:pt x="1330960" y="1230232"/>
                  <a:pt x="1410505" y="1443741"/>
                </a:cubicBezTo>
                <a:cubicBezTo>
                  <a:pt x="1313944" y="1408364"/>
                  <a:pt x="1153255" y="1303437"/>
                  <a:pt x="1008119" y="1189189"/>
                </a:cubicBezTo>
                <a:cubicBezTo>
                  <a:pt x="1003254" y="1191638"/>
                  <a:pt x="998346" y="1193928"/>
                  <a:pt x="994861" y="1196238"/>
                </a:cubicBezTo>
                <a:cubicBezTo>
                  <a:pt x="948179" y="1220775"/>
                  <a:pt x="879728" y="1238582"/>
                  <a:pt x="804297" y="1233926"/>
                </a:cubicBezTo>
                <a:cubicBezTo>
                  <a:pt x="770499" y="1236481"/>
                  <a:pt x="738062" y="1238176"/>
                  <a:pt x="705631" y="1224183"/>
                </a:cubicBezTo>
                <a:cubicBezTo>
                  <a:pt x="697269" y="1221950"/>
                  <a:pt x="696658" y="1220874"/>
                  <a:pt x="688351" y="1218928"/>
                </a:cubicBezTo>
                <a:cubicBezTo>
                  <a:pt x="609526" y="1254796"/>
                  <a:pt x="419841" y="1387450"/>
                  <a:pt x="332975" y="1443741"/>
                </a:cubicBezTo>
                <a:cubicBezTo>
                  <a:pt x="388280" y="1295901"/>
                  <a:pt x="416275" y="1257256"/>
                  <a:pt x="462401" y="1096923"/>
                </a:cubicBezTo>
                <a:cubicBezTo>
                  <a:pt x="461368" y="1095888"/>
                  <a:pt x="460080" y="1094937"/>
                  <a:pt x="458116" y="1093459"/>
                </a:cubicBezTo>
                <a:cubicBezTo>
                  <a:pt x="373035" y="1020253"/>
                  <a:pt x="302850" y="889478"/>
                  <a:pt x="314723" y="754343"/>
                </a:cubicBezTo>
                <a:cubicBezTo>
                  <a:pt x="315033" y="752831"/>
                  <a:pt x="314878" y="752145"/>
                  <a:pt x="315089" y="750782"/>
                </a:cubicBezTo>
                <a:cubicBezTo>
                  <a:pt x="237635" y="680644"/>
                  <a:pt x="100975" y="601247"/>
                  <a:pt x="0" y="551460"/>
                </a:cubicBezTo>
                <a:cubicBezTo>
                  <a:pt x="123712" y="565062"/>
                  <a:pt x="255919" y="550717"/>
                  <a:pt x="362176" y="551462"/>
                </a:cubicBezTo>
                <a:cubicBezTo>
                  <a:pt x="376912" y="522756"/>
                  <a:pt x="382545" y="518580"/>
                  <a:pt x="398335" y="486204"/>
                </a:cubicBezTo>
                <a:cubicBezTo>
                  <a:pt x="478421" y="365608"/>
                  <a:pt x="564181" y="294368"/>
                  <a:pt x="705631" y="284504"/>
                </a:cubicBezTo>
                <a:cubicBezTo>
                  <a:pt x="721939" y="284535"/>
                  <a:pt x="739026" y="280291"/>
                  <a:pt x="767867" y="278358"/>
                </a:cubicBezTo>
                <a:cubicBezTo>
                  <a:pt x="808873" y="187311"/>
                  <a:pt x="828064" y="96688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900824927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100" name="Forma libre: forma 99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7EE44AF4-6310-443E-A690-A5BBFE6DDCFE}"/>
              </a:ext>
            </a:extLst>
          </p:cNvPr>
          <p:cNvSpPr/>
          <p:nvPr/>
        </p:nvSpPr>
        <p:spPr>
          <a:xfrm rot="1786625">
            <a:off x="6609763" y="-572203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898023" y="70930"/>
                  <a:pt x="924517" y="186719"/>
                  <a:pt x="987499" y="310210"/>
                </a:cubicBezTo>
                <a:cubicBezTo>
                  <a:pt x="990280" y="311449"/>
                  <a:pt x="992961" y="311552"/>
                  <a:pt x="994861" y="312448"/>
                </a:cubicBezTo>
                <a:cubicBezTo>
                  <a:pt x="1098763" y="351967"/>
                  <a:pt x="1140612" y="416843"/>
                  <a:pt x="1210259" y="486204"/>
                </a:cubicBezTo>
                <a:cubicBezTo>
                  <a:pt x="1214962" y="501935"/>
                  <a:pt x="1233179" y="527558"/>
                  <a:pt x="1246419" y="551463"/>
                </a:cubicBezTo>
                <a:cubicBezTo>
                  <a:pt x="1451000" y="571788"/>
                  <a:pt x="1556839" y="537664"/>
                  <a:pt x="1743480" y="551460"/>
                </a:cubicBezTo>
                <a:cubicBezTo>
                  <a:pt x="1579882" y="671942"/>
                  <a:pt x="1415764" y="773466"/>
                  <a:pt x="1284896" y="841555"/>
                </a:cubicBezTo>
                <a:cubicBezTo>
                  <a:pt x="1284719" y="845226"/>
                  <a:pt x="1284487" y="847852"/>
                  <a:pt x="1283925" y="850996"/>
                </a:cubicBezTo>
                <a:cubicBezTo>
                  <a:pt x="1278008" y="885251"/>
                  <a:pt x="1264606" y="912868"/>
                  <a:pt x="1255398" y="941018"/>
                </a:cubicBezTo>
                <a:cubicBezTo>
                  <a:pt x="1251469" y="950028"/>
                  <a:pt x="1245236" y="962378"/>
                  <a:pt x="1235978" y="976067"/>
                </a:cubicBezTo>
                <a:cubicBezTo>
                  <a:pt x="1329108" y="1162704"/>
                  <a:pt x="1337463" y="1302324"/>
                  <a:pt x="1410505" y="1443741"/>
                </a:cubicBezTo>
                <a:cubicBezTo>
                  <a:pt x="1261726" y="1352914"/>
                  <a:pt x="1130796" y="1264275"/>
                  <a:pt x="1008119" y="1189189"/>
                </a:cubicBezTo>
                <a:cubicBezTo>
                  <a:pt x="1005120" y="1191065"/>
                  <a:pt x="1000929" y="1192527"/>
                  <a:pt x="994861" y="1196238"/>
                </a:cubicBezTo>
                <a:cubicBezTo>
                  <a:pt x="926741" y="1213949"/>
                  <a:pt x="870674" y="1231969"/>
                  <a:pt x="804297" y="1233926"/>
                </a:cubicBezTo>
                <a:cubicBezTo>
                  <a:pt x="775826" y="1235155"/>
                  <a:pt x="740157" y="1227286"/>
                  <a:pt x="705631" y="1224183"/>
                </a:cubicBezTo>
                <a:cubicBezTo>
                  <a:pt x="699112" y="1222744"/>
                  <a:pt x="693287" y="1221094"/>
                  <a:pt x="688351" y="1218928"/>
                </a:cubicBezTo>
                <a:cubicBezTo>
                  <a:pt x="581814" y="1308177"/>
                  <a:pt x="489931" y="1327510"/>
                  <a:pt x="332975" y="1443741"/>
                </a:cubicBezTo>
                <a:cubicBezTo>
                  <a:pt x="365901" y="1338203"/>
                  <a:pt x="443027" y="1176910"/>
                  <a:pt x="462401" y="1096923"/>
                </a:cubicBezTo>
                <a:cubicBezTo>
                  <a:pt x="460937" y="1095951"/>
                  <a:pt x="459135" y="1094166"/>
                  <a:pt x="458116" y="1093459"/>
                </a:cubicBezTo>
                <a:cubicBezTo>
                  <a:pt x="383133" y="993064"/>
                  <a:pt x="310308" y="905780"/>
                  <a:pt x="314723" y="754343"/>
                </a:cubicBezTo>
                <a:cubicBezTo>
                  <a:pt x="314816" y="752835"/>
                  <a:pt x="314818" y="751736"/>
                  <a:pt x="315089" y="750782"/>
                </a:cubicBezTo>
                <a:cubicBezTo>
                  <a:pt x="184901" y="677725"/>
                  <a:pt x="107385" y="628338"/>
                  <a:pt x="0" y="551460"/>
                </a:cubicBezTo>
                <a:cubicBezTo>
                  <a:pt x="83942" y="566126"/>
                  <a:pt x="225877" y="544871"/>
                  <a:pt x="362176" y="551462"/>
                </a:cubicBezTo>
                <a:cubicBezTo>
                  <a:pt x="381497" y="522846"/>
                  <a:pt x="378925" y="517515"/>
                  <a:pt x="398335" y="486204"/>
                </a:cubicBezTo>
                <a:cubicBezTo>
                  <a:pt x="461042" y="373861"/>
                  <a:pt x="582745" y="310744"/>
                  <a:pt x="705631" y="284504"/>
                </a:cubicBezTo>
                <a:cubicBezTo>
                  <a:pt x="735133" y="279624"/>
                  <a:pt x="743587" y="278699"/>
                  <a:pt x="767867" y="278358"/>
                </a:cubicBezTo>
                <a:cubicBezTo>
                  <a:pt x="821041" y="141716"/>
                  <a:pt x="840567" y="89178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907728" y="111619"/>
                  <a:pt x="920867" y="161869"/>
                  <a:pt x="987499" y="310210"/>
                </a:cubicBezTo>
                <a:cubicBezTo>
                  <a:pt x="990159" y="311259"/>
                  <a:pt x="993246" y="312326"/>
                  <a:pt x="994861" y="312448"/>
                </a:cubicBezTo>
                <a:cubicBezTo>
                  <a:pt x="1067378" y="354859"/>
                  <a:pt x="1138109" y="402682"/>
                  <a:pt x="1210259" y="486204"/>
                </a:cubicBezTo>
                <a:cubicBezTo>
                  <a:pt x="1214687" y="501312"/>
                  <a:pt x="1240615" y="533757"/>
                  <a:pt x="1246419" y="551463"/>
                </a:cubicBezTo>
                <a:cubicBezTo>
                  <a:pt x="1433763" y="573641"/>
                  <a:pt x="1575140" y="529667"/>
                  <a:pt x="1743480" y="551460"/>
                </a:cubicBezTo>
                <a:cubicBezTo>
                  <a:pt x="1566258" y="649532"/>
                  <a:pt x="1492544" y="721635"/>
                  <a:pt x="1284896" y="841555"/>
                </a:cubicBezTo>
                <a:cubicBezTo>
                  <a:pt x="1284603" y="845020"/>
                  <a:pt x="1284377" y="847718"/>
                  <a:pt x="1283925" y="850996"/>
                </a:cubicBezTo>
                <a:cubicBezTo>
                  <a:pt x="1280534" y="883982"/>
                  <a:pt x="1270281" y="905007"/>
                  <a:pt x="1255398" y="941018"/>
                </a:cubicBezTo>
                <a:cubicBezTo>
                  <a:pt x="1247344" y="958661"/>
                  <a:pt x="1243735" y="962921"/>
                  <a:pt x="1235978" y="976067"/>
                </a:cubicBezTo>
                <a:cubicBezTo>
                  <a:pt x="1332241" y="1197610"/>
                  <a:pt x="1361864" y="1289173"/>
                  <a:pt x="1410505" y="1443741"/>
                </a:cubicBezTo>
                <a:cubicBezTo>
                  <a:pt x="1218629" y="1345699"/>
                  <a:pt x="1198899" y="1311792"/>
                  <a:pt x="1008119" y="1189189"/>
                </a:cubicBezTo>
                <a:cubicBezTo>
                  <a:pt x="1003920" y="1190911"/>
                  <a:pt x="999816" y="1193680"/>
                  <a:pt x="994861" y="1196238"/>
                </a:cubicBezTo>
                <a:cubicBezTo>
                  <a:pt x="931846" y="1213142"/>
                  <a:pt x="869702" y="1234677"/>
                  <a:pt x="804297" y="1233926"/>
                </a:cubicBezTo>
                <a:cubicBezTo>
                  <a:pt x="771072" y="1232590"/>
                  <a:pt x="738547" y="1235255"/>
                  <a:pt x="705631" y="1224183"/>
                </a:cubicBezTo>
                <a:cubicBezTo>
                  <a:pt x="701895" y="1223325"/>
                  <a:pt x="696971" y="1221535"/>
                  <a:pt x="688351" y="1218928"/>
                </a:cubicBezTo>
                <a:cubicBezTo>
                  <a:pt x="543958" y="1306547"/>
                  <a:pt x="443575" y="1364370"/>
                  <a:pt x="332975" y="1443741"/>
                </a:cubicBezTo>
                <a:cubicBezTo>
                  <a:pt x="370900" y="1300175"/>
                  <a:pt x="408994" y="1274366"/>
                  <a:pt x="462401" y="1096923"/>
                </a:cubicBezTo>
                <a:cubicBezTo>
                  <a:pt x="461215" y="1095875"/>
                  <a:pt x="460014" y="1094774"/>
                  <a:pt x="458116" y="1093459"/>
                </a:cubicBezTo>
                <a:cubicBezTo>
                  <a:pt x="353967" y="996368"/>
                  <a:pt x="330248" y="873730"/>
                  <a:pt x="314723" y="754343"/>
                </a:cubicBezTo>
                <a:cubicBezTo>
                  <a:pt x="314795" y="753084"/>
                  <a:pt x="314887" y="751875"/>
                  <a:pt x="315089" y="750782"/>
                </a:cubicBezTo>
                <a:cubicBezTo>
                  <a:pt x="204957" y="660782"/>
                  <a:pt x="142625" y="626951"/>
                  <a:pt x="0" y="551460"/>
                </a:cubicBezTo>
                <a:cubicBezTo>
                  <a:pt x="170410" y="567851"/>
                  <a:pt x="196766" y="543192"/>
                  <a:pt x="362176" y="551462"/>
                </a:cubicBezTo>
                <a:cubicBezTo>
                  <a:pt x="371952" y="526920"/>
                  <a:pt x="382055" y="511903"/>
                  <a:pt x="398335" y="486204"/>
                </a:cubicBezTo>
                <a:cubicBezTo>
                  <a:pt x="464579" y="386409"/>
                  <a:pt x="548486" y="300865"/>
                  <a:pt x="705631" y="284504"/>
                </a:cubicBezTo>
                <a:cubicBezTo>
                  <a:pt x="723911" y="285585"/>
                  <a:pt x="737065" y="280726"/>
                  <a:pt x="767867" y="278358"/>
                </a:cubicBezTo>
                <a:cubicBezTo>
                  <a:pt x="805397" y="151325"/>
                  <a:pt x="853629" y="60461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138825264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101" name="Forma libre: forma 100">
            <a:hlinkClick r:id="rId2" action="ppaction://hlinksldjump"/>
            <a:extLst>
              <a:ext uri="{FF2B5EF4-FFF2-40B4-BE49-F238E27FC236}">
                <a16:creationId xmlns:a16="http://schemas.microsoft.com/office/drawing/2014/main" id="{3943093D-A281-479B-8F97-AAD778FE7C47}"/>
              </a:ext>
            </a:extLst>
          </p:cNvPr>
          <p:cNvSpPr/>
          <p:nvPr/>
        </p:nvSpPr>
        <p:spPr>
          <a:xfrm>
            <a:off x="11244061" y="3738341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911638" y="78776"/>
                  <a:pt x="966472" y="234507"/>
                  <a:pt x="987499" y="310210"/>
                </a:cubicBezTo>
                <a:cubicBezTo>
                  <a:pt x="989872" y="310752"/>
                  <a:pt x="992771" y="311680"/>
                  <a:pt x="994861" y="312448"/>
                </a:cubicBezTo>
                <a:cubicBezTo>
                  <a:pt x="1077427" y="356132"/>
                  <a:pt x="1162488" y="410220"/>
                  <a:pt x="1210259" y="486204"/>
                </a:cubicBezTo>
                <a:cubicBezTo>
                  <a:pt x="1227118" y="510263"/>
                  <a:pt x="1236556" y="535386"/>
                  <a:pt x="1246419" y="551463"/>
                </a:cubicBezTo>
                <a:cubicBezTo>
                  <a:pt x="1425774" y="535963"/>
                  <a:pt x="1586062" y="569633"/>
                  <a:pt x="1743480" y="551460"/>
                </a:cubicBezTo>
                <a:cubicBezTo>
                  <a:pt x="1535816" y="680039"/>
                  <a:pt x="1491857" y="728659"/>
                  <a:pt x="1284896" y="841555"/>
                </a:cubicBezTo>
                <a:cubicBezTo>
                  <a:pt x="1284378" y="844844"/>
                  <a:pt x="1284854" y="847812"/>
                  <a:pt x="1283925" y="850996"/>
                </a:cubicBezTo>
                <a:cubicBezTo>
                  <a:pt x="1284424" y="884800"/>
                  <a:pt x="1267068" y="912792"/>
                  <a:pt x="1255398" y="941018"/>
                </a:cubicBezTo>
                <a:cubicBezTo>
                  <a:pt x="1248237" y="957617"/>
                  <a:pt x="1239516" y="966362"/>
                  <a:pt x="1235978" y="976067"/>
                </a:cubicBezTo>
                <a:cubicBezTo>
                  <a:pt x="1291619" y="1188847"/>
                  <a:pt x="1373622" y="1287724"/>
                  <a:pt x="1410505" y="1443741"/>
                </a:cubicBezTo>
                <a:cubicBezTo>
                  <a:pt x="1230565" y="1306789"/>
                  <a:pt x="1130238" y="1287391"/>
                  <a:pt x="1008119" y="1189189"/>
                </a:cubicBezTo>
                <a:cubicBezTo>
                  <a:pt x="1003889" y="1192066"/>
                  <a:pt x="998262" y="1194180"/>
                  <a:pt x="994861" y="1196238"/>
                </a:cubicBezTo>
                <a:cubicBezTo>
                  <a:pt x="932605" y="1210093"/>
                  <a:pt x="863532" y="1245577"/>
                  <a:pt x="804297" y="1233926"/>
                </a:cubicBezTo>
                <a:cubicBezTo>
                  <a:pt x="763949" y="1229297"/>
                  <a:pt x="731786" y="1231356"/>
                  <a:pt x="705631" y="1224183"/>
                </a:cubicBezTo>
                <a:cubicBezTo>
                  <a:pt x="700379" y="1223174"/>
                  <a:pt x="696580" y="1220979"/>
                  <a:pt x="688351" y="1218928"/>
                </a:cubicBezTo>
                <a:cubicBezTo>
                  <a:pt x="565495" y="1291691"/>
                  <a:pt x="430975" y="1405561"/>
                  <a:pt x="332975" y="1443741"/>
                </a:cubicBezTo>
                <a:cubicBezTo>
                  <a:pt x="387710" y="1308506"/>
                  <a:pt x="444581" y="1189916"/>
                  <a:pt x="462401" y="1096923"/>
                </a:cubicBezTo>
                <a:cubicBezTo>
                  <a:pt x="461562" y="1096157"/>
                  <a:pt x="459854" y="1094808"/>
                  <a:pt x="458116" y="1093459"/>
                </a:cubicBezTo>
                <a:cubicBezTo>
                  <a:pt x="341707" y="1007749"/>
                  <a:pt x="305284" y="886316"/>
                  <a:pt x="314723" y="754343"/>
                </a:cubicBezTo>
                <a:cubicBezTo>
                  <a:pt x="314735" y="753164"/>
                  <a:pt x="314840" y="752111"/>
                  <a:pt x="315089" y="750782"/>
                </a:cubicBezTo>
                <a:cubicBezTo>
                  <a:pt x="235051" y="718155"/>
                  <a:pt x="97589" y="606578"/>
                  <a:pt x="0" y="551460"/>
                </a:cubicBezTo>
                <a:cubicBezTo>
                  <a:pt x="143794" y="540876"/>
                  <a:pt x="289731" y="539527"/>
                  <a:pt x="362176" y="551462"/>
                </a:cubicBezTo>
                <a:cubicBezTo>
                  <a:pt x="374017" y="524221"/>
                  <a:pt x="388319" y="500869"/>
                  <a:pt x="398335" y="486204"/>
                </a:cubicBezTo>
                <a:cubicBezTo>
                  <a:pt x="465505" y="405222"/>
                  <a:pt x="573269" y="278073"/>
                  <a:pt x="705631" y="284504"/>
                </a:cubicBezTo>
                <a:cubicBezTo>
                  <a:pt x="723563" y="281605"/>
                  <a:pt x="740400" y="278595"/>
                  <a:pt x="767867" y="278358"/>
                </a:cubicBezTo>
                <a:cubicBezTo>
                  <a:pt x="806995" y="214533"/>
                  <a:pt x="806921" y="134000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920377" y="100397"/>
                  <a:pt x="969387" y="245068"/>
                  <a:pt x="987499" y="310210"/>
                </a:cubicBezTo>
                <a:cubicBezTo>
                  <a:pt x="990704" y="310814"/>
                  <a:pt x="992404" y="311549"/>
                  <a:pt x="994861" y="312448"/>
                </a:cubicBezTo>
                <a:cubicBezTo>
                  <a:pt x="1092026" y="342820"/>
                  <a:pt x="1162900" y="403633"/>
                  <a:pt x="1210259" y="486204"/>
                </a:cubicBezTo>
                <a:cubicBezTo>
                  <a:pt x="1225249" y="519751"/>
                  <a:pt x="1237916" y="531999"/>
                  <a:pt x="1246419" y="551463"/>
                </a:cubicBezTo>
                <a:cubicBezTo>
                  <a:pt x="1391900" y="533369"/>
                  <a:pt x="1589971" y="532003"/>
                  <a:pt x="1743480" y="551460"/>
                </a:cubicBezTo>
                <a:cubicBezTo>
                  <a:pt x="1569804" y="672292"/>
                  <a:pt x="1461710" y="737672"/>
                  <a:pt x="1284896" y="841555"/>
                </a:cubicBezTo>
                <a:cubicBezTo>
                  <a:pt x="1284042" y="844773"/>
                  <a:pt x="1284282" y="848344"/>
                  <a:pt x="1283925" y="850996"/>
                </a:cubicBezTo>
                <a:cubicBezTo>
                  <a:pt x="1275429" y="878926"/>
                  <a:pt x="1271142" y="909300"/>
                  <a:pt x="1255398" y="941018"/>
                </a:cubicBezTo>
                <a:cubicBezTo>
                  <a:pt x="1248439" y="954929"/>
                  <a:pt x="1243360" y="959372"/>
                  <a:pt x="1235978" y="976067"/>
                </a:cubicBezTo>
                <a:cubicBezTo>
                  <a:pt x="1293486" y="1075853"/>
                  <a:pt x="1382342" y="1329639"/>
                  <a:pt x="1410505" y="1443741"/>
                </a:cubicBezTo>
                <a:cubicBezTo>
                  <a:pt x="1254165" y="1334689"/>
                  <a:pt x="1162962" y="1263210"/>
                  <a:pt x="1008119" y="1189189"/>
                </a:cubicBezTo>
                <a:cubicBezTo>
                  <a:pt x="1003362" y="1192288"/>
                  <a:pt x="998466" y="1193980"/>
                  <a:pt x="994861" y="1196238"/>
                </a:cubicBezTo>
                <a:cubicBezTo>
                  <a:pt x="938120" y="1221811"/>
                  <a:pt x="868673" y="1236448"/>
                  <a:pt x="804297" y="1233926"/>
                </a:cubicBezTo>
                <a:cubicBezTo>
                  <a:pt x="769175" y="1227465"/>
                  <a:pt x="744428" y="1233392"/>
                  <a:pt x="705631" y="1224183"/>
                </a:cubicBezTo>
                <a:cubicBezTo>
                  <a:pt x="699034" y="1222445"/>
                  <a:pt x="696145" y="1221350"/>
                  <a:pt x="688351" y="1218928"/>
                </a:cubicBezTo>
                <a:cubicBezTo>
                  <a:pt x="546119" y="1296488"/>
                  <a:pt x="405674" y="1382884"/>
                  <a:pt x="332975" y="1443741"/>
                </a:cubicBezTo>
                <a:cubicBezTo>
                  <a:pt x="372479" y="1321831"/>
                  <a:pt x="426858" y="1216960"/>
                  <a:pt x="462401" y="1096923"/>
                </a:cubicBezTo>
                <a:cubicBezTo>
                  <a:pt x="460778" y="1095671"/>
                  <a:pt x="460155" y="1095028"/>
                  <a:pt x="458116" y="1093459"/>
                </a:cubicBezTo>
                <a:cubicBezTo>
                  <a:pt x="380699" y="1006014"/>
                  <a:pt x="287107" y="897046"/>
                  <a:pt x="314723" y="754343"/>
                </a:cubicBezTo>
                <a:cubicBezTo>
                  <a:pt x="314735" y="753128"/>
                  <a:pt x="315141" y="751731"/>
                  <a:pt x="315089" y="750782"/>
                </a:cubicBezTo>
                <a:cubicBezTo>
                  <a:pt x="192128" y="672463"/>
                  <a:pt x="151801" y="636706"/>
                  <a:pt x="0" y="551460"/>
                </a:cubicBezTo>
                <a:cubicBezTo>
                  <a:pt x="132945" y="564341"/>
                  <a:pt x="259809" y="551529"/>
                  <a:pt x="362176" y="551462"/>
                </a:cubicBezTo>
                <a:cubicBezTo>
                  <a:pt x="374262" y="524163"/>
                  <a:pt x="384670" y="517369"/>
                  <a:pt x="398335" y="486204"/>
                </a:cubicBezTo>
                <a:cubicBezTo>
                  <a:pt x="488075" y="393940"/>
                  <a:pt x="556112" y="317410"/>
                  <a:pt x="705631" y="284504"/>
                </a:cubicBezTo>
                <a:cubicBezTo>
                  <a:pt x="731987" y="279226"/>
                  <a:pt x="744155" y="280959"/>
                  <a:pt x="767867" y="278358"/>
                </a:cubicBezTo>
                <a:cubicBezTo>
                  <a:pt x="801448" y="179252"/>
                  <a:pt x="851443" y="95363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0231523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102" name="Forma libre: forma 101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DEC1FD05-87F9-4EE3-8DFE-84EA8645F3DB}"/>
              </a:ext>
            </a:extLst>
          </p:cNvPr>
          <p:cNvSpPr/>
          <p:nvPr/>
        </p:nvSpPr>
        <p:spPr>
          <a:xfrm rot="1786625">
            <a:off x="3346297" y="-606390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895456" y="92828"/>
                  <a:pt x="963464" y="242444"/>
                  <a:pt x="987499" y="310210"/>
                </a:cubicBezTo>
                <a:cubicBezTo>
                  <a:pt x="989953" y="310767"/>
                  <a:pt x="992737" y="312062"/>
                  <a:pt x="994861" y="312448"/>
                </a:cubicBezTo>
                <a:cubicBezTo>
                  <a:pt x="1100036" y="341987"/>
                  <a:pt x="1145678" y="429633"/>
                  <a:pt x="1210259" y="486204"/>
                </a:cubicBezTo>
                <a:cubicBezTo>
                  <a:pt x="1228159" y="516774"/>
                  <a:pt x="1235194" y="532087"/>
                  <a:pt x="1246419" y="551463"/>
                </a:cubicBezTo>
                <a:cubicBezTo>
                  <a:pt x="1471837" y="575380"/>
                  <a:pt x="1619260" y="565869"/>
                  <a:pt x="1743480" y="551460"/>
                </a:cubicBezTo>
                <a:cubicBezTo>
                  <a:pt x="1529179" y="669840"/>
                  <a:pt x="1485554" y="743154"/>
                  <a:pt x="1284896" y="841555"/>
                </a:cubicBezTo>
                <a:cubicBezTo>
                  <a:pt x="1284779" y="844152"/>
                  <a:pt x="1284950" y="848127"/>
                  <a:pt x="1283925" y="850996"/>
                </a:cubicBezTo>
                <a:cubicBezTo>
                  <a:pt x="1282490" y="882321"/>
                  <a:pt x="1266487" y="917370"/>
                  <a:pt x="1255398" y="941018"/>
                </a:cubicBezTo>
                <a:cubicBezTo>
                  <a:pt x="1250559" y="953032"/>
                  <a:pt x="1241377" y="969718"/>
                  <a:pt x="1235978" y="976067"/>
                </a:cubicBezTo>
                <a:cubicBezTo>
                  <a:pt x="1329577" y="1186843"/>
                  <a:pt x="1338796" y="1270713"/>
                  <a:pt x="1410505" y="1443741"/>
                </a:cubicBezTo>
                <a:cubicBezTo>
                  <a:pt x="1223519" y="1348516"/>
                  <a:pt x="1157402" y="1266486"/>
                  <a:pt x="1008119" y="1189189"/>
                </a:cubicBezTo>
                <a:cubicBezTo>
                  <a:pt x="1002653" y="1192100"/>
                  <a:pt x="998193" y="1194234"/>
                  <a:pt x="994861" y="1196238"/>
                </a:cubicBezTo>
                <a:cubicBezTo>
                  <a:pt x="932743" y="1231164"/>
                  <a:pt x="867442" y="1234480"/>
                  <a:pt x="804297" y="1233926"/>
                </a:cubicBezTo>
                <a:cubicBezTo>
                  <a:pt x="770973" y="1230423"/>
                  <a:pt x="742731" y="1234301"/>
                  <a:pt x="705631" y="1224183"/>
                </a:cubicBezTo>
                <a:cubicBezTo>
                  <a:pt x="698376" y="1222854"/>
                  <a:pt x="695974" y="1220913"/>
                  <a:pt x="688351" y="1218928"/>
                </a:cubicBezTo>
                <a:cubicBezTo>
                  <a:pt x="615282" y="1276055"/>
                  <a:pt x="471495" y="1333628"/>
                  <a:pt x="332975" y="1443741"/>
                </a:cubicBezTo>
                <a:cubicBezTo>
                  <a:pt x="395711" y="1326303"/>
                  <a:pt x="413617" y="1232117"/>
                  <a:pt x="462401" y="1096923"/>
                </a:cubicBezTo>
                <a:cubicBezTo>
                  <a:pt x="460944" y="1096044"/>
                  <a:pt x="459581" y="1094963"/>
                  <a:pt x="458116" y="1093459"/>
                </a:cubicBezTo>
                <a:cubicBezTo>
                  <a:pt x="361717" y="1006509"/>
                  <a:pt x="291892" y="896083"/>
                  <a:pt x="314723" y="754343"/>
                </a:cubicBezTo>
                <a:cubicBezTo>
                  <a:pt x="314874" y="753301"/>
                  <a:pt x="315070" y="751959"/>
                  <a:pt x="315089" y="750782"/>
                </a:cubicBezTo>
                <a:cubicBezTo>
                  <a:pt x="184539" y="661150"/>
                  <a:pt x="74115" y="620039"/>
                  <a:pt x="0" y="551460"/>
                </a:cubicBezTo>
                <a:cubicBezTo>
                  <a:pt x="171744" y="556393"/>
                  <a:pt x="270621" y="538825"/>
                  <a:pt x="362176" y="551462"/>
                </a:cubicBezTo>
                <a:cubicBezTo>
                  <a:pt x="373709" y="532431"/>
                  <a:pt x="378736" y="515179"/>
                  <a:pt x="398335" y="486204"/>
                </a:cubicBezTo>
                <a:cubicBezTo>
                  <a:pt x="481651" y="409262"/>
                  <a:pt x="580172" y="314620"/>
                  <a:pt x="705631" y="284504"/>
                </a:cubicBezTo>
                <a:cubicBezTo>
                  <a:pt x="726969" y="281629"/>
                  <a:pt x="749131" y="281054"/>
                  <a:pt x="767867" y="278358"/>
                </a:cubicBezTo>
                <a:cubicBezTo>
                  <a:pt x="813972" y="182741"/>
                  <a:pt x="847630" y="71079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906938" y="110108"/>
                  <a:pt x="952896" y="245995"/>
                  <a:pt x="987499" y="310210"/>
                </a:cubicBezTo>
                <a:cubicBezTo>
                  <a:pt x="989695" y="311080"/>
                  <a:pt x="992460" y="311613"/>
                  <a:pt x="994861" y="312448"/>
                </a:cubicBezTo>
                <a:cubicBezTo>
                  <a:pt x="1078665" y="352151"/>
                  <a:pt x="1148601" y="414285"/>
                  <a:pt x="1210259" y="486204"/>
                </a:cubicBezTo>
                <a:cubicBezTo>
                  <a:pt x="1225131" y="517657"/>
                  <a:pt x="1231658" y="521391"/>
                  <a:pt x="1246419" y="551463"/>
                </a:cubicBezTo>
                <a:cubicBezTo>
                  <a:pt x="1389214" y="527233"/>
                  <a:pt x="1503411" y="555032"/>
                  <a:pt x="1743480" y="551460"/>
                </a:cubicBezTo>
                <a:cubicBezTo>
                  <a:pt x="1573191" y="682842"/>
                  <a:pt x="1394004" y="796447"/>
                  <a:pt x="1284896" y="841555"/>
                </a:cubicBezTo>
                <a:cubicBezTo>
                  <a:pt x="1284781" y="844608"/>
                  <a:pt x="1284336" y="847404"/>
                  <a:pt x="1283925" y="850996"/>
                </a:cubicBezTo>
                <a:cubicBezTo>
                  <a:pt x="1280737" y="888744"/>
                  <a:pt x="1270541" y="916373"/>
                  <a:pt x="1255398" y="941018"/>
                </a:cubicBezTo>
                <a:cubicBezTo>
                  <a:pt x="1249660" y="949414"/>
                  <a:pt x="1242155" y="964675"/>
                  <a:pt x="1235978" y="976067"/>
                </a:cubicBezTo>
                <a:cubicBezTo>
                  <a:pt x="1286630" y="1105273"/>
                  <a:pt x="1351520" y="1232075"/>
                  <a:pt x="1410505" y="1443741"/>
                </a:cubicBezTo>
                <a:cubicBezTo>
                  <a:pt x="1265372" y="1331739"/>
                  <a:pt x="1092939" y="1267785"/>
                  <a:pt x="1008119" y="1189189"/>
                </a:cubicBezTo>
                <a:cubicBezTo>
                  <a:pt x="1005077" y="1190400"/>
                  <a:pt x="1001337" y="1192984"/>
                  <a:pt x="994861" y="1196238"/>
                </a:cubicBezTo>
                <a:cubicBezTo>
                  <a:pt x="937909" y="1223156"/>
                  <a:pt x="866168" y="1230447"/>
                  <a:pt x="804297" y="1233926"/>
                </a:cubicBezTo>
                <a:cubicBezTo>
                  <a:pt x="776317" y="1235742"/>
                  <a:pt x="737150" y="1231756"/>
                  <a:pt x="705631" y="1224183"/>
                </a:cubicBezTo>
                <a:cubicBezTo>
                  <a:pt x="698331" y="1222410"/>
                  <a:pt x="692118" y="1220705"/>
                  <a:pt x="688351" y="1218928"/>
                </a:cubicBezTo>
                <a:cubicBezTo>
                  <a:pt x="569135" y="1272718"/>
                  <a:pt x="439158" y="1374948"/>
                  <a:pt x="332975" y="1443741"/>
                </a:cubicBezTo>
                <a:cubicBezTo>
                  <a:pt x="379804" y="1276877"/>
                  <a:pt x="385450" y="1260550"/>
                  <a:pt x="462401" y="1096923"/>
                </a:cubicBezTo>
                <a:cubicBezTo>
                  <a:pt x="461238" y="1096309"/>
                  <a:pt x="459617" y="1094452"/>
                  <a:pt x="458116" y="1093459"/>
                </a:cubicBezTo>
                <a:cubicBezTo>
                  <a:pt x="353508" y="982731"/>
                  <a:pt x="296023" y="894668"/>
                  <a:pt x="314723" y="754343"/>
                </a:cubicBezTo>
                <a:cubicBezTo>
                  <a:pt x="314932" y="753241"/>
                  <a:pt x="314894" y="751775"/>
                  <a:pt x="315089" y="750782"/>
                </a:cubicBezTo>
                <a:cubicBezTo>
                  <a:pt x="164595" y="643029"/>
                  <a:pt x="76856" y="600156"/>
                  <a:pt x="0" y="551460"/>
                </a:cubicBezTo>
                <a:cubicBezTo>
                  <a:pt x="143716" y="549452"/>
                  <a:pt x="208253" y="544294"/>
                  <a:pt x="362176" y="551462"/>
                </a:cubicBezTo>
                <a:cubicBezTo>
                  <a:pt x="371865" y="534940"/>
                  <a:pt x="389346" y="504642"/>
                  <a:pt x="398335" y="486204"/>
                </a:cubicBezTo>
                <a:cubicBezTo>
                  <a:pt x="469967" y="357680"/>
                  <a:pt x="573743" y="302044"/>
                  <a:pt x="705631" y="284504"/>
                </a:cubicBezTo>
                <a:cubicBezTo>
                  <a:pt x="719575" y="281362"/>
                  <a:pt x="747329" y="280437"/>
                  <a:pt x="767867" y="278358"/>
                </a:cubicBezTo>
                <a:cubicBezTo>
                  <a:pt x="805565" y="136109"/>
                  <a:pt x="826408" y="130962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915437626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4CCC52F2-0CCB-43C1-BD91-AC67B65F1965}"/>
              </a:ext>
            </a:extLst>
          </p:cNvPr>
          <p:cNvGrpSpPr/>
          <p:nvPr/>
        </p:nvGrpSpPr>
        <p:grpSpPr>
          <a:xfrm rot="19828201">
            <a:off x="5193909" y="2479815"/>
            <a:ext cx="1804182" cy="1898368"/>
            <a:chOff x="5193909" y="2479815"/>
            <a:chExt cx="1804182" cy="1898368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33CBB06F-FB56-4B2E-81B4-39E2A202790E}"/>
                </a:ext>
              </a:extLst>
            </p:cNvPr>
            <p:cNvSpPr/>
            <p:nvPr/>
          </p:nvSpPr>
          <p:spPr>
            <a:xfrm>
              <a:off x="5617456" y="3093772"/>
              <a:ext cx="1188315" cy="11883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  <p:sp>
          <p:nvSpPr>
            <p:cNvPr id="52" name="Forma libre: forma 51">
              <a:extLst>
                <a:ext uri="{FF2B5EF4-FFF2-40B4-BE49-F238E27FC236}">
                  <a16:creationId xmlns:a16="http://schemas.microsoft.com/office/drawing/2014/main" id="{D52C4426-F0D4-405B-A9FB-4A2F67367068}"/>
                </a:ext>
              </a:extLst>
            </p:cNvPr>
            <p:cNvSpPr/>
            <p:nvPr/>
          </p:nvSpPr>
          <p:spPr>
            <a:xfrm rot="18916223">
              <a:off x="5193909" y="2479815"/>
              <a:ext cx="1804182" cy="1898368"/>
            </a:xfrm>
            <a:custGeom>
              <a:avLst/>
              <a:gdLst>
                <a:gd name="connsiteX0" fmla="*/ 2869038 w 4877140"/>
                <a:gd name="connsiteY0" fmla="*/ 3080405 h 5131748"/>
                <a:gd name="connsiteX1" fmla="*/ 2873804 w 4877140"/>
                <a:gd name="connsiteY1" fmla="*/ 4090238 h 5131748"/>
                <a:gd name="connsiteX2" fmla="*/ 1863970 w 4877140"/>
                <a:gd name="connsiteY2" fmla="*/ 4095004 h 5131748"/>
                <a:gd name="connsiteX3" fmla="*/ 1859205 w 4877140"/>
                <a:gd name="connsiteY3" fmla="*/ 3085170 h 5131748"/>
                <a:gd name="connsiteX4" fmla="*/ 2869038 w 4877140"/>
                <a:gd name="connsiteY4" fmla="*/ 3080405 h 5131748"/>
                <a:gd name="connsiteX5" fmla="*/ 3186981 w 4877140"/>
                <a:gd name="connsiteY5" fmla="*/ 2499237 h 5131748"/>
                <a:gd name="connsiteX6" fmla="*/ 1379362 w 4877140"/>
                <a:gd name="connsiteY6" fmla="*/ 2507767 h 5131748"/>
                <a:gd name="connsiteX7" fmla="*/ 1387893 w 4877140"/>
                <a:gd name="connsiteY7" fmla="*/ 4315386 h 5131748"/>
                <a:gd name="connsiteX8" fmla="*/ 3195512 w 4877140"/>
                <a:gd name="connsiteY8" fmla="*/ 4306856 h 5131748"/>
                <a:gd name="connsiteX9" fmla="*/ 3186981 w 4877140"/>
                <a:gd name="connsiteY9" fmla="*/ 2499237 h 5131748"/>
                <a:gd name="connsiteX10" fmla="*/ 4151814 w 4877140"/>
                <a:gd name="connsiteY10" fmla="*/ 776412 h 5131748"/>
                <a:gd name="connsiteX11" fmla="*/ 4014279 w 4877140"/>
                <a:gd name="connsiteY11" fmla="*/ 1547372 h 5131748"/>
                <a:gd name="connsiteX12" fmla="*/ 4031405 w 4877140"/>
                <a:gd name="connsiteY12" fmla="*/ 1570438 h 5131748"/>
                <a:gd name="connsiteX13" fmla="*/ 4877140 w 4877140"/>
                <a:gd name="connsiteY13" fmla="*/ 1519677 h 5131748"/>
                <a:gd name="connsiteX14" fmla="*/ 4337623 w 4877140"/>
                <a:gd name="connsiteY14" fmla="*/ 2143916 h 5131748"/>
                <a:gd name="connsiteX15" fmla="*/ 4375309 w 4877140"/>
                <a:gd name="connsiteY15" fmla="*/ 2250050 h 5131748"/>
                <a:gd name="connsiteX16" fmla="*/ 3823166 w 4877140"/>
                <a:gd name="connsiteY16" fmla="*/ 4469597 h 5131748"/>
                <a:gd name="connsiteX17" fmla="*/ 662151 w 4877140"/>
                <a:gd name="connsiteY17" fmla="*/ 4484514 h 5131748"/>
                <a:gd name="connsiteX18" fmla="*/ 647234 w 4877140"/>
                <a:gd name="connsiteY18" fmla="*/ 1323499 h 5131748"/>
                <a:gd name="connsiteX19" fmla="*/ 2224652 w 4877140"/>
                <a:gd name="connsiteY19" fmla="*/ 661373 h 5131748"/>
                <a:gd name="connsiteX20" fmla="*/ 2397608 w 4877140"/>
                <a:gd name="connsiteY20" fmla="*/ 668813 h 5131748"/>
                <a:gd name="connsiteX21" fmla="*/ 2679638 w 4877140"/>
                <a:gd name="connsiteY21" fmla="*/ 0 h 5131748"/>
                <a:gd name="connsiteX22" fmla="*/ 3018964 w 4877140"/>
                <a:gd name="connsiteY22" fmla="*/ 804687 h 5131748"/>
                <a:gd name="connsiteX23" fmla="*/ 3062948 w 4877140"/>
                <a:gd name="connsiteY23" fmla="*/ 819839 h 5131748"/>
                <a:gd name="connsiteX24" fmla="*/ 3559736 w 4877140"/>
                <a:gd name="connsiteY24" fmla="*/ 237953 h 5131748"/>
                <a:gd name="connsiteX25" fmla="*/ 3640907 w 4877140"/>
                <a:gd name="connsiteY25" fmla="*/ 1123053 h 513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877140" h="5131748">
                  <a:moveTo>
                    <a:pt x="2869038" y="3080405"/>
                  </a:moveTo>
                  <a:cubicBezTo>
                    <a:pt x="3149212" y="3357947"/>
                    <a:pt x="3151346" y="3810065"/>
                    <a:pt x="2873804" y="4090238"/>
                  </a:cubicBezTo>
                  <a:cubicBezTo>
                    <a:pt x="2596262" y="4370412"/>
                    <a:pt x="2144144" y="4372546"/>
                    <a:pt x="1863970" y="4095004"/>
                  </a:cubicBezTo>
                  <a:cubicBezTo>
                    <a:pt x="1583797" y="3817462"/>
                    <a:pt x="1581663" y="3365344"/>
                    <a:pt x="1859205" y="3085170"/>
                  </a:cubicBezTo>
                  <a:cubicBezTo>
                    <a:pt x="2136747" y="2804997"/>
                    <a:pt x="2588864" y="2802863"/>
                    <a:pt x="2869038" y="3080405"/>
                  </a:cubicBezTo>
                  <a:close/>
                  <a:moveTo>
                    <a:pt x="3186981" y="2499237"/>
                  </a:moveTo>
                  <a:cubicBezTo>
                    <a:pt x="2685466" y="2002432"/>
                    <a:pt x="1876167" y="2006251"/>
                    <a:pt x="1379362" y="2507767"/>
                  </a:cubicBezTo>
                  <a:cubicBezTo>
                    <a:pt x="882558" y="3009283"/>
                    <a:pt x="886377" y="3818582"/>
                    <a:pt x="1387893" y="4315386"/>
                  </a:cubicBezTo>
                  <a:cubicBezTo>
                    <a:pt x="1889408" y="4812191"/>
                    <a:pt x="2698707" y="4808372"/>
                    <a:pt x="3195512" y="4306856"/>
                  </a:cubicBezTo>
                  <a:cubicBezTo>
                    <a:pt x="3692316" y="3805340"/>
                    <a:pt x="3688497" y="2996041"/>
                    <a:pt x="3186981" y="2499237"/>
                  </a:cubicBezTo>
                  <a:close/>
                  <a:moveTo>
                    <a:pt x="4151814" y="776412"/>
                  </a:moveTo>
                  <a:lnTo>
                    <a:pt x="4014279" y="1547372"/>
                  </a:lnTo>
                  <a:lnTo>
                    <a:pt x="4031405" y="1570438"/>
                  </a:lnTo>
                  <a:lnTo>
                    <a:pt x="4877140" y="1519677"/>
                  </a:lnTo>
                  <a:lnTo>
                    <a:pt x="4337623" y="2143916"/>
                  </a:lnTo>
                  <a:lnTo>
                    <a:pt x="4375309" y="2250050"/>
                  </a:lnTo>
                  <a:cubicBezTo>
                    <a:pt x="4603939" y="3009314"/>
                    <a:pt x="4420446" y="3866653"/>
                    <a:pt x="3823166" y="4469597"/>
                  </a:cubicBezTo>
                  <a:cubicBezTo>
                    <a:pt x="2954395" y="5346607"/>
                    <a:pt x="1539160" y="5353285"/>
                    <a:pt x="662151" y="4484514"/>
                  </a:cubicBezTo>
                  <a:cubicBezTo>
                    <a:pt x="-214859" y="3615743"/>
                    <a:pt x="-221537" y="2200509"/>
                    <a:pt x="647234" y="1323499"/>
                  </a:cubicBezTo>
                  <a:cubicBezTo>
                    <a:pt x="1081619" y="884994"/>
                    <a:pt x="1652621" y="664073"/>
                    <a:pt x="2224652" y="661373"/>
                  </a:cubicBezTo>
                  <a:lnTo>
                    <a:pt x="2397608" y="668813"/>
                  </a:lnTo>
                  <a:lnTo>
                    <a:pt x="2679638" y="0"/>
                  </a:lnTo>
                  <a:lnTo>
                    <a:pt x="3018964" y="804687"/>
                  </a:lnTo>
                  <a:lnTo>
                    <a:pt x="3062948" y="819839"/>
                  </a:lnTo>
                  <a:lnTo>
                    <a:pt x="3559736" y="237953"/>
                  </a:lnTo>
                  <a:lnTo>
                    <a:pt x="3640907" y="1123053"/>
                  </a:lnTo>
                  <a:close/>
                </a:path>
              </a:pathLst>
            </a:custGeom>
            <a:ln w="7620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US"/>
            </a:p>
          </p:txBody>
        </p:sp>
      </p:grpSp>
      <p:sp>
        <p:nvSpPr>
          <p:cNvPr id="61" name="Forma libre: forma 60">
            <a:extLst>
              <a:ext uri="{FF2B5EF4-FFF2-40B4-BE49-F238E27FC236}">
                <a16:creationId xmlns:a16="http://schemas.microsoft.com/office/drawing/2014/main" id="{0FD49A93-A9B3-4D10-8C48-01A9E331F236}"/>
              </a:ext>
            </a:extLst>
          </p:cNvPr>
          <p:cNvSpPr/>
          <p:nvPr/>
        </p:nvSpPr>
        <p:spPr>
          <a:xfrm rot="16200000">
            <a:off x="3426128" y="743614"/>
            <a:ext cx="5390546" cy="5390546"/>
          </a:xfrm>
          <a:custGeom>
            <a:avLst/>
            <a:gdLst>
              <a:gd name="connsiteX0" fmla="*/ 2508925 w 8343900"/>
              <a:gd name="connsiteY0" fmla="*/ 5552743 h 8343899"/>
              <a:gd name="connsiteX1" fmla="*/ 2272572 w 8343900"/>
              <a:gd name="connsiteY1" fmla="*/ 5765038 h 8343899"/>
              <a:gd name="connsiteX2" fmla="*/ 2267402 w 8343900"/>
              <a:gd name="connsiteY2" fmla="*/ 5759350 h 8343899"/>
              <a:gd name="connsiteX3" fmla="*/ 1936535 w 8343900"/>
              <a:gd name="connsiteY3" fmla="*/ 5234434 h 8343899"/>
              <a:gd name="connsiteX4" fmla="*/ 1936318 w 8343900"/>
              <a:gd name="connsiteY4" fmla="*/ 5233951 h 8343899"/>
              <a:gd name="connsiteX5" fmla="*/ 1916330 w 8343900"/>
              <a:gd name="connsiteY5" fmla="*/ 5202203 h 8343899"/>
              <a:gd name="connsiteX6" fmla="*/ 1723581 w 8343900"/>
              <a:gd name="connsiteY6" fmla="*/ 4758953 h 8343899"/>
              <a:gd name="connsiteX7" fmla="*/ 1700160 w 8343900"/>
              <a:gd name="connsiteY7" fmla="*/ 4639307 h 8343899"/>
              <a:gd name="connsiteX8" fmla="*/ 1681217 w 8343900"/>
              <a:gd name="connsiteY8" fmla="*/ 4636614 h 8343899"/>
              <a:gd name="connsiteX9" fmla="*/ 1408176 w 8343900"/>
              <a:gd name="connsiteY9" fmla="*/ 4565141 h 8343899"/>
              <a:gd name="connsiteX10" fmla="*/ 1405685 w 8343900"/>
              <a:gd name="connsiteY10" fmla="*/ 4563829 h 8343899"/>
              <a:gd name="connsiteX11" fmla="*/ 1388618 w 8343900"/>
              <a:gd name="connsiteY11" fmla="*/ 4559680 h 8343899"/>
              <a:gd name="connsiteX12" fmla="*/ 958342 w 8343900"/>
              <a:gd name="connsiteY12" fmla="*/ 4439538 h 8343899"/>
              <a:gd name="connsiteX13" fmla="*/ 956990 w 8343900"/>
              <a:gd name="connsiteY13" fmla="*/ 4438865 h 8343899"/>
              <a:gd name="connsiteX14" fmla="*/ 938784 w 8343900"/>
              <a:gd name="connsiteY14" fmla="*/ 4434077 h 8343899"/>
              <a:gd name="connsiteX15" fmla="*/ 574054 w 8343900"/>
              <a:gd name="connsiteY15" fmla="*/ 4338287 h 8343899"/>
              <a:gd name="connsiteX16" fmla="*/ 569594 w 8343900"/>
              <a:gd name="connsiteY16" fmla="*/ 4336630 h 8343899"/>
              <a:gd name="connsiteX17" fmla="*/ 559976 w 8343900"/>
              <a:gd name="connsiteY17" fmla="*/ 4335108 h 8343899"/>
              <a:gd name="connsiteX18" fmla="*/ 430276 w 8343900"/>
              <a:gd name="connsiteY18" fmla="*/ 4292091 h 8343899"/>
              <a:gd name="connsiteX19" fmla="*/ 399198 w 8343900"/>
              <a:gd name="connsiteY19" fmla="*/ 4278986 h 8343899"/>
              <a:gd name="connsiteX20" fmla="*/ 379284 w 8343900"/>
              <a:gd name="connsiteY20" fmla="*/ 4273593 h 8343899"/>
              <a:gd name="connsiteX21" fmla="*/ 0 w 8343900"/>
              <a:gd name="connsiteY21" fmla="*/ 4171949 h 8343899"/>
              <a:gd name="connsiteX22" fmla="*/ 445899 w 8343900"/>
              <a:gd name="connsiteY22" fmla="*/ 4038469 h 8343899"/>
              <a:gd name="connsiteX23" fmla="*/ 451472 w 8343900"/>
              <a:gd name="connsiteY23" fmla="*/ 4037521 h 8343899"/>
              <a:gd name="connsiteX24" fmla="*/ 487456 w 8343900"/>
              <a:gd name="connsiteY24" fmla="*/ 4027058 h 8343899"/>
              <a:gd name="connsiteX25" fmla="*/ 547624 w 8343900"/>
              <a:gd name="connsiteY25" fmla="*/ 4019041 h 8343899"/>
              <a:gd name="connsiteX26" fmla="*/ 578247 w 8343900"/>
              <a:gd name="connsiteY26" fmla="*/ 4014912 h 8343899"/>
              <a:gd name="connsiteX27" fmla="*/ 613424 w 8343900"/>
              <a:gd name="connsiteY27" fmla="*/ 4008189 h 8343899"/>
              <a:gd name="connsiteX28" fmla="*/ 678814 w 8343900"/>
              <a:gd name="connsiteY28" fmla="*/ 3989844 h 8343899"/>
              <a:gd name="connsiteX29" fmla="*/ 786325 w 8343900"/>
              <a:gd name="connsiteY29" fmla="*/ 3946056 h 8343899"/>
              <a:gd name="connsiteX30" fmla="*/ 958697 w 8343900"/>
              <a:gd name="connsiteY30" fmla="*/ 3889792 h 8343899"/>
              <a:gd name="connsiteX31" fmla="*/ 968208 w 8343900"/>
              <a:gd name="connsiteY31" fmla="*/ 3889496 h 8343899"/>
              <a:gd name="connsiteX32" fmla="*/ 975763 w 8343900"/>
              <a:gd name="connsiteY32" fmla="*/ 3887856 h 8343899"/>
              <a:gd name="connsiteX33" fmla="*/ 1017016 w 8343900"/>
              <a:gd name="connsiteY33" fmla="*/ 3887977 h 8343899"/>
              <a:gd name="connsiteX34" fmla="*/ 1060711 w 8343900"/>
              <a:gd name="connsiteY34" fmla="*/ 3887394 h 8343899"/>
              <a:gd name="connsiteX35" fmla="*/ 1096790 w 8343900"/>
              <a:gd name="connsiteY35" fmla="*/ 3879287 h 8343899"/>
              <a:gd name="connsiteX36" fmla="*/ 1368555 w 8343900"/>
              <a:gd name="connsiteY36" fmla="*/ 3780472 h 8343899"/>
              <a:gd name="connsiteX37" fmla="*/ 1436702 w 8343900"/>
              <a:gd name="connsiteY37" fmla="*/ 3769535 h 8343899"/>
              <a:gd name="connsiteX38" fmla="*/ 1486408 w 8343900"/>
              <a:gd name="connsiteY38" fmla="*/ 3756913 h 8343899"/>
              <a:gd name="connsiteX39" fmla="*/ 1635389 w 8343900"/>
              <a:gd name="connsiteY39" fmla="*/ 3724422 h 8343899"/>
              <a:gd name="connsiteX40" fmla="*/ 1717550 w 8343900"/>
              <a:gd name="connsiteY40" fmla="*/ 3697995 h 8343899"/>
              <a:gd name="connsiteX41" fmla="*/ 1726913 w 8343900"/>
              <a:gd name="connsiteY41" fmla="*/ 3627373 h 8343899"/>
              <a:gd name="connsiteX42" fmla="*/ 2123741 w 8343900"/>
              <a:gd name="connsiteY42" fmla="*/ 2776664 h 8343899"/>
              <a:gd name="connsiteX43" fmla="*/ 2144315 w 8343900"/>
              <a:gd name="connsiteY43" fmla="*/ 2747424 h 8343899"/>
              <a:gd name="connsiteX44" fmla="*/ 2152613 w 8343900"/>
              <a:gd name="connsiteY44" fmla="*/ 2738869 h 8343899"/>
              <a:gd name="connsiteX45" fmla="*/ 2171563 w 8343900"/>
              <a:gd name="connsiteY45" fmla="*/ 2712711 h 8343899"/>
              <a:gd name="connsiteX46" fmla="*/ 2387669 w 8343900"/>
              <a:gd name="connsiteY46" fmla="*/ 2953307 h 8343899"/>
              <a:gd name="connsiteX47" fmla="*/ 2387016 w 8343900"/>
              <a:gd name="connsiteY47" fmla="*/ 2954181 h 8343899"/>
              <a:gd name="connsiteX48" fmla="*/ 2019573 w 8343900"/>
              <a:gd name="connsiteY48" fmla="*/ 3874432 h 8343899"/>
              <a:gd name="connsiteX49" fmla="*/ 2009289 w 8343900"/>
              <a:gd name="connsiteY49" fmla="*/ 3999744 h 8343899"/>
              <a:gd name="connsiteX50" fmla="*/ 2015040 w 8343900"/>
              <a:gd name="connsiteY50" fmla="*/ 4171949 h 8343899"/>
              <a:gd name="connsiteX51" fmla="*/ 2079216 w 8343900"/>
              <a:gd name="connsiteY51" fmla="*/ 4694456 h 8343899"/>
              <a:gd name="connsiteX52" fmla="*/ 2113405 w 8343900"/>
              <a:gd name="connsiteY52" fmla="*/ 4824773 h 8343899"/>
              <a:gd name="connsiteX53" fmla="*/ 2164255 w 8343900"/>
              <a:gd name="connsiteY53" fmla="*/ 4969557 h 8343899"/>
              <a:gd name="connsiteX54" fmla="*/ 2387016 w 8343900"/>
              <a:gd name="connsiteY54" fmla="*/ 5389718 h 8343899"/>
              <a:gd name="connsiteX55" fmla="*/ 2458218 w 8343900"/>
              <a:gd name="connsiteY55" fmla="*/ 5486855 h 8343899"/>
              <a:gd name="connsiteX56" fmla="*/ 2476572 w 8343900"/>
              <a:gd name="connsiteY56" fmla="*/ 5515960 h 8343899"/>
              <a:gd name="connsiteX57" fmla="*/ 5428320 w 8343900"/>
              <a:gd name="connsiteY57" fmla="*/ 6338534 h 8343899"/>
              <a:gd name="connsiteX58" fmla="*/ 5407306 w 8343900"/>
              <a:gd name="connsiteY58" fmla="*/ 6352132 h 8343899"/>
              <a:gd name="connsiteX59" fmla="*/ 5405314 w 8343900"/>
              <a:gd name="connsiteY59" fmla="*/ 6353276 h 8343899"/>
              <a:gd name="connsiteX60" fmla="*/ 5403585 w 8343900"/>
              <a:gd name="connsiteY60" fmla="*/ 6354383 h 8343899"/>
              <a:gd name="connsiteX61" fmla="*/ 5382617 w 8343900"/>
              <a:gd name="connsiteY61" fmla="*/ 6366300 h 8343899"/>
              <a:gd name="connsiteX62" fmla="*/ 5119392 w 8343900"/>
              <a:gd name="connsiteY62" fmla="*/ 6497275 h 8343899"/>
              <a:gd name="connsiteX63" fmla="*/ 5077545 w 8343900"/>
              <a:gd name="connsiteY63" fmla="*/ 6510439 h 8343899"/>
              <a:gd name="connsiteX64" fmla="*/ 4974576 w 8343900"/>
              <a:gd name="connsiteY64" fmla="*/ 6550659 h 8343899"/>
              <a:gd name="connsiteX65" fmla="*/ 4790460 w 8343900"/>
              <a:gd name="connsiteY65" fmla="*/ 6607703 h 8343899"/>
              <a:gd name="connsiteX66" fmla="*/ 4656817 w 8343900"/>
              <a:gd name="connsiteY66" fmla="*/ 6636019 h 8343899"/>
              <a:gd name="connsiteX67" fmla="*/ 4647619 w 8343900"/>
              <a:gd name="connsiteY67" fmla="*/ 6659962 h 8343899"/>
              <a:gd name="connsiteX68" fmla="*/ 4611480 w 8343900"/>
              <a:gd name="connsiteY68" fmla="*/ 6744255 h 8343899"/>
              <a:gd name="connsiteX69" fmla="*/ 4586986 w 8343900"/>
              <a:gd name="connsiteY69" fmla="*/ 6857491 h 8343899"/>
              <a:gd name="connsiteX70" fmla="*/ 4466844 w 8343900"/>
              <a:gd name="connsiteY70" fmla="*/ 7287767 h 8343899"/>
              <a:gd name="connsiteX71" fmla="*/ 4438300 w 8343900"/>
              <a:gd name="connsiteY71" fmla="*/ 7403764 h 8343899"/>
              <a:gd name="connsiteX72" fmla="*/ 4434109 w 8343900"/>
              <a:gd name="connsiteY72" fmla="*/ 7465387 h 8343899"/>
              <a:gd name="connsiteX73" fmla="*/ 4380545 w 8343900"/>
              <a:gd name="connsiteY73" fmla="*/ 7617112 h 8343899"/>
              <a:gd name="connsiteX74" fmla="*/ 4366681 w 8343900"/>
              <a:gd name="connsiteY74" fmla="*/ 7645751 h 8343899"/>
              <a:gd name="connsiteX75" fmla="*/ 4359613 w 8343900"/>
              <a:gd name="connsiteY75" fmla="*/ 7668581 h 8343899"/>
              <a:gd name="connsiteX76" fmla="*/ 4335780 w 8343900"/>
              <a:gd name="connsiteY76" fmla="*/ 7757159 h 8343899"/>
              <a:gd name="connsiteX77" fmla="*/ 4323364 w 8343900"/>
              <a:gd name="connsiteY77" fmla="*/ 7798395 h 8343899"/>
              <a:gd name="connsiteX78" fmla="*/ 4316180 w 8343900"/>
              <a:gd name="connsiteY78" fmla="*/ 7816433 h 8343899"/>
              <a:gd name="connsiteX79" fmla="*/ 4313936 w 8343900"/>
              <a:gd name="connsiteY79" fmla="*/ 7835391 h 8343899"/>
              <a:gd name="connsiteX80" fmla="*/ 4171950 w 8343900"/>
              <a:gd name="connsiteY80" fmla="*/ 8343899 h 8343899"/>
              <a:gd name="connsiteX81" fmla="*/ 4116729 w 8343900"/>
              <a:gd name="connsiteY81" fmla="*/ 8137901 h 8343899"/>
              <a:gd name="connsiteX82" fmla="*/ 4097180 w 8343900"/>
              <a:gd name="connsiteY82" fmla="*/ 8033229 h 8343899"/>
              <a:gd name="connsiteX83" fmla="*/ 4093643 w 8343900"/>
              <a:gd name="connsiteY83" fmla="*/ 8019015 h 8343899"/>
              <a:gd name="connsiteX84" fmla="*/ 4076217 w 8343900"/>
              <a:gd name="connsiteY84" fmla="*/ 7963233 h 8343899"/>
              <a:gd name="connsiteX85" fmla="*/ 4046347 w 8343900"/>
              <a:gd name="connsiteY85" fmla="*/ 7894065 h 8343899"/>
              <a:gd name="connsiteX86" fmla="*/ 3928625 w 8343900"/>
              <a:gd name="connsiteY86" fmla="*/ 7463792 h 8343899"/>
              <a:gd name="connsiteX87" fmla="*/ 3913593 w 8343900"/>
              <a:gd name="connsiteY87" fmla="*/ 7415325 h 8343899"/>
              <a:gd name="connsiteX88" fmla="*/ 3909822 w 8343900"/>
              <a:gd name="connsiteY88" fmla="*/ 7405115 h 8343899"/>
              <a:gd name="connsiteX89" fmla="*/ 3784219 w 8343900"/>
              <a:gd name="connsiteY89" fmla="*/ 6955281 h 8343899"/>
              <a:gd name="connsiteX90" fmla="*/ 3772927 w 8343900"/>
              <a:gd name="connsiteY90" fmla="*/ 6915381 h 8343899"/>
              <a:gd name="connsiteX91" fmla="*/ 3724695 w 8343900"/>
              <a:gd name="connsiteY91" fmla="*/ 6813267 h 8343899"/>
              <a:gd name="connsiteX92" fmla="*/ 3698209 w 8343900"/>
              <a:gd name="connsiteY92" fmla="*/ 6714540 h 8343899"/>
              <a:gd name="connsiteX93" fmla="*/ 3679421 w 8343900"/>
              <a:gd name="connsiteY93" fmla="*/ 6623862 h 8343899"/>
              <a:gd name="connsiteX94" fmla="*/ 3509568 w 8343900"/>
              <a:gd name="connsiteY94" fmla="*/ 6588944 h 8343899"/>
              <a:gd name="connsiteX95" fmla="*/ 2605688 w 8343900"/>
              <a:gd name="connsiteY95" fmla="*/ 6097637 h 8343899"/>
              <a:gd name="connsiteX96" fmla="*/ 2567800 w 8343900"/>
              <a:gd name="connsiteY96" fmla="*/ 6063201 h 8343899"/>
              <a:gd name="connsiteX97" fmla="*/ 2804952 w 8343900"/>
              <a:gd name="connsiteY97" fmla="*/ 5850188 h 8343899"/>
              <a:gd name="connsiteX98" fmla="*/ 2807648 w 8343900"/>
              <a:gd name="connsiteY98" fmla="*/ 5852638 h 8343899"/>
              <a:gd name="connsiteX99" fmla="*/ 4193090 w 8343900"/>
              <a:gd name="connsiteY99" fmla="*/ 6349999 h 8343899"/>
              <a:gd name="connsiteX100" fmla="*/ 4432426 w 8343900"/>
              <a:gd name="connsiteY100" fmla="*/ 6326107 h 8343899"/>
              <a:gd name="connsiteX101" fmla="*/ 4555818 w 8343900"/>
              <a:gd name="connsiteY101" fmla="*/ 6311703 h 8343899"/>
              <a:gd name="connsiteX102" fmla="*/ 4666440 w 8343900"/>
              <a:gd name="connsiteY102" fmla="*/ 6295516 h 8343899"/>
              <a:gd name="connsiteX103" fmla="*/ 5040885 w 8343900"/>
              <a:gd name="connsiteY103" fmla="*/ 6178837 h 8343899"/>
              <a:gd name="connsiteX104" fmla="*/ 5088910 w 8343900"/>
              <a:gd name="connsiteY104" fmla="*/ 6154465 h 8343899"/>
              <a:gd name="connsiteX105" fmla="*/ 5117464 w 8343900"/>
              <a:gd name="connsiteY105" fmla="*/ 6144139 h 8343899"/>
              <a:gd name="connsiteX106" fmla="*/ 5136394 w 8343900"/>
              <a:gd name="connsiteY106" fmla="*/ 6137029 h 8343899"/>
              <a:gd name="connsiteX107" fmla="*/ 5156919 w 8343900"/>
              <a:gd name="connsiteY107" fmla="*/ 6128760 h 8343899"/>
              <a:gd name="connsiteX108" fmla="*/ 5169818 w 8343900"/>
              <a:gd name="connsiteY108" fmla="*/ 6123384 h 8343899"/>
              <a:gd name="connsiteX109" fmla="*/ 5211189 w 8343900"/>
              <a:gd name="connsiteY109" fmla="*/ 6096797 h 8343899"/>
              <a:gd name="connsiteX110" fmla="*/ 5327107 w 8343900"/>
              <a:gd name="connsiteY110" fmla="*/ 6232305 h 8343899"/>
              <a:gd name="connsiteX111" fmla="*/ 5332670 w 8343900"/>
              <a:gd name="connsiteY111" fmla="*/ 6239472 h 8343899"/>
              <a:gd name="connsiteX112" fmla="*/ 5377121 w 8343900"/>
              <a:gd name="connsiteY112" fmla="*/ 6292920 h 8343899"/>
              <a:gd name="connsiteX113" fmla="*/ 5428320 w 8343900"/>
              <a:gd name="connsiteY113" fmla="*/ 6338534 h 8343899"/>
              <a:gd name="connsiteX114" fmla="*/ 5981566 w 8343900"/>
              <a:gd name="connsiteY114" fmla="*/ 2433577 h 8343899"/>
              <a:gd name="connsiteX115" fmla="*/ 5745625 w 8343900"/>
              <a:gd name="connsiteY115" fmla="*/ 2645502 h 8343899"/>
              <a:gd name="connsiteX116" fmla="*/ 5733204 w 8343900"/>
              <a:gd name="connsiteY116" fmla="*/ 2631835 h 8343899"/>
              <a:gd name="connsiteX117" fmla="*/ 4854552 w 8343900"/>
              <a:gd name="connsiteY117" fmla="*/ 2120330 h 8343899"/>
              <a:gd name="connsiteX118" fmla="*/ 4701462 w 8343900"/>
              <a:gd name="connsiteY118" fmla="*/ 2072196 h 8343899"/>
              <a:gd name="connsiteX119" fmla="*/ 4671369 w 8343900"/>
              <a:gd name="connsiteY119" fmla="*/ 2064494 h 8343899"/>
              <a:gd name="connsiteX120" fmla="*/ 4193090 w 8343900"/>
              <a:gd name="connsiteY120" fmla="*/ 1993900 h 8343899"/>
              <a:gd name="connsiteX121" fmla="*/ 3480529 w 8343900"/>
              <a:gd name="connsiteY121" fmla="*/ 2125211 h 8343899"/>
              <a:gd name="connsiteX122" fmla="*/ 3323124 w 8343900"/>
              <a:gd name="connsiteY122" fmla="*/ 2175377 h 8343899"/>
              <a:gd name="connsiteX123" fmla="*/ 3169267 w 8343900"/>
              <a:gd name="connsiteY123" fmla="*/ 2253258 h 8343899"/>
              <a:gd name="connsiteX124" fmla="*/ 2807648 w 8343900"/>
              <a:gd name="connsiteY124" fmla="*/ 2491260 h 8343899"/>
              <a:gd name="connsiteX125" fmla="*/ 2658087 w 8343900"/>
              <a:gd name="connsiteY125" fmla="*/ 2627190 h 8343899"/>
              <a:gd name="connsiteX126" fmla="*/ 2598337 w 8343900"/>
              <a:gd name="connsiteY126" fmla="*/ 2567361 h 8343899"/>
              <a:gd name="connsiteX127" fmla="*/ 2580219 w 8343900"/>
              <a:gd name="connsiteY127" fmla="*/ 2540834 h 8343899"/>
              <a:gd name="connsiteX128" fmla="*/ 2534335 w 8343900"/>
              <a:gd name="connsiteY128" fmla="*/ 2489658 h 8343899"/>
              <a:gd name="connsiteX129" fmla="*/ 2446162 w 8343900"/>
              <a:gd name="connsiteY129" fmla="*/ 2391249 h 8343899"/>
              <a:gd name="connsiteX130" fmla="*/ 2527329 w 8343900"/>
              <a:gd name="connsiteY130" fmla="*/ 2314144 h 8343899"/>
              <a:gd name="connsiteX131" fmla="*/ 2556975 w 8343900"/>
              <a:gd name="connsiteY131" fmla="*/ 2293161 h 8343899"/>
              <a:gd name="connsiteX132" fmla="*/ 2564239 w 8343900"/>
              <a:gd name="connsiteY132" fmla="*/ 2286993 h 8343899"/>
              <a:gd name="connsiteX133" fmla="*/ 2605688 w 8343900"/>
              <a:gd name="connsiteY133" fmla="*/ 2246262 h 8343899"/>
              <a:gd name="connsiteX134" fmla="*/ 3509491 w 8343900"/>
              <a:gd name="connsiteY134" fmla="*/ 1711056 h 8343899"/>
              <a:gd name="connsiteX135" fmla="*/ 3680797 w 8343900"/>
              <a:gd name="connsiteY135" fmla="*/ 1688855 h 8343899"/>
              <a:gd name="connsiteX136" fmla="*/ 3720628 w 8343900"/>
              <a:gd name="connsiteY136" fmla="*/ 1588237 h 8343899"/>
              <a:gd name="connsiteX137" fmla="*/ 3772562 w 8343900"/>
              <a:gd name="connsiteY137" fmla="*/ 1429972 h 8343899"/>
              <a:gd name="connsiteX138" fmla="*/ 3789304 w 8343900"/>
              <a:gd name="connsiteY138" fmla="*/ 1368625 h 8343899"/>
              <a:gd name="connsiteX139" fmla="*/ 3812099 w 8343900"/>
              <a:gd name="connsiteY139" fmla="*/ 1284448 h 8343899"/>
              <a:gd name="connsiteX140" fmla="*/ 3866366 w 8343900"/>
              <a:gd name="connsiteY140" fmla="*/ 1096750 h 8343899"/>
              <a:gd name="connsiteX141" fmla="*/ 3887792 w 8343900"/>
              <a:gd name="connsiteY141" fmla="*/ 1018169 h 8343899"/>
              <a:gd name="connsiteX142" fmla="*/ 3887978 w 8343900"/>
              <a:gd name="connsiteY142" fmla="*/ 1017016 h 8343899"/>
              <a:gd name="connsiteX143" fmla="*/ 4019042 w 8343900"/>
              <a:gd name="connsiteY143" fmla="*/ 547623 h 8343899"/>
              <a:gd name="connsiteX144" fmla="*/ 4027067 w 8343900"/>
              <a:gd name="connsiteY144" fmla="*/ 512261 h 8343899"/>
              <a:gd name="connsiteX145" fmla="*/ 4034169 w 8343900"/>
              <a:gd name="connsiteY145" fmla="*/ 468481 h 8343899"/>
              <a:gd name="connsiteX146" fmla="*/ 4171950 w 8343900"/>
              <a:gd name="connsiteY146" fmla="*/ 0 h 8343899"/>
              <a:gd name="connsiteX147" fmla="*/ 4313936 w 8343900"/>
              <a:gd name="connsiteY147" fmla="*/ 508508 h 8343899"/>
              <a:gd name="connsiteX148" fmla="*/ 4319816 w 8343900"/>
              <a:gd name="connsiteY148" fmla="*/ 528921 h 8343899"/>
              <a:gd name="connsiteX149" fmla="*/ 4348204 w 8343900"/>
              <a:gd name="connsiteY149" fmla="*/ 586816 h 8343899"/>
              <a:gd name="connsiteX150" fmla="*/ 4387925 w 8343900"/>
              <a:gd name="connsiteY150" fmla="*/ 787266 h 8343899"/>
              <a:gd name="connsiteX151" fmla="*/ 4400935 w 8343900"/>
              <a:gd name="connsiteY151" fmla="*/ 865567 h 8343899"/>
              <a:gd name="connsiteX152" fmla="*/ 4410526 w 8343900"/>
              <a:gd name="connsiteY152" fmla="*/ 891030 h 8343899"/>
              <a:gd name="connsiteX153" fmla="*/ 4434078 w 8343900"/>
              <a:gd name="connsiteY153" fmla="*/ 938783 h 8343899"/>
              <a:gd name="connsiteX154" fmla="*/ 4473233 w 8343900"/>
              <a:gd name="connsiteY154" fmla="*/ 1050442 h 8343899"/>
              <a:gd name="connsiteX155" fmla="*/ 4475441 w 8343900"/>
              <a:gd name="connsiteY155" fmla="*/ 1063864 h 8343899"/>
              <a:gd name="connsiteX156" fmla="*/ 4493127 w 8343900"/>
              <a:gd name="connsiteY156" fmla="*/ 1098197 h 8343899"/>
              <a:gd name="connsiteX157" fmla="*/ 4516297 w 8343900"/>
              <a:gd name="connsiteY157" fmla="*/ 1180377 h 8343899"/>
              <a:gd name="connsiteX158" fmla="*/ 4554145 w 8343900"/>
              <a:gd name="connsiteY158" fmla="*/ 1395110 h 8343899"/>
              <a:gd name="connsiteX159" fmla="*/ 4570603 w 8343900"/>
              <a:gd name="connsiteY159" fmla="*/ 1427734 h 8343899"/>
              <a:gd name="connsiteX160" fmla="*/ 4631091 w 8343900"/>
              <a:gd name="connsiteY160" fmla="*/ 1617935 h 8343899"/>
              <a:gd name="connsiteX161" fmla="*/ 4641404 w 8343900"/>
              <a:gd name="connsiteY161" fmla="*/ 1700341 h 8343899"/>
              <a:gd name="connsiteX162" fmla="*/ 4697906 w 8343900"/>
              <a:gd name="connsiteY162" fmla="*/ 1707982 h 8343899"/>
              <a:gd name="connsiteX163" fmla="*/ 5157418 w 8343900"/>
              <a:gd name="connsiteY163" fmla="*/ 1862946 h 8343899"/>
              <a:gd name="connsiteX164" fmla="*/ 5231870 w 8343900"/>
              <a:gd name="connsiteY164" fmla="*/ 1902292 h 8343899"/>
              <a:gd name="connsiteX165" fmla="*/ 5393582 w 8343900"/>
              <a:gd name="connsiteY165" fmla="*/ 1961815 h 8343899"/>
              <a:gd name="connsiteX166" fmla="*/ 5957710 w 8343900"/>
              <a:gd name="connsiteY166" fmla="*/ 2407329 h 8343899"/>
              <a:gd name="connsiteX167" fmla="*/ 5981566 w 8343900"/>
              <a:gd name="connsiteY167" fmla="*/ 2433577 h 8343899"/>
              <a:gd name="connsiteX168" fmla="*/ 8343900 w 8343900"/>
              <a:gd name="connsiteY168" fmla="*/ 4171949 h 8343899"/>
              <a:gd name="connsiteX169" fmla="*/ 8126963 w 8343900"/>
              <a:gd name="connsiteY169" fmla="*/ 4238810 h 8343899"/>
              <a:gd name="connsiteX170" fmla="*/ 8103601 w 8343900"/>
              <a:gd name="connsiteY170" fmla="*/ 4242158 h 8343899"/>
              <a:gd name="connsiteX171" fmla="*/ 8003131 w 8343900"/>
              <a:gd name="connsiteY171" fmla="*/ 4263512 h 8343899"/>
              <a:gd name="connsiteX172" fmla="*/ 7913624 w 8343900"/>
              <a:gd name="connsiteY172" fmla="*/ 4292091 h 8343899"/>
              <a:gd name="connsiteX173" fmla="*/ 7774874 w 8343900"/>
              <a:gd name="connsiteY173" fmla="*/ 4335725 h 8343899"/>
              <a:gd name="connsiteX174" fmla="*/ 7753851 w 8343900"/>
              <a:gd name="connsiteY174" fmla="*/ 4339113 h 8343899"/>
              <a:gd name="connsiteX175" fmla="*/ 7723335 w 8343900"/>
              <a:gd name="connsiteY175" fmla="*/ 4346366 h 8343899"/>
              <a:gd name="connsiteX176" fmla="*/ 7444232 w 8343900"/>
              <a:gd name="connsiteY176" fmla="*/ 4423155 h 8343899"/>
              <a:gd name="connsiteX177" fmla="*/ 7423270 w 8343900"/>
              <a:gd name="connsiteY177" fmla="*/ 4429544 h 8343899"/>
              <a:gd name="connsiteX178" fmla="*/ 7383432 w 8343900"/>
              <a:gd name="connsiteY178" fmla="*/ 4455880 h 8343899"/>
              <a:gd name="connsiteX179" fmla="*/ 7239790 w 8343900"/>
              <a:gd name="connsiteY179" fmla="*/ 4486028 h 8343899"/>
              <a:gd name="connsiteX180" fmla="*/ 7210756 w 8343900"/>
              <a:gd name="connsiteY180" fmla="*/ 4488978 h 8343899"/>
              <a:gd name="connsiteX181" fmla="*/ 7154619 w 8343900"/>
              <a:gd name="connsiteY181" fmla="*/ 4502496 h 8343899"/>
              <a:gd name="connsiteX182" fmla="*/ 7033128 w 8343900"/>
              <a:gd name="connsiteY182" fmla="*/ 4531833 h 8343899"/>
              <a:gd name="connsiteX183" fmla="*/ 6994398 w 8343900"/>
              <a:gd name="connsiteY183" fmla="*/ 4548758 h 8343899"/>
              <a:gd name="connsiteX184" fmla="*/ 6682085 w 8343900"/>
              <a:gd name="connsiteY184" fmla="*/ 4644917 h 8343899"/>
              <a:gd name="connsiteX185" fmla="*/ 6630532 w 8343900"/>
              <a:gd name="connsiteY185" fmla="*/ 4655547 h 8343899"/>
              <a:gd name="connsiteX186" fmla="*/ 6594044 w 8343900"/>
              <a:gd name="connsiteY186" fmla="*/ 4795756 h 8343899"/>
              <a:gd name="connsiteX187" fmla="*/ 6526035 w 8343900"/>
              <a:gd name="connsiteY187" fmla="*/ 4982261 h 8343899"/>
              <a:gd name="connsiteX188" fmla="*/ 6523940 w 8343900"/>
              <a:gd name="connsiteY188" fmla="*/ 4986615 h 8343899"/>
              <a:gd name="connsiteX189" fmla="*/ 6493463 w 8343900"/>
              <a:gd name="connsiteY189" fmla="*/ 5094093 h 8343899"/>
              <a:gd name="connsiteX190" fmla="*/ 5780491 w 8343900"/>
              <a:gd name="connsiteY190" fmla="*/ 6097637 h 8343899"/>
              <a:gd name="connsiteX191" fmla="*/ 5777375 w 8343900"/>
              <a:gd name="connsiteY191" fmla="*/ 6099966 h 8343899"/>
              <a:gd name="connsiteX192" fmla="*/ 5633955 w 8343900"/>
              <a:gd name="connsiteY192" fmla="*/ 5927401 h 8343899"/>
              <a:gd name="connsiteX193" fmla="*/ 5604490 w 8343900"/>
              <a:gd name="connsiteY193" fmla="*/ 5896320 h 8343899"/>
              <a:gd name="connsiteX194" fmla="*/ 5564588 w 8343900"/>
              <a:gd name="connsiteY194" fmla="*/ 5863065 h 8343899"/>
              <a:gd name="connsiteX195" fmla="*/ 5578532 w 8343900"/>
              <a:gd name="connsiteY195" fmla="*/ 5852638 h 8343899"/>
              <a:gd name="connsiteX196" fmla="*/ 6281845 w 8343900"/>
              <a:gd name="connsiteY196" fmla="*/ 4712303 h 8343899"/>
              <a:gd name="connsiteX197" fmla="*/ 6322582 w 8343900"/>
              <a:gd name="connsiteY197" fmla="*/ 4530162 h 8343899"/>
              <a:gd name="connsiteX198" fmla="*/ 6347086 w 8343900"/>
              <a:gd name="connsiteY198" fmla="*/ 4396020 h 8343899"/>
              <a:gd name="connsiteX199" fmla="*/ 6371140 w 8343900"/>
              <a:gd name="connsiteY199" fmla="*/ 4171949 h 8343899"/>
              <a:gd name="connsiteX200" fmla="*/ 6244762 w 8343900"/>
              <a:gd name="connsiteY200" fmla="*/ 3464109 h 8343899"/>
              <a:gd name="connsiteX201" fmla="*/ 6211873 w 8343900"/>
              <a:gd name="connsiteY201" fmla="*/ 3350837 h 8343899"/>
              <a:gd name="connsiteX202" fmla="*/ 6168434 w 8343900"/>
              <a:gd name="connsiteY202" fmla="*/ 3251005 h 8343899"/>
              <a:gd name="connsiteX203" fmla="*/ 6108261 w 8343900"/>
              <a:gd name="connsiteY203" fmla="*/ 3133761 h 8343899"/>
              <a:gd name="connsiteX204" fmla="*/ 6009748 w 8343900"/>
              <a:gd name="connsiteY204" fmla="*/ 2971604 h 8343899"/>
              <a:gd name="connsiteX205" fmla="*/ 6248111 w 8343900"/>
              <a:gd name="connsiteY205" fmla="*/ 2757503 h 8343899"/>
              <a:gd name="connsiteX206" fmla="*/ 6262439 w 8343900"/>
              <a:gd name="connsiteY206" fmla="*/ 2776664 h 8343899"/>
              <a:gd name="connsiteX207" fmla="*/ 6658752 w 8343900"/>
              <a:gd name="connsiteY207" fmla="*/ 3593042 h 8343899"/>
              <a:gd name="connsiteX208" fmla="*/ 6678545 w 8343900"/>
              <a:gd name="connsiteY208" fmla="*/ 3707443 h 8343899"/>
              <a:gd name="connsiteX209" fmla="*/ 6702225 w 8343900"/>
              <a:gd name="connsiteY209" fmla="*/ 3715341 h 8343899"/>
              <a:gd name="connsiteX210" fmla="*/ 6797905 w 8343900"/>
              <a:gd name="connsiteY210" fmla="*/ 3743204 h 8343899"/>
              <a:gd name="connsiteX211" fmla="*/ 6850687 w 8343900"/>
              <a:gd name="connsiteY211" fmla="*/ 3755989 h 8343899"/>
              <a:gd name="connsiteX212" fmla="*/ 6857492 w 8343900"/>
              <a:gd name="connsiteY212" fmla="*/ 3756913 h 8343899"/>
              <a:gd name="connsiteX213" fmla="*/ 7124976 w 8343900"/>
              <a:gd name="connsiteY213" fmla="*/ 3825498 h 8343899"/>
              <a:gd name="connsiteX214" fmla="*/ 7161717 w 8343900"/>
              <a:gd name="connsiteY214" fmla="*/ 3839630 h 8343899"/>
              <a:gd name="connsiteX215" fmla="*/ 7237365 w 8343900"/>
              <a:gd name="connsiteY215" fmla="*/ 3863253 h 8343899"/>
              <a:gd name="connsiteX216" fmla="*/ 7346442 w 8343900"/>
              <a:gd name="connsiteY216" fmla="*/ 3893438 h 8343899"/>
              <a:gd name="connsiteX217" fmla="*/ 7356648 w 8343900"/>
              <a:gd name="connsiteY217" fmla="*/ 3896701 h 8343899"/>
              <a:gd name="connsiteX218" fmla="*/ 7366000 w 8343900"/>
              <a:gd name="connsiteY218" fmla="*/ 3898899 h 8343899"/>
              <a:gd name="connsiteX219" fmla="*/ 7776761 w 8343900"/>
              <a:gd name="connsiteY219" fmla="*/ 4015372 h 8343899"/>
              <a:gd name="connsiteX220" fmla="*/ 7789230 w 8343900"/>
              <a:gd name="connsiteY220" fmla="*/ 4019086 h 8343899"/>
              <a:gd name="connsiteX221" fmla="*/ 7796276 w 8343900"/>
              <a:gd name="connsiteY221" fmla="*/ 4019041 h 8343899"/>
              <a:gd name="connsiteX222" fmla="*/ 8343900 w 8343900"/>
              <a:gd name="connsiteY222" fmla="*/ 4171949 h 834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</a:cxnLst>
            <a:rect l="l" t="t" r="r" b="b"/>
            <a:pathLst>
              <a:path w="8343900" h="8343899">
                <a:moveTo>
                  <a:pt x="2508925" y="5552743"/>
                </a:moveTo>
                <a:cubicBezTo>
                  <a:pt x="2475440" y="5622842"/>
                  <a:pt x="2333644" y="5697008"/>
                  <a:pt x="2272572" y="5765038"/>
                </a:cubicBezTo>
                <a:cubicBezTo>
                  <a:pt x="2270451" y="5763646"/>
                  <a:pt x="2269973" y="5761807"/>
                  <a:pt x="2267402" y="5759350"/>
                </a:cubicBezTo>
                <a:cubicBezTo>
                  <a:pt x="2152221" y="5614218"/>
                  <a:pt x="2034979" y="5433333"/>
                  <a:pt x="1936535" y="5234434"/>
                </a:cubicBezTo>
                <a:lnTo>
                  <a:pt x="1936318" y="5233951"/>
                </a:lnTo>
                <a:lnTo>
                  <a:pt x="1916330" y="5202203"/>
                </a:lnTo>
                <a:cubicBezTo>
                  <a:pt x="1832209" y="5061445"/>
                  <a:pt x="1764003" y="4922179"/>
                  <a:pt x="1723581" y="4758953"/>
                </a:cubicBezTo>
                <a:lnTo>
                  <a:pt x="1700160" y="4639307"/>
                </a:lnTo>
                <a:lnTo>
                  <a:pt x="1681217" y="4636614"/>
                </a:lnTo>
                <a:cubicBezTo>
                  <a:pt x="1585694" y="4624303"/>
                  <a:pt x="1490428" y="4613652"/>
                  <a:pt x="1408176" y="4565141"/>
                </a:cubicBezTo>
                <a:lnTo>
                  <a:pt x="1405685" y="4563829"/>
                </a:lnTo>
                <a:lnTo>
                  <a:pt x="1388618" y="4559680"/>
                </a:lnTo>
                <a:cubicBezTo>
                  <a:pt x="1180012" y="4496663"/>
                  <a:pt x="1150878" y="4552276"/>
                  <a:pt x="958342" y="4439538"/>
                </a:cubicBezTo>
                <a:lnTo>
                  <a:pt x="956990" y="4438865"/>
                </a:lnTo>
                <a:lnTo>
                  <a:pt x="938784" y="4434077"/>
                </a:lnTo>
                <a:cubicBezTo>
                  <a:pt x="753834" y="4379716"/>
                  <a:pt x="711721" y="4386469"/>
                  <a:pt x="574054" y="4338287"/>
                </a:cubicBezTo>
                <a:lnTo>
                  <a:pt x="569594" y="4336630"/>
                </a:lnTo>
                <a:lnTo>
                  <a:pt x="559976" y="4335108"/>
                </a:lnTo>
                <a:cubicBezTo>
                  <a:pt x="517260" y="4326111"/>
                  <a:pt x="474285" y="4313325"/>
                  <a:pt x="430276" y="4292091"/>
                </a:cubicBezTo>
                <a:lnTo>
                  <a:pt x="399198" y="4278986"/>
                </a:lnTo>
                <a:lnTo>
                  <a:pt x="379284" y="4273593"/>
                </a:lnTo>
                <a:cubicBezTo>
                  <a:pt x="262495" y="4245985"/>
                  <a:pt x="171277" y="4245461"/>
                  <a:pt x="0" y="4171949"/>
                </a:cubicBezTo>
                <a:cubicBezTo>
                  <a:pt x="195496" y="4125856"/>
                  <a:pt x="270131" y="4073647"/>
                  <a:pt x="445899" y="4038469"/>
                </a:cubicBezTo>
                <a:lnTo>
                  <a:pt x="451472" y="4037521"/>
                </a:lnTo>
                <a:lnTo>
                  <a:pt x="487456" y="4027058"/>
                </a:lnTo>
                <a:cubicBezTo>
                  <a:pt x="506792" y="4022821"/>
                  <a:pt x="526689" y="4020001"/>
                  <a:pt x="547624" y="4019041"/>
                </a:cubicBezTo>
                <a:lnTo>
                  <a:pt x="578247" y="4014912"/>
                </a:lnTo>
                <a:lnTo>
                  <a:pt x="613424" y="4008189"/>
                </a:lnTo>
                <a:lnTo>
                  <a:pt x="678814" y="3989844"/>
                </a:lnTo>
                <a:lnTo>
                  <a:pt x="786325" y="3946056"/>
                </a:lnTo>
                <a:cubicBezTo>
                  <a:pt x="843935" y="3921057"/>
                  <a:pt x="900793" y="3897457"/>
                  <a:pt x="958697" y="3889792"/>
                </a:cubicBezTo>
                <a:lnTo>
                  <a:pt x="968208" y="3889496"/>
                </a:lnTo>
                <a:lnTo>
                  <a:pt x="975763" y="3887856"/>
                </a:lnTo>
                <a:cubicBezTo>
                  <a:pt x="990217" y="3886082"/>
                  <a:pt x="1003933" y="3885980"/>
                  <a:pt x="1017016" y="3887977"/>
                </a:cubicBezTo>
                <a:lnTo>
                  <a:pt x="1060711" y="3887394"/>
                </a:lnTo>
                <a:lnTo>
                  <a:pt x="1096790" y="3879287"/>
                </a:lnTo>
                <a:cubicBezTo>
                  <a:pt x="1165995" y="3857640"/>
                  <a:pt x="1246180" y="3807044"/>
                  <a:pt x="1368555" y="3780472"/>
                </a:cubicBezTo>
                <a:lnTo>
                  <a:pt x="1436702" y="3769535"/>
                </a:lnTo>
                <a:lnTo>
                  <a:pt x="1486408" y="3756913"/>
                </a:lnTo>
                <a:cubicBezTo>
                  <a:pt x="1540906" y="3748509"/>
                  <a:pt x="1590236" y="3737080"/>
                  <a:pt x="1635389" y="3724422"/>
                </a:cubicBezTo>
                <a:lnTo>
                  <a:pt x="1717550" y="3697995"/>
                </a:lnTo>
                <a:lnTo>
                  <a:pt x="1726913" y="3627373"/>
                </a:lnTo>
                <a:cubicBezTo>
                  <a:pt x="1783722" y="3280158"/>
                  <a:pt x="1914226" y="2953984"/>
                  <a:pt x="2123741" y="2776664"/>
                </a:cubicBezTo>
                <a:cubicBezTo>
                  <a:pt x="2127494" y="2763686"/>
                  <a:pt x="2135348" y="2756011"/>
                  <a:pt x="2144315" y="2747424"/>
                </a:cubicBezTo>
                <a:lnTo>
                  <a:pt x="2152613" y="2738869"/>
                </a:lnTo>
                <a:lnTo>
                  <a:pt x="2171563" y="2712711"/>
                </a:lnTo>
                <a:cubicBezTo>
                  <a:pt x="2261285" y="2787449"/>
                  <a:pt x="2286571" y="2850048"/>
                  <a:pt x="2387669" y="2953307"/>
                </a:cubicBezTo>
                <a:cubicBezTo>
                  <a:pt x="2387535" y="2953497"/>
                  <a:pt x="2387219" y="2953755"/>
                  <a:pt x="2387016" y="2954181"/>
                </a:cubicBezTo>
                <a:cubicBezTo>
                  <a:pt x="2217325" y="3202575"/>
                  <a:pt x="2063905" y="3558287"/>
                  <a:pt x="2019573" y="3874432"/>
                </a:cubicBezTo>
                <a:lnTo>
                  <a:pt x="2009289" y="3999744"/>
                </a:lnTo>
                <a:lnTo>
                  <a:pt x="2015040" y="4171949"/>
                </a:lnTo>
                <a:cubicBezTo>
                  <a:pt x="2022135" y="4359981"/>
                  <a:pt x="2043240" y="4533889"/>
                  <a:pt x="2079216" y="4694456"/>
                </a:cubicBezTo>
                <a:lnTo>
                  <a:pt x="2113405" y="4824773"/>
                </a:lnTo>
                <a:lnTo>
                  <a:pt x="2164255" y="4969557"/>
                </a:lnTo>
                <a:cubicBezTo>
                  <a:pt x="2226184" y="5127747"/>
                  <a:pt x="2303035" y="5274302"/>
                  <a:pt x="2387016" y="5389718"/>
                </a:cubicBezTo>
                <a:cubicBezTo>
                  <a:pt x="2419238" y="5422165"/>
                  <a:pt x="2440435" y="5457114"/>
                  <a:pt x="2458218" y="5486855"/>
                </a:cubicBezTo>
                <a:lnTo>
                  <a:pt x="2476572" y="5515960"/>
                </a:lnTo>
                <a:close/>
                <a:moveTo>
                  <a:pt x="5428320" y="6338534"/>
                </a:moveTo>
                <a:cubicBezTo>
                  <a:pt x="5421356" y="6345054"/>
                  <a:pt x="5414638" y="6348546"/>
                  <a:pt x="5407306" y="6352132"/>
                </a:cubicBezTo>
                <a:lnTo>
                  <a:pt x="5405314" y="6353276"/>
                </a:lnTo>
                <a:lnTo>
                  <a:pt x="5403585" y="6354383"/>
                </a:lnTo>
                <a:cubicBezTo>
                  <a:pt x="5396168" y="6357705"/>
                  <a:pt x="5389378" y="6360372"/>
                  <a:pt x="5382617" y="6366300"/>
                </a:cubicBezTo>
                <a:cubicBezTo>
                  <a:pt x="5305316" y="6419376"/>
                  <a:pt x="5215913" y="6462227"/>
                  <a:pt x="5119392" y="6497275"/>
                </a:cubicBezTo>
                <a:lnTo>
                  <a:pt x="5077545" y="6510439"/>
                </a:lnTo>
                <a:lnTo>
                  <a:pt x="4974576" y="6550659"/>
                </a:lnTo>
                <a:cubicBezTo>
                  <a:pt x="4914537" y="6572045"/>
                  <a:pt x="4853144" y="6591240"/>
                  <a:pt x="4790460" y="6607703"/>
                </a:cubicBezTo>
                <a:lnTo>
                  <a:pt x="4656817" y="6636019"/>
                </a:lnTo>
                <a:lnTo>
                  <a:pt x="4647619" y="6659962"/>
                </a:lnTo>
                <a:lnTo>
                  <a:pt x="4611480" y="6744255"/>
                </a:lnTo>
                <a:lnTo>
                  <a:pt x="4586986" y="6857491"/>
                </a:lnTo>
                <a:cubicBezTo>
                  <a:pt x="4598229" y="6974129"/>
                  <a:pt x="4507071" y="7096517"/>
                  <a:pt x="4466844" y="7287767"/>
                </a:cubicBezTo>
                <a:lnTo>
                  <a:pt x="4438300" y="7403764"/>
                </a:lnTo>
                <a:lnTo>
                  <a:pt x="4434109" y="7465387"/>
                </a:lnTo>
                <a:cubicBezTo>
                  <a:pt x="4424344" y="7534947"/>
                  <a:pt x="4402801" y="7576652"/>
                  <a:pt x="4380545" y="7617112"/>
                </a:cubicBezTo>
                <a:lnTo>
                  <a:pt x="4366681" y="7645751"/>
                </a:lnTo>
                <a:lnTo>
                  <a:pt x="4359613" y="7668581"/>
                </a:lnTo>
                <a:cubicBezTo>
                  <a:pt x="4349468" y="7702327"/>
                  <a:pt x="4341120" y="7732193"/>
                  <a:pt x="4335780" y="7757159"/>
                </a:cubicBezTo>
                <a:cubicBezTo>
                  <a:pt x="4333110" y="7769641"/>
                  <a:pt x="4328835" y="7783353"/>
                  <a:pt x="4323364" y="7798395"/>
                </a:cubicBezTo>
                <a:lnTo>
                  <a:pt x="4316180" y="7816433"/>
                </a:lnTo>
                <a:lnTo>
                  <a:pt x="4313936" y="7835391"/>
                </a:lnTo>
                <a:cubicBezTo>
                  <a:pt x="4301958" y="8060586"/>
                  <a:pt x="4231838" y="8104996"/>
                  <a:pt x="4171950" y="8343899"/>
                </a:cubicBezTo>
                <a:cubicBezTo>
                  <a:pt x="4134018" y="8272067"/>
                  <a:pt x="4126637" y="8208137"/>
                  <a:pt x="4116729" y="8137901"/>
                </a:cubicBezTo>
                <a:lnTo>
                  <a:pt x="4097180" y="8033229"/>
                </a:lnTo>
                <a:lnTo>
                  <a:pt x="4093643" y="8019015"/>
                </a:lnTo>
                <a:lnTo>
                  <a:pt x="4076217" y="7963233"/>
                </a:lnTo>
                <a:cubicBezTo>
                  <a:pt x="4068141" y="7941311"/>
                  <a:pt x="4058357" y="7918329"/>
                  <a:pt x="4046347" y="7894065"/>
                </a:cubicBezTo>
                <a:cubicBezTo>
                  <a:pt x="3962278" y="7724216"/>
                  <a:pt x="3975565" y="7633867"/>
                  <a:pt x="3928625" y="7463792"/>
                </a:cubicBezTo>
                <a:lnTo>
                  <a:pt x="3913593" y="7415325"/>
                </a:lnTo>
                <a:lnTo>
                  <a:pt x="3909822" y="7405115"/>
                </a:lnTo>
                <a:cubicBezTo>
                  <a:pt x="3841924" y="7246602"/>
                  <a:pt x="3845035" y="7137968"/>
                  <a:pt x="3784219" y="6955281"/>
                </a:cubicBezTo>
                <a:lnTo>
                  <a:pt x="3772927" y="6915381"/>
                </a:lnTo>
                <a:lnTo>
                  <a:pt x="3724695" y="6813267"/>
                </a:lnTo>
                <a:cubicBezTo>
                  <a:pt x="3714749" y="6782877"/>
                  <a:pt x="3706150" y="6749549"/>
                  <a:pt x="3698209" y="6714540"/>
                </a:cubicBezTo>
                <a:lnTo>
                  <a:pt x="3679421" y="6623862"/>
                </a:lnTo>
                <a:lnTo>
                  <a:pt x="3509568" y="6588944"/>
                </a:lnTo>
                <a:cubicBezTo>
                  <a:pt x="3153938" y="6498713"/>
                  <a:pt x="2843793" y="6332373"/>
                  <a:pt x="2605688" y="6097637"/>
                </a:cubicBezTo>
                <a:cubicBezTo>
                  <a:pt x="2590723" y="6090696"/>
                  <a:pt x="2584642" y="6074180"/>
                  <a:pt x="2567800" y="6063201"/>
                </a:cubicBezTo>
                <a:cubicBezTo>
                  <a:pt x="2612770" y="5978727"/>
                  <a:pt x="2744116" y="5913395"/>
                  <a:pt x="2804952" y="5850188"/>
                </a:cubicBezTo>
                <a:cubicBezTo>
                  <a:pt x="2806148" y="5850869"/>
                  <a:pt x="2807014" y="5852169"/>
                  <a:pt x="2807648" y="5852638"/>
                </a:cubicBezTo>
                <a:cubicBezTo>
                  <a:pt x="3156481" y="6101176"/>
                  <a:pt x="3761041" y="6309437"/>
                  <a:pt x="4193090" y="6349999"/>
                </a:cubicBezTo>
                <a:cubicBezTo>
                  <a:pt x="4273750" y="6340826"/>
                  <a:pt x="4354069" y="6333689"/>
                  <a:pt x="4432426" y="6326107"/>
                </a:cubicBezTo>
                <a:lnTo>
                  <a:pt x="4555818" y="6311703"/>
                </a:lnTo>
                <a:lnTo>
                  <a:pt x="4666440" y="6295516"/>
                </a:lnTo>
                <a:cubicBezTo>
                  <a:pt x="4817139" y="6267563"/>
                  <a:pt x="4951355" y="6229243"/>
                  <a:pt x="5040885" y="6178837"/>
                </a:cubicBezTo>
                <a:cubicBezTo>
                  <a:pt x="5058609" y="6167968"/>
                  <a:pt x="5074340" y="6160423"/>
                  <a:pt x="5088910" y="6154465"/>
                </a:cubicBezTo>
                <a:lnTo>
                  <a:pt x="5117464" y="6144139"/>
                </a:lnTo>
                <a:lnTo>
                  <a:pt x="5136394" y="6137029"/>
                </a:lnTo>
                <a:lnTo>
                  <a:pt x="5156919" y="6128760"/>
                </a:lnTo>
                <a:lnTo>
                  <a:pt x="5169818" y="6123384"/>
                </a:lnTo>
                <a:lnTo>
                  <a:pt x="5211189" y="6096797"/>
                </a:lnTo>
                <a:cubicBezTo>
                  <a:pt x="5269263" y="6149529"/>
                  <a:pt x="5299410" y="6193357"/>
                  <a:pt x="5327107" y="6232305"/>
                </a:cubicBezTo>
                <a:lnTo>
                  <a:pt x="5332670" y="6239472"/>
                </a:lnTo>
                <a:lnTo>
                  <a:pt x="5377121" y="6292920"/>
                </a:lnTo>
                <a:cubicBezTo>
                  <a:pt x="5392487" y="6309450"/>
                  <a:pt x="5408872" y="6324547"/>
                  <a:pt x="5428320" y="6338534"/>
                </a:cubicBezTo>
                <a:close/>
                <a:moveTo>
                  <a:pt x="5981566" y="2433577"/>
                </a:moveTo>
                <a:cubicBezTo>
                  <a:pt x="5897686" y="2551636"/>
                  <a:pt x="5804562" y="2561805"/>
                  <a:pt x="5745625" y="2645502"/>
                </a:cubicBezTo>
                <a:cubicBezTo>
                  <a:pt x="5738694" y="2639499"/>
                  <a:pt x="5737627" y="2636283"/>
                  <a:pt x="5733204" y="2631835"/>
                </a:cubicBezTo>
                <a:cubicBezTo>
                  <a:pt x="5503717" y="2451858"/>
                  <a:pt x="5200349" y="2248114"/>
                  <a:pt x="4854552" y="2120330"/>
                </a:cubicBezTo>
                <a:lnTo>
                  <a:pt x="4701462" y="2072196"/>
                </a:lnTo>
                <a:lnTo>
                  <a:pt x="4671369" y="2064494"/>
                </a:lnTo>
                <a:cubicBezTo>
                  <a:pt x="4526096" y="2033276"/>
                  <a:pt x="4367934" y="2010474"/>
                  <a:pt x="4193090" y="1993900"/>
                </a:cubicBezTo>
                <a:cubicBezTo>
                  <a:pt x="3983487" y="2029376"/>
                  <a:pt x="3728701" y="2057732"/>
                  <a:pt x="3480529" y="2125211"/>
                </a:cubicBezTo>
                <a:lnTo>
                  <a:pt x="3323124" y="2175377"/>
                </a:lnTo>
                <a:lnTo>
                  <a:pt x="3169267" y="2253258"/>
                </a:lnTo>
                <a:cubicBezTo>
                  <a:pt x="3051025" y="2319129"/>
                  <a:pt x="2930686" y="2398186"/>
                  <a:pt x="2807648" y="2491260"/>
                </a:cubicBezTo>
                <a:cubicBezTo>
                  <a:pt x="2770564" y="2554941"/>
                  <a:pt x="2701450" y="2577416"/>
                  <a:pt x="2658087" y="2627190"/>
                </a:cubicBezTo>
                <a:cubicBezTo>
                  <a:pt x="2632905" y="2607746"/>
                  <a:pt x="2614117" y="2587655"/>
                  <a:pt x="2598337" y="2567361"/>
                </a:cubicBezTo>
                <a:lnTo>
                  <a:pt x="2580219" y="2540834"/>
                </a:lnTo>
                <a:lnTo>
                  <a:pt x="2534335" y="2489658"/>
                </a:lnTo>
                <a:cubicBezTo>
                  <a:pt x="2501929" y="2453429"/>
                  <a:pt x="2475453" y="2423721"/>
                  <a:pt x="2446162" y="2391249"/>
                </a:cubicBezTo>
                <a:cubicBezTo>
                  <a:pt x="2478821" y="2347728"/>
                  <a:pt x="2503309" y="2330168"/>
                  <a:pt x="2527329" y="2314144"/>
                </a:cubicBezTo>
                <a:lnTo>
                  <a:pt x="2556975" y="2293161"/>
                </a:lnTo>
                <a:lnTo>
                  <a:pt x="2564239" y="2286993"/>
                </a:lnTo>
                <a:cubicBezTo>
                  <a:pt x="2577059" y="2275471"/>
                  <a:pt x="2590601" y="2262413"/>
                  <a:pt x="2605688" y="2246262"/>
                </a:cubicBezTo>
                <a:cubicBezTo>
                  <a:pt x="2863254" y="1926482"/>
                  <a:pt x="3161168" y="1774274"/>
                  <a:pt x="3509491" y="1711056"/>
                </a:cubicBezTo>
                <a:lnTo>
                  <a:pt x="3680797" y="1688855"/>
                </a:lnTo>
                <a:lnTo>
                  <a:pt x="3720628" y="1588237"/>
                </a:lnTo>
                <a:lnTo>
                  <a:pt x="3772562" y="1429972"/>
                </a:lnTo>
                <a:lnTo>
                  <a:pt x="3789304" y="1368625"/>
                </a:lnTo>
                <a:lnTo>
                  <a:pt x="3812099" y="1284448"/>
                </a:lnTo>
                <a:cubicBezTo>
                  <a:pt x="3834084" y="1206008"/>
                  <a:pt x="3849594" y="1155638"/>
                  <a:pt x="3866366" y="1096750"/>
                </a:cubicBezTo>
                <a:lnTo>
                  <a:pt x="3887792" y="1018169"/>
                </a:lnTo>
                <a:lnTo>
                  <a:pt x="3887978" y="1017016"/>
                </a:lnTo>
                <a:cubicBezTo>
                  <a:pt x="3894129" y="900716"/>
                  <a:pt x="3999929" y="686402"/>
                  <a:pt x="4019042" y="547623"/>
                </a:cubicBezTo>
                <a:lnTo>
                  <a:pt x="4027067" y="512261"/>
                </a:lnTo>
                <a:lnTo>
                  <a:pt x="4034169" y="468481"/>
                </a:lnTo>
                <a:cubicBezTo>
                  <a:pt x="4065956" y="324599"/>
                  <a:pt x="4156053" y="149463"/>
                  <a:pt x="4171950" y="0"/>
                </a:cubicBezTo>
                <a:cubicBezTo>
                  <a:pt x="4204517" y="116157"/>
                  <a:pt x="4237658" y="263293"/>
                  <a:pt x="4313936" y="508508"/>
                </a:cubicBezTo>
                <a:lnTo>
                  <a:pt x="4319816" y="528921"/>
                </a:lnTo>
                <a:lnTo>
                  <a:pt x="4348204" y="586816"/>
                </a:lnTo>
                <a:cubicBezTo>
                  <a:pt x="4371386" y="648580"/>
                  <a:pt x="4379425" y="718387"/>
                  <a:pt x="4387925" y="787266"/>
                </a:cubicBezTo>
                <a:lnTo>
                  <a:pt x="4400935" y="865567"/>
                </a:lnTo>
                <a:lnTo>
                  <a:pt x="4410526" y="891030"/>
                </a:lnTo>
                <a:cubicBezTo>
                  <a:pt x="4416998" y="905932"/>
                  <a:pt x="4424710" y="921663"/>
                  <a:pt x="4434078" y="938783"/>
                </a:cubicBezTo>
                <a:cubicBezTo>
                  <a:pt x="4452815" y="973024"/>
                  <a:pt x="4464585" y="1010695"/>
                  <a:pt x="4473233" y="1050442"/>
                </a:cubicBezTo>
                <a:lnTo>
                  <a:pt x="4475441" y="1063864"/>
                </a:lnTo>
                <a:lnTo>
                  <a:pt x="4493127" y="1098197"/>
                </a:lnTo>
                <a:cubicBezTo>
                  <a:pt x="4502038" y="1122313"/>
                  <a:pt x="4509520" y="1149854"/>
                  <a:pt x="4516297" y="1180377"/>
                </a:cubicBezTo>
                <a:lnTo>
                  <a:pt x="4554145" y="1395110"/>
                </a:lnTo>
                <a:lnTo>
                  <a:pt x="4570603" y="1427734"/>
                </a:lnTo>
                <a:cubicBezTo>
                  <a:pt x="4607393" y="1487788"/>
                  <a:pt x="4621710" y="1551856"/>
                  <a:pt x="4631091" y="1617935"/>
                </a:cubicBezTo>
                <a:lnTo>
                  <a:pt x="4641404" y="1700341"/>
                </a:lnTo>
                <a:lnTo>
                  <a:pt x="4697906" y="1707982"/>
                </a:lnTo>
                <a:cubicBezTo>
                  <a:pt x="4858389" y="1740958"/>
                  <a:pt x="5011320" y="1794497"/>
                  <a:pt x="5157418" y="1862946"/>
                </a:cubicBezTo>
                <a:lnTo>
                  <a:pt x="5231870" y="1902292"/>
                </a:lnTo>
                <a:lnTo>
                  <a:pt x="5393582" y="1961815"/>
                </a:lnTo>
                <a:cubicBezTo>
                  <a:pt x="5623979" y="2061943"/>
                  <a:pt x="5825721" y="2201992"/>
                  <a:pt x="5957710" y="2407329"/>
                </a:cubicBezTo>
                <a:cubicBezTo>
                  <a:pt x="5968423" y="2413890"/>
                  <a:pt x="5969678" y="2426106"/>
                  <a:pt x="5981566" y="2433577"/>
                </a:cubicBezTo>
                <a:close/>
                <a:moveTo>
                  <a:pt x="8343900" y="4171949"/>
                </a:moveTo>
                <a:cubicBezTo>
                  <a:pt x="8249953" y="4222598"/>
                  <a:pt x="8188159" y="4231835"/>
                  <a:pt x="8126963" y="4238810"/>
                </a:cubicBezTo>
                <a:lnTo>
                  <a:pt x="8103601" y="4242158"/>
                </a:lnTo>
                <a:lnTo>
                  <a:pt x="8003131" y="4263512"/>
                </a:lnTo>
                <a:cubicBezTo>
                  <a:pt x="7966440" y="4272240"/>
                  <a:pt x="7934988" y="4281445"/>
                  <a:pt x="7913624" y="4292091"/>
                </a:cubicBezTo>
                <a:cubicBezTo>
                  <a:pt x="7867850" y="4312889"/>
                  <a:pt x="7821022" y="4326135"/>
                  <a:pt x="7774874" y="4335725"/>
                </a:cubicBezTo>
                <a:lnTo>
                  <a:pt x="7753851" y="4339113"/>
                </a:lnTo>
                <a:lnTo>
                  <a:pt x="7723335" y="4346366"/>
                </a:lnTo>
                <a:cubicBezTo>
                  <a:pt x="7642153" y="4364734"/>
                  <a:pt x="7546168" y="4386854"/>
                  <a:pt x="7444232" y="4423155"/>
                </a:cubicBezTo>
                <a:lnTo>
                  <a:pt x="7423270" y="4429544"/>
                </a:lnTo>
                <a:lnTo>
                  <a:pt x="7383432" y="4455880"/>
                </a:lnTo>
                <a:cubicBezTo>
                  <a:pt x="7340630" y="4476924"/>
                  <a:pt x="7293046" y="4481227"/>
                  <a:pt x="7239790" y="4486028"/>
                </a:cubicBezTo>
                <a:lnTo>
                  <a:pt x="7210756" y="4488978"/>
                </a:lnTo>
                <a:lnTo>
                  <a:pt x="7154619" y="4502496"/>
                </a:lnTo>
                <a:lnTo>
                  <a:pt x="7033128" y="4531833"/>
                </a:lnTo>
                <a:lnTo>
                  <a:pt x="6994398" y="4548758"/>
                </a:lnTo>
                <a:cubicBezTo>
                  <a:pt x="6889446" y="4603928"/>
                  <a:pt x="6792745" y="4623203"/>
                  <a:pt x="6682085" y="4644917"/>
                </a:cubicBezTo>
                <a:lnTo>
                  <a:pt x="6630532" y="4655547"/>
                </a:lnTo>
                <a:lnTo>
                  <a:pt x="6594044" y="4795756"/>
                </a:lnTo>
                <a:cubicBezTo>
                  <a:pt x="6574095" y="4859443"/>
                  <a:pt x="6551319" y="4921522"/>
                  <a:pt x="6526035" y="4982261"/>
                </a:cubicBezTo>
                <a:lnTo>
                  <a:pt x="6523940" y="4986615"/>
                </a:lnTo>
                <a:lnTo>
                  <a:pt x="6493463" y="5094093"/>
                </a:lnTo>
                <a:cubicBezTo>
                  <a:pt x="6345745" y="5542950"/>
                  <a:pt x="6123377" y="5882840"/>
                  <a:pt x="5780491" y="6097637"/>
                </a:cubicBezTo>
                <a:cubicBezTo>
                  <a:pt x="5779534" y="6098863"/>
                  <a:pt x="5777801" y="6099121"/>
                  <a:pt x="5777375" y="6099966"/>
                </a:cubicBezTo>
                <a:cubicBezTo>
                  <a:pt x="5707473" y="6054124"/>
                  <a:pt x="5688366" y="5991676"/>
                  <a:pt x="5633955" y="5927401"/>
                </a:cubicBezTo>
                <a:lnTo>
                  <a:pt x="5604490" y="5896320"/>
                </a:lnTo>
                <a:lnTo>
                  <a:pt x="5564588" y="5863065"/>
                </a:lnTo>
                <a:cubicBezTo>
                  <a:pt x="5570713" y="5857099"/>
                  <a:pt x="5574370" y="5856502"/>
                  <a:pt x="5578532" y="5852638"/>
                </a:cubicBezTo>
                <a:cubicBezTo>
                  <a:pt x="5861667" y="5587671"/>
                  <a:pt x="6141225" y="5211337"/>
                  <a:pt x="6281845" y="4712303"/>
                </a:cubicBezTo>
                <a:lnTo>
                  <a:pt x="6322582" y="4530162"/>
                </a:lnTo>
                <a:lnTo>
                  <a:pt x="6347086" y="4396020"/>
                </a:lnTo>
                <a:cubicBezTo>
                  <a:pt x="6358114" y="4319446"/>
                  <a:pt x="6366051" y="4244392"/>
                  <a:pt x="6371140" y="4171949"/>
                </a:cubicBezTo>
                <a:cubicBezTo>
                  <a:pt x="6320145" y="3918552"/>
                  <a:pt x="6296729" y="3673035"/>
                  <a:pt x="6244762" y="3464109"/>
                </a:cubicBezTo>
                <a:lnTo>
                  <a:pt x="6211873" y="3350837"/>
                </a:lnTo>
                <a:lnTo>
                  <a:pt x="6168434" y="3251005"/>
                </a:lnTo>
                <a:cubicBezTo>
                  <a:pt x="6149247" y="3210430"/>
                  <a:pt x="6129128" y="3171221"/>
                  <a:pt x="6108261" y="3133761"/>
                </a:cubicBezTo>
                <a:cubicBezTo>
                  <a:pt x="6058208" y="3079435"/>
                  <a:pt x="6055968" y="3037659"/>
                  <a:pt x="6009748" y="2971604"/>
                </a:cubicBezTo>
                <a:cubicBezTo>
                  <a:pt x="6097377" y="2853495"/>
                  <a:pt x="6159033" y="2839980"/>
                  <a:pt x="6248111" y="2757503"/>
                </a:cubicBezTo>
                <a:cubicBezTo>
                  <a:pt x="6254231" y="2764828"/>
                  <a:pt x="6259195" y="2772947"/>
                  <a:pt x="6262439" y="2776664"/>
                </a:cubicBezTo>
                <a:cubicBezTo>
                  <a:pt x="6414343" y="2973581"/>
                  <a:pt x="6582156" y="3253603"/>
                  <a:pt x="6658752" y="3593042"/>
                </a:cubicBezTo>
                <a:lnTo>
                  <a:pt x="6678545" y="3707443"/>
                </a:lnTo>
                <a:lnTo>
                  <a:pt x="6702225" y="3715341"/>
                </a:lnTo>
                <a:cubicBezTo>
                  <a:pt x="6730727" y="3724429"/>
                  <a:pt x="6761891" y="3733729"/>
                  <a:pt x="6797905" y="3743204"/>
                </a:cubicBezTo>
                <a:lnTo>
                  <a:pt x="6850687" y="3755989"/>
                </a:lnTo>
                <a:lnTo>
                  <a:pt x="6857492" y="3756913"/>
                </a:lnTo>
                <a:cubicBezTo>
                  <a:pt x="6972133" y="3766585"/>
                  <a:pt x="7050760" y="3795640"/>
                  <a:pt x="7124976" y="3825498"/>
                </a:cubicBezTo>
                <a:lnTo>
                  <a:pt x="7161717" y="3839630"/>
                </a:lnTo>
                <a:lnTo>
                  <a:pt x="7237365" y="3863253"/>
                </a:lnTo>
                <a:cubicBezTo>
                  <a:pt x="7270855" y="3873389"/>
                  <a:pt x="7305952" y="3883380"/>
                  <a:pt x="7346442" y="3893438"/>
                </a:cubicBezTo>
                <a:lnTo>
                  <a:pt x="7356648" y="3896701"/>
                </a:lnTo>
                <a:lnTo>
                  <a:pt x="7366000" y="3898899"/>
                </a:lnTo>
                <a:cubicBezTo>
                  <a:pt x="7511502" y="3918224"/>
                  <a:pt x="7664021" y="3979160"/>
                  <a:pt x="7776761" y="4015372"/>
                </a:cubicBezTo>
                <a:lnTo>
                  <a:pt x="7789230" y="4019086"/>
                </a:lnTo>
                <a:lnTo>
                  <a:pt x="7796276" y="4019041"/>
                </a:lnTo>
                <a:cubicBezTo>
                  <a:pt x="7923656" y="4004911"/>
                  <a:pt x="8114133" y="4132269"/>
                  <a:pt x="8343900" y="417194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69" name="Forma libre: forma 68">
            <a:extLst>
              <a:ext uri="{FF2B5EF4-FFF2-40B4-BE49-F238E27FC236}">
                <a16:creationId xmlns:a16="http://schemas.microsoft.com/office/drawing/2014/main" id="{4B22BB56-3517-447C-A247-32C530EE9171}"/>
              </a:ext>
            </a:extLst>
          </p:cNvPr>
          <p:cNvSpPr/>
          <p:nvPr/>
        </p:nvSpPr>
        <p:spPr>
          <a:xfrm rot="16200000">
            <a:off x="3324587" y="667474"/>
            <a:ext cx="5542826" cy="5542826"/>
          </a:xfrm>
          <a:custGeom>
            <a:avLst/>
            <a:gdLst>
              <a:gd name="connsiteX0" fmla="*/ 2508925 w 8343900"/>
              <a:gd name="connsiteY0" fmla="*/ 5552743 h 8343899"/>
              <a:gd name="connsiteX1" fmla="*/ 2272572 w 8343900"/>
              <a:gd name="connsiteY1" fmla="*/ 5765038 h 8343899"/>
              <a:gd name="connsiteX2" fmla="*/ 2267402 w 8343900"/>
              <a:gd name="connsiteY2" fmla="*/ 5759350 h 8343899"/>
              <a:gd name="connsiteX3" fmla="*/ 1936535 w 8343900"/>
              <a:gd name="connsiteY3" fmla="*/ 5234434 h 8343899"/>
              <a:gd name="connsiteX4" fmla="*/ 1936318 w 8343900"/>
              <a:gd name="connsiteY4" fmla="*/ 5233951 h 8343899"/>
              <a:gd name="connsiteX5" fmla="*/ 1916330 w 8343900"/>
              <a:gd name="connsiteY5" fmla="*/ 5202203 h 8343899"/>
              <a:gd name="connsiteX6" fmla="*/ 1723581 w 8343900"/>
              <a:gd name="connsiteY6" fmla="*/ 4758953 h 8343899"/>
              <a:gd name="connsiteX7" fmla="*/ 1700160 w 8343900"/>
              <a:gd name="connsiteY7" fmla="*/ 4639307 h 8343899"/>
              <a:gd name="connsiteX8" fmla="*/ 1681217 w 8343900"/>
              <a:gd name="connsiteY8" fmla="*/ 4636614 h 8343899"/>
              <a:gd name="connsiteX9" fmla="*/ 1408176 w 8343900"/>
              <a:gd name="connsiteY9" fmla="*/ 4565141 h 8343899"/>
              <a:gd name="connsiteX10" fmla="*/ 1405685 w 8343900"/>
              <a:gd name="connsiteY10" fmla="*/ 4563829 h 8343899"/>
              <a:gd name="connsiteX11" fmla="*/ 1388618 w 8343900"/>
              <a:gd name="connsiteY11" fmla="*/ 4559680 h 8343899"/>
              <a:gd name="connsiteX12" fmla="*/ 958342 w 8343900"/>
              <a:gd name="connsiteY12" fmla="*/ 4439538 h 8343899"/>
              <a:gd name="connsiteX13" fmla="*/ 956990 w 8343900"/>
              <a:gd name="connsiteY13" fmla="*/ 4438865 h 8343899"/>
              <a:gd name="connsiteX14" fmla="*/ 938784 w 8343900"/>
              <a:gd name="connsiteY14" fmla="*/ 4434077 h 8343899"/>
              <a:gd name="connsiteX15" fmla="*/ 574054 w 8343900"/>
              <a:gd name="connsiteY15" fmla="*/ 4338287 h 8343899"/>
              <a:gd name="connsiteX16" fmla="*/ 569594 w 8343900"/>
              <a:gd name="connsiteY16" fmla="*/ 4336630 h 8343899"/>
              <a:gd name="connsiteX17" fmla="*/ 559976 w 8343900"/>
              <a:gd name="connsiteY17" fmla="*/ 4335108 h 8343899"/>
              <a:gd name="connsiteX18" fmla="*/ 430276 w 8343900"/>
              <a:gd name="connsiteY18" fmla="*/ 4292091 h 8343899"/>
              <a:gd name="connsiteX19" fmla="*/ 399198 w 8343900"/>
              <a:gd name="connsiteY19" fmla="*/ 4278986 h 8343899"/>
              <a:gd name="connsiteX20" fmla="*/ 379284 w 8343900"/>
              <a:gd name="connsiteY20" fmla="*/ 4273593 h 8343899"/>
              <a:gd name="connsiteX21" fmla="*/ 0 w 8343900"/>
              <a:gd name="connsiteY21" fmla="*/ 4171949 h 8343899"/>
              <a:gd name="connsiteX22" fmla="*/ 445899 w 8343900"/>
              <a:gd name="connsiteY22" fmla="*/ 4038469 h 8343899"/>
              <a:gd name="connsiteX23" fmla="*/ 451472 w 8343900"/>
              <a:gd name="connsiteY23" fmla="*/ 4037521 h 8343899"/>
              <a:gd name="connsiteX24" fmla="*/ 487456 w 8343900"/>
              <a:gd name="connsiteY24" fmla="*/ 4027058 h 8343899"/>
              <a:gd name="connsiteX25" fmla="*/ 547624 w 8343900"/>
              <a:gd name="connsiteY25" fmla="*/ 4019041 h 8343899"/>
              <a:gd name="connsiteX26" fmla="*/ 578247 w 8343900"/>
              <a:gd name="connsiteY26" fmla="*/ 4014912 h 8343899"/>
              <a:gd name="connsiteX27" fmla="*/ 613424 w 8343900"/>
              <a:gd name="connsiteY27" fmla="*/ 4008189 h 8343899"/>
              <a:gd name="connsiteX28" fmla="*/ 678814 w 8343900"/>
              <a:gd name="connsiteY28" fmla="*/ 3989844 h 8343899"/>
              <a:gd name="connsiteX29" fmla="*/ 786325 w 8343900"/>
              <a:gd name="connsiteY29" fmla="*/ 3946056 h 8343899"/>
              <a:gd name="connsiteX30" fmla="*/ 958697 w 8343900"/>
              <a:gd name="connsiteY30" fmla="*/ 3889792 h 8343899"/>
              <a:gd name="connsiteX31" fmla="*/ 968208 w 8343900"/>
              <a:gd name="connsiteY31" fmla="*/ 3889496 h 8343899"/>
              <a:gd name="connsiteX32" fmla="*/ 975763 w 8343900"/>
              <a:gd name="connsiteY32" fmla="*/ 3887856 h 8343899"/>
              <a:gd name="connsiteX33" fmla="*/ 1017016 w 8343900"/>
              <a:gd name="connsiteY33" fmla="*/ 3887977 h 8343899"/>
              <a:gd name="connsiteX34" fmla="*/ 1060711 w 8343900"/>
              <a:gd name="connsiteY34" fmla="*/ 3887394 h 8343899"/>
              <a:gd name="connsiteX35" fmla="*/ 1096790 w 8343900"/>
              <a:gd name="connsiteY35" fmla="*/ 3879287 h 8343899"/>
              <a:gd name="connsiteX36" fmla="*/ 1368555 w 8343900"/>
              <a:gd name="connsiteY36" fmla="*/ 3780472 h 8343899"/>
              <a:gd name="connsiteX37" fmla="*/ 1436702 w 8343900"/>
              <a:gd name="connsiteY37" fmla="*/ 3769535 h 8343899"/>
              <a:gd name="connsiteX38" fmla="*/ 1486408 w 8343900"/>
              <a:gd name="connsiteY38" fmla="*/ 3756913 h 8343899"/>
              <a:gd name="connsiteX39" fmla="*/ 1635389 w 8343900"/>
              <a:gd name="connsiteY39" fmla="*/ 3724422 h 8343899"/>
              <a:gd name="connsiteX40" fmla="*/ 1717550 w 8343900"/>
              <a:gd name="connsiteY40" fmla="*/ 3697995 h 8343899"/>
              <a:gd name="connsiteX41" fmla="*/ 1726913 w 8343900"/>
              <a:gd name="connsiteY41" fmla="*/ 3627373 h 8343899"/>
              <a:gd name="connsiteX42" fmla="*/ 2123741 w 8343900"/>
              <a:gd name="connsiteY42" fmla="*/ 2776664 h 8343899"/>
              <a:gd name="connsiteX43" fmla="*/ 2144315 w 8343900"/>
              <a:gd name="connsiteY43" fmla="*/ 2747424 h 8343899"/>
              <a:gd name="connsiteX44" fmla="*/ 2152613 w 8343900"/>
              <a:gd name="connsiteY44" fmla="*/ 2738869 h 8343899"/>
              <a:gd name="connsiteX45" fmla="*/ 2171563 w 8343900"/>
              <a:gd name="connsiteY45" fmla="*/ 2712711 h 8343899"/>
              <a:gd name="connsiteX46" fmla="*/ 2387669 w 8343900"/>
              <a:gd name="connsiteY46" fmla="*/ 2953307 h 8343899"/>
              <a:gd name="connsiteX47" fmla="*/ 2387016 w 8343900"/>
              <a:gd name="connsiteY47" fmla="*/ 2954181 h 8343899"/>
              <a:gd name="connsiteX48" fmla="*/ 2019573 w 8343900"/>
              <a:gd name="connsiteY48" fmla="*/ 3874432 h 8343899"/>
              <a:gd name="connsiteX49" fmla="*/ 2009289 w 8343900"/>
              <a:gd name="connsiteY49" fmla="*/ 3999744 h 8343899"/>
              <a:gd name="connsiteX50" fmla="*/ 2015040 w 8343900"/>
              <a:gd name="connsiteY50" fmla="*/ 4171949 h 8343899"/>
              <a:gd name="connsiteX51" fmla="*/ 2079216 w 8343900"/>
              <a:gd name="connsiteY51" fmla="*/ 4694456 h 8343899"/>
              <a:gd name="connsiteX52" fmla="*/ 2113405 w 8343900"/>
              <a:gd name="connsiteY52" fmla="*/ 4824773 h 8343899"/>
              <a:gd name="connsiteX53" fmla="*/ 2164255 w 8343900"/>
              <a:gd name="connsiteY53" fmla="*/ 4969557 h 8343899"/>
              <a:gd name="connsiteX54" fmla="*/ 2387016 w 8343900"/>
              <a:gd name="connsiteY54" fmla="*/ 5389718 h 8343899"/>
              <a:gd name="connsiteX55" fmla="*/ 2458218 w 8343900"/>
              <a:gd name="connsiteY55" fmla="*/ 5486855 h 8343899"/>
              <a:gd name="connsiteX56" fmla="*/ 2476572 w 8343900"/>
              <a:gd name="connsiteY56" fmla="*/ 5515960 h 8343899"/>
              <a:gd name="connsiteX57" fmla="*/ 5428320 w 8343900"/>
              <a:gd name="connsiteY57" fmla="*/ 6338534 h 8343899"/>
              <a:gd name="connsiteX58" fmla="*/ 5407306 w 8343900"/>
              <a:gd name="connsiteY58" fmla="*/ 6352132 h 8343899"/>
              <a:gd name="connsiteX59" fmla="*/ 5405314 w 8343900"/>
              <a:gd name="connsiteY59" fmla="*/ 6353276 h 8343899"/>
              <a:gd name="connsiteX60" fmla="*/ 5403585 w 8343900"/>
              <a:gd name="connsiteY60" fmla="*/ 6354383 h 8343899"/>
              <a:gd name="connsiteX61" fmla="*/ 5382617 w 8343900"/>
              <a:gd name="connsiteY61" fmla="*/ 6366300 h 8343899"/>
              <a:gd name="connsiteX62" fmla="*/ 5119392 w 8343900"/>
              <a:gd name="connsiteY62" fmla="*/ 6497275 h 8343899"/>
              <a:gd name="connsiteX63" fmla="*/ 5077545 w 8343900"/>
              <a:gd name="connsiteY63" fmla="*/ 6510439 h 8343899"/>
              <a:gd name="connsiteX64" fmla="*/ 4974576 w 8343900"/>
              <a:gd name="connsiteY64" fmla="*/ 6550659 h 8343899"/>
              <a:gd name="connsiteX65" fmla="*/ 4790460 w 8343900"/>
              <a:gd name="connsiteY65" fmla="*/ 6607703 h 8343899"/>
              <a:gd name="connsiteX66" fmla="*/ 4656817 w 8343900"/>
              <a:gd name="connsiteY66" fmla="*/ 6636019 h 8343899"/>
              <a:gd name="connsiteX67" fmla="*/ 4647619 w 8343900"/>
              <a:gd name="connsiteY67" fmla="*/ 6659962 h 8343899"/>
              <a:gd name="connsiteX68" fmla="*/ 4611480 w 8343900"/>
              <a:gd name="connsiteY68" fmla="*/ 6744255 h 8343899"/>
              <a:gd name="connsiteX69" fmla="*/ 4586986 w 8343900"/>
              <a:gd name="connsiteY69" fmla="*/ 6857491 h 8343899"/>
              <a:gd name="connsiteX70" fmla="*/ 4466844 w 8343900"/>
              <a:gd name="connsiteY70" fmla="*/ 7287767 h 8343899"/>
              <a:gd name="connsiteX71" fmla="*/ 4438300 w 8343900"/>
              <a:gd name="connsiteY71" fmla="*/ 7403764 h 8343899"/>
              <a:gd name="connsiteX72" fmla="*/ 4434109 w 8343900"/>
              <a:gd name="connsiteY72" fmla="*/ 7465387 h 8343899"/>
              <a:gd name="connsiteX73" fmla="*/ 4380545 w 8343900"/>
              <a:gd name="connsiteY73" fmla="*/ 7617112 h 8343899"/>
              <a:gd name="connsiteX74" fmla="*/ 4366681 w 8343900"/>
              <a:gd name="connsiteY74" fmla="*/ 7645751 h 8343899"/>
              <a:gd name="connsiteX75" fmla="*/ 4359613 w 8343900"/>
              <a:gd name="connsiteY75" fmla="*/ 7668581 h 8343899"/>
              <a:gd name="connsiteX76" fmla="*/ 4335780 w 8343900"/>
              <a:gd name="connsiteY76" fmla="*/ 7757159 h 8343899"/>
              <a:gd name="connsiteX77" fmla="*/ 4323364 w 8343900"/>
              <a:gd name="connsiteY77" fmla="*/ 7798395 h 8343899"/>
              <a:gd name="connsiteX78" fmla="*/ 4316180 w 8343900"/>
              <a:gd name="connsiteY78" fmla="*/ 7816433 h 8343899"/>
              <a:gd name="connsiteX79" fmla="*/ 4313936 w 8343900"/>
              <a:gd name="connsiteY79" fmla="*/ 7835391 h 8343899"/>
              <a:gd name="connsiteX80" fmla="*/ 4171950 w 8343900"/>
              <a:gd name="connsiteY80" fmla="*/ 8343899 h 8343899"/>
              <a:gd name="connsiteX81" fmla="*/ 4116729 w 8343900"/>
              <a:gd name="connsiteY81" fmla="*/ 8137901 h 8343899"/>
              <a:gd name="connsiteX82" fmla="*/ 4097180 w 8343900"/>
              <a:gd name="connsiteY82" fmla="*/ 8033229 h 8343899"/>
              <a:gd name="connsiteX83" fmla="*/ 4093643 w 8343900"/>
              <a:gd name="connsiteY83" fmla="*/ 8019015 h 8343899"/>
              <a:gd name="connsiteX84" fmla="*/ 4076217 w 8343900"/>
              <a:gd name="connsiteY84" fmla="*/ 7963233 h 8343899"/>
              <a:gd name="connsiteX85" fmla="*/ 4046347 w 8343900"/>
              <a:gd name="connsiteY85" fmla="*/ 7894065 h 8343899"/>
              <a:gd name="connsiteX86" fmla="*/ 3928625 w 8343900"/>
              <a:gd name="connsiteY86" fmla="*/ 7463792 h 8343899"/>
              <a:gd name="connsiteX87" fmla="*/ 3913593 w 8343900"/>
              <a:gd name="connsiteY87" fmla="*/ 7415325 h 8343899"/>
              <a:gd name="connsiteX88" fmla="*/ 3909822 w 8343900"/>
              <a:gd name="connsiteY88" fmla="*/ 7405115 h 8343899"/>
              <a:gd name="connsiteX89" fmla="*/ 3784219 w 8343900"/>
              <a:gd name="connsiteY89" fmla="*/ 6955281 h 8343899"/>
              <a:gd name="connsiteX90" fmla="*/ 3772927 w 8343900"/>
              <a:gd name="connsiteY90" fmla="*/ 6915381 h 8343899"/>
              <a:gd name="connsiteX91" fmla="*/ 3724695 w 8343900"/>
              <a:gd name="connsiteY91" fmla="*/ 6813267 h 8343899"/>
              <a:gd name="connsiteX92" fmla="*/ 3698209 w 8343900"/>
              <a:gd name="connsiteY92" fmla="*/ 6714540 h 8343899"/>
              <a:gd name="connsiteX93" fmla="*/ 3679421 w 8343900"/>
              <a:gd name="connsiteY93" fmla="*/ 6623862 h 8343899"/>
              <a:gd name="connsiteX94" fmla="*/ 3509568 w 8343900"/>
              <a:gd name="connsiteY94" fmla="*/ 6588944 h 8343899"/>
              <a:gd name="connsiteX95" fmla="*/ 2605688 w 8343900"/>
              <a:gd name="connsiteY95" fmla="*/ 6097637 h 8343899"/>
              <a:gd name="connsiteX96" fmla="*/ 2567800 w 8343900"/>
              <a:gd name="connsiteY96" fmla="*/ 6063201 h 8343899"/>
              <a:gd name="connsiteX97" fmla="*/ 2804952 w 8343900"/>
              <a:gd name="connsiteY97" fmla="*/ 5850188 h 8343899"/>
              <a:gd name="connsiteX98" fmla="*/ 2807648 w 8343900"/>
              <a:gd name="connsiteY98" fmla="*/ 5852638 h 8343899"/>
              <a:gd name="connsiteX99" fmla="*/ 4193090 w 8343900"/>
              <a:gd name="connsiteY99" fmla="*/ 6349999 h 8343899"/>
              <a:gd name="connsiteX100" fmla="*/ 4432426 w 8343900"/>
              <a:gd name="connsiteY100" fmla="*/ 6326107 h 8343899"/>
              <a:gd name="connsiteX101" fmla="*/ 4555818 w 8343900"/>
              <a:gd name="connsiteY101" fmla="*/ 6311703 h 8343899"/>
              <a:gd name="connsiteX102" fmla="*/ 4666440 w 8343900"/>
              <a:gd name="connsiteY102" fmla="*/ 6295516 h 8343899"/>
              <a:gd name="connsiteX103" fmla="*/ 5040885 w 8343900"/>
              <a:gd name="connsiteY103" fmla="*/ 6178837 h 8343899"/>
              <a:gd name="connsiteX104" fmla="*/ 5088910 w 8343900"/>
              <a:gd name="connsiteY104" fmla="*/ 6154465 h 8343899"/>
              <a:gd name="connsiteX105" fmla="*/ 5117464 w 8343900"/>
              <a:gd name="connsiteY105" fmla="*/ 6144139 h 8343899"/>
              <a:gd name="connsiteX106" fmla="*/ 5136394 w 8343900"/>
              <a:gd name="connsiteY106" fmla="*/ 6137029 h 8343899"/>
              <a:gd name="connsiteX107" fmla="*/ 5156919 w 8343900"/>
              <a:gd name="connsiteY107" fmla="*/ 6128760 h 8343899"/>
              <a:gd name="connsiteX108" fmla="*/ 5169818 w 8343900"/>
              <a:gd name="connsiteY108" fmla="*/ 6123384 h 8343899"/>
              <a:gd name="connsiteX109" fmla="*/ 5211189 w 8343900"/>
              <a:gd name="connsiteY109" fmla="*/ 6096797 h 8343899"/>
              <a:gd name="connsiteX110" fmla="*/ 5327107 w 8343900"/>
              <a:gd name="connsiteY110" fmla="*/ 6232305 h 8343899"/>
              <a:gd name="connsiteX111" fmla="*/ 5332670 w 8343900"/>
              <a:gd name="connsiteY111" fmla="*/ 6239472 h 8343899"/>
              <a:gd name="connsiteX112" fmla="*/ 5377121 w 8343900"/>
              <a:gd name="connsiteY112" fmla="*/ 6292920 h 8343899"/>
              <a:gd name="connsiteX113" fmla="*/ 5428320 w 8343900"/>
              <a:gd name="connsiteY113" fmla="*/ 6338534 h 8343899"/>
              <a:gd name="connsiteX114" fmla="*/ 5981566 w 8343900"/>
              <a:gd name="connsiteY114" fmla="*/ 2433577 h 8343899"/>
              <a:gd name="connsiteX115" fmla="*/ 5745625 w 8343900"/>
              <a:gd name="connsiteY115" fmla="*/ 2645502 h 8343899"/>
              <a:gd name="connsiteX116" fmla="*/ 5733204 w 8343900"/>
              <a:gd name="connsiteY116" fmla="*/ 2631835 h 8343899"/>
              <a:gd name="connsiteX117" fmla="*/ 4854552 w 8343900"/>
              <a:gd name="connsiteY117" fmla="*/ 2120330 h 8343899"/>
              <a:gd name="connsiteX118" fmla="*/ 4701462 w 8343900"/>
              <a:gd name="connsiteY118" fmla="*/ 2072196 h 8343899"/>
              <a:gd name="connsiteX119" fmla="*/ 4671369 w 8343900"/>
              <a:gd name="connsiteY119" fmla="*/ 2064494 h 8343899"/>
              <a:gd name="connsiteX120" fmla="*/ 4193090 w 8343900"/>
              <a:gd name="connsiteY120" fmla="*/ 1993900 h 8343899"/>
              <a:gd name="connsiteX121" fmla="*/ 3480529 w 8343900"/>
              <a:gd name="connsiteY121" fmla="*/ 2125211 h 8343899"/>
              <a:gd name="connsiteX122" fmla="*/ 3323124 w 8343900"/>
              <a:gd name="connsiteY122" fmla="*/ 2175377 h 8343899"/>
              <a:gd name="connsiteX123" fmla="*/ 3169267 w 8343900"/>
              <a:gd name="connsiteY123" fmla="*/ 2253258 h 8343899"/>
              <a:gd name="connsiteX124" fmla="*/ 2807648 w 8343900"/>
              <a:gd name="connsiteY124" fmla="*/ 2491260 h 8343899"/>
              <a:gd name="connsiteX125" fmla="*/ 2658087 w 8343900"/>
              <a:gd name="connsiteY125" fmla="*/ 2627190 h 8343899"/>
              <a:gd name="connsiteX126" fmla="*/ 2598337 w 8343900"/>
              <a:gd name="connsiteY126" fmla="*/ 2567361 h 8343899"/>
              <a:gd name="connsiteX127" fmla="*/ 2580219 w 8343900"/>
              <a:gd name="connsiteY127" fmla="*/ 2540834 h 8343899"/>
              <a:gd name="connsiteX128" fmla="*/ 2534335 w 8343900"/>
              <a:gd name="connsiteY128" fmla="*/ 2489658 h 8343899"/>
              <a:gd name="connsiteX129" fmla="*/ 2446162 w 8343900"/>
              <a:gd name="connsiteY129" fmla="*/ 2391249 h 8343899"/>
              <a:gd name="connsiteX130" fmla="*/ 2527329 w 8343900"/>
              <a:gd name="connsiteY130" fmla="*/ 2314144 h 8343899"/>
              <a:gd name="connsiteX131" fmla="*/ 2556975 w 8343900"/>
              <a:gd name="connsiteY131" fmla="*/ 2293161 h 8343899"/>
              <a:gd name="connsiteX132" fmla="*/ 2564239 w 8343900"/>
              <a:gd name="connsiteY132" fmla="*/ 2286993 h 8343899"/>
              <a:gd name="connsiteX133" fmla="*/ 2605688 w 8343900"/>
              <a:gd name="connsiteY133" fmla="*/ 2246262 h 8343899"/>
              <a:gd name="connsiteX134" fmla="*/ 3509491 w 8343900"/>
              <a:gd name="connsiteY134" fmla="*/ 1711056 h 8343899"/>
              <a:gd name="connsiteX135" fmla="*/ 3680797 w 8343900"/>
              <a:gd name="connsiteY135" fmla="*/ 1688855 h 8343899"/>
              <a:gd name="connsiteX136" fmla="*/ 3720628 w 8343900"/>
              <a:gd name="connsiteY136" fmla="*/ 1588237 h 8343899"/>
              <a:gd name="connsiteX137" fmla="*/ 3772562 w 8343900"/>
              <a:gd name="connsiteY137" fmla="*/ 1429972 h 8343899"/>
              <a:gd name="connsiteX138" fmla="*/ 3789304 w 8343900"/>
              <a:gd name="connsiteY138" fmla="*/ 1368625 h 8343899"/>
              <a:gd name="connsiteX139" fmla="*/ 3812099 w 8343900"/>
              <a:gd name="connsiteY139" fmla="*/ 1284448 h 8343899"/>
              <a:gd name="connsiteX140" fmla="*/ 3866366 w 8343900"/>
              <a:gd name="connsiteY140" fmla="*/ 1096750 h 8343899"/>
              <a:gd name="connsiteX141" fmla="*/ 3887792 w 8343900"/>
              <a:gd name="connsiteY141" fmla="*/ 1018169 h 8343899"/>
              <a:gd name="connsiteX142" fmla="*/ 3887978 w 8343900"/>
              <a:gd name="connsiteY142" fmla="*/ 1017016 h 8343899"/>
              <a:gd name="connsiteX143" fmla="*/ 4019042 w 8343900"/>
              <a:gd name="connsiteY143" fmla="*/ 547623 h 8343899"/>
              <a:gd name="connsiteX144" fmla="*/ 4027067 w 8343900"/>
              <a:gd name="connsiteY144" fmla="*/ 512261 h 8343899"/>
              <a:gd name="connsiteX145" fmla="*/ 4034169 w 8343900"/>
              <a:gd name="connsiteY145" fmla="*/ 468481 h 8343899"/>
              <a:gd name="connsiteX146" fmla="*/ 4171950 w 8343900"/>
              <a:gd name="connsiteY146" fmla="*/ 0 h 8343899"/>
              <a:gd name="connsiteX147" fmla="*/ 4313936 w 8343900"/>
              <a:gd name="connsiteY147" fmla="*/ 508508 h 8343899"/>
              <a:gd name="connsiteX148" fmla="*/ 4319816 w 8343900"/>
              <a:gd name="connsiteY148" fmla="*/ 528921 h 8343899"/>
              <a:gd name="connsiteX149" fmla="*/ 4348204 w 8343900"/>
              <a:gd name="connsiteY149" fmla="*/ 586816 h 8343899"/>
              <a:gd name="connsiteX150" fmla="*/ 4387925 w 8343900"/>
              <a:gd name="connsiteY150" fmla="*/ 787266 h 8343899"/>
              <a:gd name="connsiteX151" fmla="*/ 4400935 w 8343900"/>
              <a:gd name="connsiteY151" fmla="*/ 865567 h 8343899"/>
              <a:gd name="connsiteX152" fmla="*/ 4410526 w 8343900"/>
              <a:gd name="connsiteY152" fmla="*/ 891030 h 8343899"/>
              <a:gd name="connsiteX153" fmla="*/ 4434078 w 8343900"/>
              <a:gd name="connsiteY153" fmla="*/ 938783 h 8343899"/>
              <a:gd name="connsiteX154" fmla="*/ 4473233 w 8343900"/>
              <a:gd name="connsiteY154" fmla="*/ 1050442 h 8343899"/>
              <a:gd name="connsiteX155" fmla="*/ 4475441 w 8343900"/>
              <a:gd name="connsiteY155" fmla="*/ 1063864 h 8343899"/>
              <a:gd name="connsiteX156" fmla="*/ 4493127 w 8343900"/>
              <a:gd name="connsiteY156" fmla="*/ 1098197 h 8343899"/>
              <a:gd name="connsiteX157" fmla="*/ 4516297 w 8343900"/>
              <a:gd name="connsiteY157" fmla="*/ 1180377 h 8343899"/>
              <a:gd name="connsiteX158" fmla="*/ 4554145 w 8343900"/>
              <a:gd name="connsiteY158" fmla="*/ 1395110 h 8343899"/>
              <a:gd name="connsiteX159" fmla="*/ 4570603 w 8343900"/>
              <a:gd name="connsiteY159" fmla="*/ 1427734 h 8343899"/>
              <a:gd name="connsiteX160" fmla="*/ 4631091 w 8343900"/>
              <a:gd name="connsiteY160" fmla="*/ 1617935 h 8343899"/>
              <a:gd name="connsiteX161" fmla="*/ 4641404 w 8343900"/>
              <a:gd name="connsiteY161" fmla="*/ 1700341 h 8343899"/>
              <a:gd name="connsiteX162" fmla="*/ 4697906 w 8343900"/>
              <a:gd name="connsiteY162" fmla="*/ 1707982 h 8343899"/>
              <a:gd name="connsiteX163" fmla="*/ 5157418 w 8343900"/>
              <a:gd name="connsiteY163" fmla="*/ 1862946 h 8343899"/>
              <a:gd name="connsiteX164" fmla="*/ 5231870 w 8343900"/>
              <a:gd name="connsiteY164" fmla="*/ 1902292 h 8343899"/>
              <a:gd name="connsiteX165" fmla="*/ 5393582 w 8343900"/>
              <a:gd name="connsiteY165" fmla="*/ 1961815 h 8343899"/>
              <a:gd name="connsiteX166" fmla="*/ 5957710 w 8343900"/>
              <a:gd name="connsiteY166" fmla="*/ 2407329 h 8343899"/>
              <a:gd name="connsiteX167" fmla="*/ 5981566 w 8343900"/>
              <a:gd name="connsiteY167" fmla="*/ 2433577 h 8343899"/>
              <a:gd name="connsiteX168" fmla="*/ 8343900 w 8343900"/>
              <a:gd name="connsiteY168" fmla="*/ 4171949 h 8343899"/>
              <a:gd name="connsiteX169" fmla="*/ 8126963 w 8343900"/>
              <a:gd name="connsiteY169" fmla="*/ 4238810 h 8343899"/>
              <a:gd name="connsiteX170" fmla="*/ 8103601 w 8343900"/>
              <a:gd name="connsiteY170" fmla="*/ 4242158 h 8343899"/>
              <a:gd name="connsiteX171" fmla="*/ 8003131 w 8343900"/>
              <a:gd name="connsiteY171" fmla="*/ 4263512 h 8343899"/>
              <a:gd name="connsiteX172" fmla="*/ 7913624 w 8343900"/>
              <a:gd name="connsiteY172" fmla="*/ 4292091 h 8343899"/>
              <a:gd name="connsiteX173" fmla="*/ 7774874 w 8343900"/>
              <a:gd name="connsiteY173" fmla="*/ 4335725 h 8343899"/>
              <a:gd name="connsiteX174" fmla="*/ 7753851 w 8343900"/>
              <a:gd name="connsiteY174" fmla="*/ 4339113 h 8343899"/>
              <a:gd name="connsiteX175" fmla="*/ 7723335 w 8343900"/>
              <a:gd name="connsiteY175" fmla="*/ 4346366 h 8343899"/>
              <a:gd name="connsiteX176" fmla="*/ 7444232 w 8343900"/>
              <a:gd name="connsiteY176" fmla="*/ 4423155 h 8343899"/>
              <a:gd name="connsiteX177" fmla="*/ 7423270 w 8343900"/>
              <a:gd name="connsiteY177" fmla="*/ 4429544 h 8343899"/>
              <a:gd name="connsiteX178" fmla="*/ 7383432 w 8343900"/>
              <a:gd name="connsiteY178" fmla="*/ 4455880 h 8343899"/>
              <a:gd name="connsiteX179" fmla="*/ 7239790 w 8343900"/>
              <a:gd name="connsiteY179" fmla="*/ 4486028 h 8343899"/>
              <a:gd name="connsiteX180" fmla="*/ 7210756 w 8343900"/>
              <a:gd name="connsiteY180" fmla="*/ 4488978 h 8343899"/>
              <a:gd name="connsiteX181" fmla="*/ 7154619 w 8343900"/>
              <a:gd name="connsiteY181" fmla="*/ 4502496 h 8343899"/>
              <a:gd name="connsiteX182" fmla="*/ 7033128 w 8343900"/>
              <a:gd name="connsiteY182" fmla="*/ 4531833 h 8343899"/>
              <a:gd name="connsiteX183" fmla="*/ 6994398 w 8343900"/>
              <a:gd name="connsiteY183" fmla="*/ 4548758 h 8343899"/>
              <a:gd name="connsiteX184" fmla="*/ 6682085 w 8343900"/>
              <a:gd name="connsiteY184" fmla="*/ 4644917 h 8343899"/>
              <a:gd name="connsiteX185" fmla="*/ 6630532 w 8343900"/>
              <a:gd name="connsiteY185" fmla="*/ 4655547 h 8343899"/>
              <a:gd name="connsiteX186" fmla="*/ 6594044 w 8343900"/>
              <a:gd name="connsiteY186" fmla="*/ 4795756 h 8343899"/>
              <a:gd name="connsiteX187" fmla="*/ 6526035 w 8343900"/>
              <a:gd name="connsiteY187" fmla="*/ 4982261 h 8343899"/>
              <a:gd name="connsiteX188" fmla="*/ 6523940 w 8343900"/>
              <a:gd name="connsiteY188" fmla="*/ 4986615 h 8343899"/>
              <a:gd name="connsiteX189" fmla="*/ 6493463 w 8343900"/>
              <a:gd name="connsiteY189" fmla="*/ 5094093 h 8343899"/>
              <a:gd name="connsiteX190" fmla="*/ 5780491 w 8343900"/>
              <a:gd name="connsiteY190" fmla="*/ 6097637 h 8343899"/>
              <a:gd name="connsiteX191" fmla="*/ 5777375 w 8343900"/>
              <a:gd name="connsiteY191" fmla="*/ 6099966 h 8343899"/>
              <a:gd name="connsiteX192" fmla="*/ 5633955 w 8343900"/>
              <a:gd name="connsiteY192" fmla="*/ 5927401 h 8343899"/>
              <a:gd name="connsiteX193" fmla="*/ 5604490 w 8343900"/>
              <a:gd name="connsiteY193" fmla="*/ 5896320 h 8343899"/>
              <a:gd name="connsiteX194" fmla="*/ 5564588 w 8343900"/>
              <a:gd name="connsiteY194" fmla="*/ 5863065 h 8343899"/>
              <a:gd name="connsiteX195" fmla="*/ 5578532 w 8343900"/>
              <a:gd name="connsiteY195" fmla="*/ 5852638 h 8343899"/>
              <a:gd name="connsiteX196" fmla="*/ 6281845 w 8343900"/>
              <a:gd name="connsiteY196" fmla="*/ 4712303 h 8343899"/>
              <a:gd name="connsiteX197" fmla="*/ 6322582 w 8343900"/>
              <a:gd name="connsiteY197" fmla="*/ 4530162 h 8343899"/>
              <a:gd name="connsiteX198" fmla="*/ 6347086 w 8343900"/>
              <a:gd name="connsiteY198" fmla="*/ 4396020 h 8343899"/>
              <a:gd name="connsiteX199" fmla="*/ 6371140 w 8343900"/>
              <a:gd name="connsiteY199" fmla="*/ 4171949 h 8343899"/>
              <a:gd name="connsiteX200" fmla="*/ 6244762 w 8343900"/>
              <a:gd name="connsiteY200" fmla="*/ 3464109 h 8343899"/>
              <a:gd name="connsiteX201" fmla="*/ 6211873 w 8343900"/>
              <a:gd name="connsiteY201" fmla="*/ 3350837 h 8343899"/>
              <a:gd name="connsiteX202" fmla="*/ 6168434 w 8343900"/>
              <a:gd name="connsiteY202" fmla="*/ 3251005 h 8343899"/>
              <a:gd name="connsiteX203" fmla="*/ 6108261 w 8343900"/>
              <a:gd name="connsiteY203" fmla="*/ 3133761 h 8343899"/>
              <a:gd name="connsiteX204" fmla="*/ 6009748 w 8343900"/>
              <a:gd name="connsiteY204" fmla="*/ 2971604 h 8343899"/>
              <a:gd name="connsiteX205" fmla="*/ 6248111 w 8343900"/>
              <a:gd name="connsiteY205" fmla="*/ 2757503 h 8343899"/>
              <a:gd name="connsiteX206" fmla="*/ 6262439 w 8343900"/>
              <a:gd name="connsiteY206" fmla="*/ 2776664 h 8343899"/>
              <a:gd name="connsiteX207" fmla="*/ 6658752 w 8343900"/>
              <a:gd name="connsiteY207" fmla="*/ 3593042 h 8343899"/>
              <a:gd name="connsiteX208" fmla="*/ 6678545 w 8343900"/>
              <a:gd name="connsiteY208" fmla="*/ 3707443 h 8343899"/>
              <a:gd name="connsiteX209" fmla="*/ 6702225 w 8343900"/>
              <a:gd name="connsiteY209" fmla="*/ 3715341 h 8343899"/>
              <a:gd name="connsiteX210" fmla="*/ 6797905 w 8343900"/>
              <a:gd name="connsiteY210" fmla="*/ 3743204 h 8343899"/>
              <a:gd name="connsiteX211" fmla="*/ 6850687 w 8343900"/>
              <a:gd name="connsiteY211" fmla="*/ 3755989 h 8343899"/>
              <a:gd name="connsiteX212" fmla="*/ 6857492 w 8343900"/>
              <a:gd name="connsiteY212" fmla="*/ 3756913 h 8343899"/>
              <a:gd name="connsiteX213" fmla="*/ 7124976 w 8343900"/>
              <a:gd name="connsiteY213" fmla="*/ 3825498 h 8343899"/>
              <a:gd name="connsiteX214" fmla="*/ 7161717 w 8343900"/>
              <a:gd name="connsiteY214" fmla="*/ 3839630 h 8343899"/>
              <a:gd name="connsiteX215" fmla="*/ 7237365 w 8343900"/>
              <a:gd name="connsiteY215" fmla="*/ 3863253 h 8343899"/>
              <a:gd name="connsiteX216" fmla="*/ 7346442 w 8343900"/>
              <a:gd name="connsiteY216" fmla="*/ 3893438 h 8343899"/>
              <a:gd name="connsiteX217" fmla="*/ 7356648 w 8343900"/>
              <a:gd name="connsiteY217" fmla="*/ 3896701 h 8343899"/>
              <a:gd name="connsiteX218" fmla="*/ 7366000 w 8343900"/>
              <a:gd name="connsiteY218" fmla="*/ 3898899 h 8343899"/>
              <a:gd name="connsiteX219" fmla="*/ 7776761 w 8343900"/>
              <a:gd name="connsiteY219" fmla="*/ 4015372 h 8343899"/>
              <a:gd name="connsiteX220" fmla="*/ 7789230 w 8343900"/>
              <a:gd name="connsiteY220" fmla="*/ 4019086 h 8343899"/>
              <a:gd name="connsiteX221" fmla="*/ 7796276 w 8343900"/>
              <a:gd name="connsiteY221" fmla="*/ 4019041 h 8343899"/>
              <a:gd name="connsiteX222" fmla="*/ 8343900 w 8343900"/>
              <a:gd name="connsiteY222" fmla="*/ 4171949 h 834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</a:cxnLst>
            <a:rect l="l" t="t" r="r" b="b"/>
            <a:pathLst>
              <a:path w="8343900" h="8343899">
                <a:moveTo>
                  <a:pt x="2508925" y="5552743"/>
                </a:moveTo>
                <a:cubicBezTo>
                  <a:pt x="2475440" y="5622842"/>
                  <a:pt x="2333644" y="5697008"/>
                  <a:pt x="2272572" y="5765038"/>
                </a:cubicBezTo>
                <a:cubicBezTo>
                  <a:pt x="2270451" y="5763646"/>
                  <a:pt x="2269973" y="5761807"/>
                  <a:pt x="2267402" y="5759350"/>
                </a:cubicBezTo>
                <a:cubicBezTo>
                  <a:pt x="2152221" y="5614218"/>
                  <a:pt x="2034979" y="5433333"/>
                  <a:pt x="1936535" y="5234434"/>
                </a:cubicBezTo>
                <a:lnTo>
                  <a:pt x="1936318" y="5233951"/>
                </a:lnTo>
                <a:lnTo>
                  <a:pt x="1916330" y="5202203"/>
                </a:lnTo>
                <a:cubicBezTo>
                  <a:pt x="1832209" y="5061445"/>
                  <a:pt x="1764003" y="4922179"/>
                  <a:pt x="1723581" y="4758953"/>
                </a:cubicBezTo>
                <a:lnTo>
                  <a:pt x="1700160" y="4639307"/>
                </a:lnTo>
                <a:lnTo>
                  <a:pt x="1681217" y="4636614"/>
                </a:lnTo>
                <a:cubicBezTo>
                  <a:pt x="1585694" y="4624303"/>
                  <a:pt x="1490428" y="4613652"/>
                  <a:pt x="1408176" y="4565141"/>
                </a:cubicBezTo>
                <a:lnTo>
                  <a:pt x="1405685" y="4563829"/>
                </a:lnTo>
                <a:lnTo>
                  <a:pt x="1388618" y="4559680"/>
                </a:lnTo>
                <a:cubicBezTo>
                  <a:pt x="1180012" y="4496663"/>
                  <a:pt x="1150878" y="4552276"/>
                  <a:pt x="958342" y="4439538"/>
                </a:cubicBezTo>
                <a:lnTo>
                  <a:pt x="956990" y="4438865"/>
                </a:lnTo>
                <a:lnTo>
                  <a:pt x="938784" y="4434077"/>
                </a:lnTo>
                <a:cubicBezTo>
                  <a:pt x="753834" y="4379716"/>
                  <a:pt x="711721" y="4386469"/>
                  <a:pt x="574054" y="4338287"/>
                </a:cubicBezTo>
                <a:lnTo>
                  <a:pt x="569594" y="4336630"/>
                </a:lnTo>
                <a:lnTo>
                  <a:pt x="559976" y="4335108"/>
                </a:lnTo>
                <a:cubicBezTo>
                  <a:pt x="517260" y="4326111"/>
                  <a:pt x="474285" y="4313325"/>
                  <a:pt x="430276" y="4292091"/>
                </a:cubicBezTo>
                <a:lnTo>
                  <a:pt x="399198" y="4278986"/>
                </a:lnTo>
                <a:lnTo>
                  <a:pt x="379284" y="4273593"/>
                </a:lnTo>
                <a:cubicBezTo>
                  <a:pt x="262495" y="4245985"/>
                  <a:pt x="171277" y="4245461"/>
                  <a:pt x="0" y="4171949"/>
                </a:cubicBezTo>
                <a:cubicBezTo>
                  <a:pt x="195496" y="4125856"/>
                  <a:pt x="270131" y="4073647"/>
                  <a:pt x="445899" y="4038469"/>
                </a:cubicBezTo>
                <a:lnTo>
                  <a:pt x="451472" y="4037521"/>
                </a:lnTo>
                <a:lnTo>
                  <a:pt x="487456" y="4027058"/>
                </a:lnTo>
                <a:cubicBezTo>
                  <a:pt x="506792" y="4022821"/>
                  <a:pt x="526689" y="4020001"/>
                  <a:pt x="547624" y="4019041"/>
                </a:cubicBezTo>
                <a:lnTo>
                  <a:pt x="578247" y="4014912"/>
                </a:lnTo>
                <a:lnTo>
                  <a:pt x="613424" y="4008189"/>
                </a:lnTo>
                <a:lnTo>
                  <a:pt x="678814" y="3989844"/>
                </a:lnTo>
                <a:lnTo>
                  <a:pt x="786325" y="3946056"/>
                </a:lnTo>
                <a:cubicBezTo>
                  <a:pt x="843935" y="3921057"/>
                  <a:pt x="900793" y="3897457"/>
                  <a:pt x="958697" y="3889792"/>
                </a:cubicBezTo>
                <a:lnTo>
                  <a:pt x="968208" y="3889496"/>
                </a:lnTo>
                <a:lnTo>
                  <a:pt x="975763" y="3887856"/>
                </a:lnTo>
                <a:cubicBezTo>
                  <a:pt x="990217" y="3886082"/>
                  <a:pt x="1003933" y="3885980"/>
                  <a:pt x="1017016" y="3887977"/>
                </a:cubicBezTo>
                <a:lnTo>
                  <a:pt x="1060711" y="3887394"/>
                </a:lnTo>
                <a:lnTo>
                  <a:pt x="1096790" y="3879287"/>
                </a:lnTo>
                <a:cubicBezTo>
                  <a:pt x="1165995" y="3857640"/>
                  <a:pt x="1246180" y="3807044"/>
                  <a:pt x="1368555" y="3780472"/>
                </a:cubicBezTo>
                <a:lnTo>
                  <a:pt x="1436702" y="3769535"/>
                </a:lnTo>
                <a:lnTo>
                  <a:pt x="1486408" y="3756913"/>
                </a:lnTo>
                <a:cubicBezTo>
                  <a:pt x="1540906" y="3748509"/>
                  <a:pt x="1590236" y="3737080"/>
                  <a:pt x="1635389" y="3724422"/>
                </a:cubicBezTo>
                <a:lnTo>
                  <a:pt x="1717550" y="3697995"/>
                </a:lnTo>
                <a:lnTo>
                  <a:pt x="1726913" y="3627373"/>
                </a:lnTo>
                <a:cubicBezTo>
                  <a:pt x="1783722" y="3280158"/>
                  <a:pt x="1914226" y="2953984"/>
                  <a:pt x="2123741" y="2776664"/>
                </a:cubicBezTo>
                <a:cubicBezTo>
                  <a:pt x="2127494" y="2763686"/>
                  <a:pt x="2135348" y="2756011"/>
                  <a:pt x="2144315" y="2747424"/>
                </a:cubicBezTo>
                <a:lnTo>
                  <a:pt x="2152613" y="2738869"/>
                </a:lnTo>
                <a:lnTo>
                  <a:pt x="2171563" y="2712711"/>
                </a:lnTo>
                <a:cubicBezTo>
                  <a:pt x="2261285" y="2787449"/>
                  <a:pt x="2286571" y="2850048"/>
                  <a:pt x="2387669" y="2953307"/>
                </a:cubicBezTo>
                <a:cubicBezTo>
                  <a:pt x="2387535" y="2953497"/>
                  <a:pt x="2387219" y="2953755"/>
                  <a:pt x="2387016" y="2954181"/>
                </a:cubicBezTo>
                <a:cubicBezTo>
                  <a:pt x="2217325" y="3202575"/>
                  <a:pt x="2063905" y="3558287"/>
                  <a:pt x="2019573" y="3874432"/>
                </a:cubicBezTo>
                <a:lnTo>
                  <a:pt x="2009289" y="3999744"/>
                </a:lnTo>
                <a:lnTo>
                  <a:pt x="2015040" y="4171949"/>
                </a:lnTo>
                <a:cubicBezTo>
                  <a:pt x="2022135" y="4359981"/>
                  <a:pt x="2043240" y="4533889"/>
                  <a:pt x="2079216" y="4694456"/>
                </a:cubicBezTo>
                <a:lnTo>
                  <a:pt x="2113405" y="4824773"/>
                </a:lnTo>
                <a:lnTo>
                  <a:pt x="2164255" y="4969557"/>
                </a:lnTo>
                <a:cubicBezTo>
                  <a:pt x="2226184" y="5127747"/>
                  <a:pt x="2303035" y="5274302"/>
                  <a:pt x="2387016" y="5389718"/>
                </a:cubicBezTo>
                <a:cubicBezTo>
                  <a:pt x="2419238" y="5422165"/>
                  <a:pt x="2440435" y="5457114"/>
                  <a:pt x="2458218" y="5486855"/>
                </a:cubicBezTo>
                <a:lnTo>
                  <a:pt x="2476572" y="5515960"/>
                </a:lnTo>
                <a:close/>
                <a:moveTo>
                  <a:pt x="5428320" y="6338534"/>
                </a:moveTo>
                <a:cubicBezTo>
                  <a:pt x="5421356" y="6345054"/>
                  <a:pt x="5414638" y="6348546"/>
                  <a:pt x="5407306" y="6352132"/>
                </a:cubicBezTo>
                <a:lnTo>
                  <a:pt x="5405314" y="6353276"/>
                </a:lnTo>
                <a:lnTo>
                  <a:pt x="5403585" y="6354383"/>
                </a:lnTo>
                <a:cubicBezTo>
                  <a:pt x="5396168" y="6357705"/>
                  <a:pt x="5389378" y="6360372"/>
                  <a:pt x="5382617" y="6366300"/>
                </a:cubicBezTo>
                <a:cubicBezTo>
                  <a:pt x="5305316" y="6419376"/>
                  <a:pt x="5215913" y="6462227"/>
                  <a:pt x="5119392" y="6497275"/>
                </a:cubicBezTo>
                <a:lnTo>
                  <a:pt x="5077545" y="6510439"/>
                </a:lnTo>
                <a:lnTo>
                  <a:pt x="4974576" y="6550659"/>
                </a:lnTo>
                <a:cubicBezTo>
                  <a:pt x="4914537" y="6572045"/>
                  <a:pt x="4853144" y="6591240"/>
                  <a:pt x="4790460" y="6607703"/>
                </a:cubicBezTo>
                <a:lnTo>
                  <a:pt x="4656817" y="6636019"/>
                </a:lnTo>
                <a:lnTo>
                  <a:pt x="4647619" y="6659962"/>
                </a:lnTo>
                <a:lnTo>
                  <a:pt x="4611480" y="6744255"/>
                </a:lnTo>
                <a:lnTo>
                  <a:pt x="4586986" y="6857491"/>
                </a:lnTo>
                <a:cubicBezTo>
                  <a:pt x="4598229" y="6974129"/>
                  <a:pt x="4507071" y="7096517"/>
                  <a:pt x="4466844" y="7287767"/>
                </a:cubicBezTo>
                <a:lnTo>
                  <a:pt x="4438300" y="7403764"/>
                </a:lnTo>
                <a:lnTo>
                  <a:pt x="4434109" y="7465387"/>
                </a:lnTo>
                <a:cubicBezTo>
                  <a:pt x="4424344" y="7534947"/>
                  <a:pt x="4402801" y="7576652"/>
                  <a:pt x="4380545" y="7617112"/>
                </a:cubicBezTo>
                <a:lnTo>
                  <a:pt x="4366681" y="7645751"/>
                </a:lnTo>
                <a:lnTo>
                  <a:pt x="4359613" y="7668581"/>
                </a:lnTo>
                <a:cubicBezTo>
                  <a:pt x="4349468" y="7702327"/>
                  <a:pt x="4341120" y="7732193"/>
                  <a:pt x="4335780" y="7757159"/>
                </a:cubicBezTo>
                <a:cubicBezTo>
                  <a:pt x="4333110" y="7769641"/>
                  <a:pt x="4328835" y="7783353"/>
                  <a:pt x="4323364" y="7798395"/>
                </a:cubicBezTo>
                <a:lnTo>
                  <a:pt x="4316180" y="7816433"/>
                </a:lnTo>
                <a:lnTo>
                  <a:pt x="4313936" y="7835391"/>
                </a:lnTo>
                <a:cubicBezTo>
                  <a:pt x="4301958" y="8060586"/>
                  <a:pt x="4231838" y="8104996"/>
                  <a:pt x="4171950" y="8343899"/>
                </a:cubicBezTo>
                <a:cubicBezTo>
                  <a:pt x="4134018" y="8272067"/>
                  <a:pt x="4126637" y="8208137"/>
                  <a:pt x="4116729" y="8137901"/>
                </a:cubicBezTo>
                <a:lnTo>
                  <a:pt x="4097180" y="8033229"/>
                </a:lnTo>
                <a:lnTo>
                  <a:pt x="4093643" y="8019015"/>
                </a:lnTo>
                <a:lnTo>
                  <a:pt x="4076217" y="7963233"/>
                </a:lnTo>
                <a:cubicBezTo>
                  <a:pt x="4068141" y="7941311"/>
                  <a:pt x="4058357" y="7918329"/>
                  <a:pt x="4046347" y="7894065"/>
                </a:cubicBezTo>
                <a:cubicBezTo>
                  <a:pt x="3962278" y="7724216"/>
                  <a:pt x="3975565" y="7633867"/>
                  <a:pt x="3928625" y="7463792"/>
                </a:cubicBezTo>
                <a:lnTo>
                  <a:pt x="3913593" y="7415325"/>
                </a:lnTo>
                <a:lnTo>
                  <a:pt x="3909822" y="7405115"/>
                </a:lnTo>
                <a:cubicBezTo>
                  <a:pt x="3841924" y="7246602"/>
                  <a:pt x="3845035" y="7137968"/>
                  <a:pt x="3784219" y="6955281"/>
                </a:cubicBezTo>
                <a:lnTo>
                  <a:pt x="3772927" y="6915381"/>
                </a:lnTo>
                <a:lnTo>
                  <a:pt x="3724695" y="6813267"/>
                </a:lnTo>
                <a:cubicBezTo>
                  <a:pt x="3714749" y="6782877"/>
                  <a:pt x="3706150" y="6749549"/>
                  <a:pt x="3698209" y="6714540"/>
                </a:cubicBezTo>
                <a:lnTo>
                  <a:pt x="3679421" y="6623862"/>
                </a:lnTo>
                <a:lnTo>
                  <a:pt x="3509568" y="6588944"/>
                </a:lnTo>
                <a:cubicBezTo>
                  <a:pt x="3153938" y="6498713"/>
                  <a:pt x="2843793" y="6332373"/>
                  <a:pt x="2605688" y="6097637"/>
                </a:cubicBezTo>
                <a:cubicBezTo>
                  <a:pt x="2590723" y="6090696"/>
                  <a:pt x="2584642" y="6074180"/>
                  <a:pt x="2567800" y="6063201"/>
                </a:cubicBezTo>
                <a:cubicBezTo>
                  <a:pt x="2612770" y="5978727"/>
                  <a:pt x="2744116" y="5913395"/>
                  <a:pt x="2804952" y="5850188"/>
                </a:cubicBezTo>
                <a:cubicBezTo>
                  <a:pt x="2806148" y="5850869"/>
                  <a:pt x="2807014" y="5852169"/>
                  <a:pt x="2807648" y="5852638"/>
                </a:cubicBezTo>
                <a:cubicBezTo>
                  <a:pt x="3156481" y="6101176"/>
                  <a:pt x="3761041" y="6309437"/>
                  <a:pt x="4193090" y="6349999"/>
                </a:cubicBezTo>
                <a:cubicBezTo>
                  <a:pt x="4273750" y="6340826"/>
                  <a:pt x="4354069" y="6333689"/>
                  <a:pt x="4432426" y="6326107"/>
                </a:cubicBezTo>
                <a:lnTo>
                  <a:pt x="4555818" y="6311703"/>
                </a:lnTo>
                <a:lnTo>
                  <a:pt x="4666440" y="6295516"/>
                </a:lnTo>
                <a:cubicBezTo>
                  <a:pt x="4817139" y="6267563"/>
                  <a:pt x="4951355" y="6229243"/>
                  <a:pt x="5040885" y="6178837"/>
                </a:cubicBezTo>
                <a:cubicBezTo>
                  <a:pt x="5058609" y="6167968"/>
                  <a:pt x="5074340" y="6160423"/>
                  <a:pt x="5088910" y="6154465"/>
                </a:cubicBezTo>
                <a:lnTo>
                  <a:pt x="5117464" y="6144139"/>
                </a:lnTo>
                <a:lnTo>
                  <a:pt x="5136394" y="6137029"/>
                </a:lnTo>
                <a:lnTo>
                  <a:pt x="5156919" y="6128760"/>
                </a:lnTo>
                <a:lnTo>
                  <a:pt x="5169818" y="6123384"/>
                </a:lnTo>
                <a:lnTo>
                  <a:pt x="5211189" y="6096797"/>
                </a:lnTo>
                <a:cubicBezTo>
                  <a:pt x="5269263" y="6149529"/>
                  <a:pt x="5299410" y="6193357"/>
                  <a:pt x="5327107" y="6232305"/>
                </a:cubicBezTo>
                <a:lnTo>
                  <a:pt x="5332670" y="6239472"/>
                </a:lnTo>
                <a:lnTo>
                  <a:pt x="5377121" y="6292920"/>
                </a:lnTo>
                <a:cubicBezTo>
                  <a:pt x="5392487" y="6309450"/>
                  <a:pt x="5408872" y="6324547"/>
                  <a:pt x="5428320" y="6338534"/>
                </a:cubicBezTo>
                <a:close/>
                <a:moveTo>
                  <a:pt x="5981566" y="2433577"/>
                </a:moveTo>
                <a:cubicBezTo>
                  <a:pt x="5897686" y="2551636"/>
                  <a:pt x="5804562" y="2561805"/>
                  <a:pt x="5745625" y="2645502"/>
                </a:cubicBezTo>
                <a:cubicBezTo>
                  <a:pt x="5738694" y="2639499"/>
                  <a:pt x="5737627" y="2636283"/>
                  <a:pt x="5733204" y="2631835"/>
                </a:cubicBezTo>
                <a:cubicBezTo>
                  <a:pt x="5503717" y="2451858"/>
                  <a:pt x="5200349" y="2248114"/>
                  <a:pt x="4854552" y="2120330"/>
                </a:cubicBezTo>
                <a:lnTo>
                  <a:pt x="4701462" y="2072196"/>
                </a:lnTo>
                <a:lnTo>
                  <a:pt x="4671369" y="2064494"/>
                </a:lnTo>
                <a:cubicBezTo>
                  <a:pt x="4526096" y="2033276"/>
                  <a:pt x="4367934" y="2010474"/>
                  <a:pt x="4193090" y="1993900"/>
                </a:cubicBezTo>
                <a:cubicBezTo>
                  <a:pt x="3983487" y="2029376"/>
                  <a:pt x="3728701" y="2057732"/>
                  <a:pt x="3480529" y="2125211"/>
                </a:cubicBezTo>
                <a:lnTo>
                  <a:pt x="3323124" y="2175377"/>
                </a:lnTo>
                <a:lnTo>
                  <a:pt x="3169267" y="2253258"/>
                </a:lnTo>
                <a:cubicBezTo>
                  <a:pt x="3051025" y="2319129"/>
                  <a:pt x="2930686" y="2398186"/>
                  <a:pt x="2807648" y="2491260"/>
                </a:cubicBezTo>
                <a:cubicBezTo>
                  <a:pt x="2770564" y="2554941"/>
                  <a:pt x="2701450" y="2577416"/>
                  <a:pt x="2658087" y="2627190"/>
                </a:cubicBezTo>
                <a:cubicBezTo>
                  <a:pt x="2632905" y="2607746"/>
                  <a:pt x="2614117" y="2587655"/>
                  <a:pt x="2598337" y="2567361"/>
                </a:cubicBezTo>
                <a:lnTo>
                  <a:pt x="2580219" y="2540834"/>
                </a:lnTo>
                <a:lnTo>
                  <a:pt x="2534335" y="2489658"/>
                </a:lnTo>
                <a:cubicBezTo>
                  <a:pt x="2501929" y="2453429"/>
                  <a:pt x="2475453" y="2423721"/>
                  <a:pt x="2446162" y="2391249"/>
                </a:cubicBezTo>
                <a:cubicBezTo>
                  <a:pt x="2478821" y="2347728"/>
                  <a:pt x="2503309" y="2330168"/>
                  <a:pt x="2527329" y="2314144"/>
                </a:cubicBezTo>
                <a:lnTo>
                  <a:pt x="2556975" y="2293161"/>
                </a:lnTo>
                <a:lnTo>
                  <a:pt x="2564239" y="2286993"/>
                </a:lnTo>
                <a:cubicBezTo>
                  <a:pt x="2577059" y="2275471"/>
                  <a:pt x="2590601" y="2262413"/>
                  <a:pt x="2605688" y="2246262"/>
                </a:cubicBezTo>
                <a:cubicBezTo>
                  <a:pt x="2863254" y="1926482"/>
                  <a:pt x="3161168" y="1774274"/>
                  <a:pt x="3509491" y="1711056"/>
                </a:cubicBezTo>
                <a:lnTo>
                  <a:pt x="3680797" y="1688855"/>
                </a:lnTo>
                <a:lnTo>
                  <a:pt x="3720628" y="1588237"/>
                </a:lnTo>
                <a:lnTo>
                  <a:pt x="3772562" y="1429972"/>
                </a:lnTo>
                <a:lnTo>
                  <a:pt x="3789304" y="1368625"/>
                </a:lnTo>
                <a:lnTo>
                  <a:pt x="3812099" y="1284448"/>
                </a:lnTo>
                <a:cubicBezTo>
                  <a:pt x="3834084" y="1206008"/>
                  <a:pt x="3849594" y="1155638"/>
                  <a:pt x="3866366" y="1096750"/>
                </a:cubicBezTo>
                <a:lnTo>
                  <a:pt x="3887792" y="1018169"/>
                </a:lnTo>
                <a:lnTo>
                  <a:pt x="3887978" y="1017016"/>
                </a:lnTo>
                <a:cubicBezTo>
                  <a:pt x="3894129" y="900716"/>
                  <a:pt x="3999929" y="686402"/>
                  <a:pt x="4019042" y="547623"/>
                </a:cubicBezTo>
                <a:lnTo>
                  <a:pt x="4027067" y="512261"/>
                </a:lnTo>
                <a:lnTo>
                  <a:pt x="4034169" y="468481"/>
                </a:lnTo>
                <a:cubicBezTo>
                  <a:pt x="4065956" y="324599"/>
                  <a:pt x="4156053" y="149463"/>
                  <a:pt x="4171950" y="0"/>
                </a:cubicBezTo>
                <a:cubicBezTo>
                  <a:pt x="4204517" y="116157"/>
                  <a:pt x="4237658" y="263293"/>
                  <a:pt x="4313936" y="508508"/>
                </a:cubicBezTo>
                <a:lnTo>
                  <a:pt x="4319816" y="528921"/>
                </a:lnTo>
                <a:lnTo>
                  <a:pt x="4348204" y="586816"/>
                </a:lnTo>
                <a:cubicBezTo>
                  <a:pt x="4371386" y="648580"/>
                  <a:pt x="4379425" y="718387"/>
                  <a:pt x="4387925" y="787266"/>
                </a:cubicBezTo>
                <a:lnTo>
                  <a:pt x="4400935" y="865567"/>
                </a:lnTo>
                <a:lnTo>
                  <a:pt x="4410526" y="891030"/>
                </a:lnTo>
                <a:cubicBezTo>
                  <a:pt x="4416998" y="905932"/>
                  <a:pt x="4424710" y="921663"/>
                  <a:pt x="4434078" y="938783"/>
                </a:cubicBezTo>
                <a:cubicBezTo>
                  <a:pt x="4452815" y="973024"/>
                  <a:pt x="4464585" y="1010695"/>
                  <a:pt x="4473233" y="1050442"/>
                </a:cubicBezTo>
                <a:lnTo>
                  <a:pt x="4475441" y="1063864"/>
                </a:lnTo>
                <a:lnTo>
                  <a:pt x="4493127" y="1098197"/>
                </a:lnTo>
                <a:cubicBezTo>
                  <a:pt x="4502038" y="1122313"/>
                  <a:pt x="4509520" y="1149854"/>
                  <a:pt x="4516297" y="1180377"/>
                </a:cubicBezTo>
                <a:lnTo>
                  <a:pt x="4554145" y="1395110"/>
                </a:lnTo>
                <a:lnTo>
                  <a:pt x="4570603" y="1427734"/>
                </a:lnTo>
                <a:cubicBezTo>
                  <a:pt x="4607393" y="1487788"/>
                  <a:pt x="4621710" y="1551856"/>
                  <a:pt x="4631091" y="1617935"/>
                </a:cubicBezTo>
                <a:lnTo>
                  <a:pt x="4641404" y="1700341"/>
                </a:lnTo>
                <a:lnTo>
                  <a:pt x="4697906" y="1707982"/>
                </a:lnTo>
                <a:cubicBezTo>
                  <a:pt x="4858389" y="1740958"/>
                  <a:pt x="5011320" y="1794497"/>
                  <a:pt x="5157418" y="1862946"/>
                </a:cubicBezTo>
                <a:lnTo>
                  <a:pt x="5231870" y="1902292"/>
                </a:lnTo>
                <a:lnTo>
                  <a:pt x="5393582" y="1961815"/>
                </a:lnTo>
                <a:cubicBezTo>
                  <a:pt x="5623979" y="2061943"/>
                  <a:pt x="5825721" y="2201992"/>
                  <a:pt x="5957710" y="2407329"/>
                </a:cubicBezTo>
                <a:cubicBezTo>
                  <a:pt x="5968423" y="2413890"/>
                  <a:pt x="5969678" y="2426106"/>
                  <a:pt x="5981566" y="2433577"/>
                </a:cubicBezTo>
                <a:close/>
                <a:moveTo>
                  <a:pt x="8343900" y="4171949"/>
                </a:moveTo>
                <a:cubicBezTo>
                  <a:pt x="8249953" y="4222598"/>
                  <a:pt x="8188159" y="4231835"/>
                  <a:pt x="8126963" y="4238810"/>
                </a:cubicBezTo>
                <a:lnTo>
                  <a:pt x="8103601" y="4242158"/>
                </a:lnTo>
                <a:lnTo>
                  <a:pt x="8003131" y="4263512"/>
                </a:lnTo>
                <a:cubicBezTo>
                  <a:pt x="7966440" y="4272240"/>
                  <a:pt x="7934988" y="4281445"/>
                  <a:pt x="7913624" y="4292091"/>
                </a:cubicBezTo>
                <a:cubicBezTo>
                  <a:pt x="7867850" y="4312889"/>
                  <a:pt x="7821022" y="4326135"/>
                  <a:pt x="7774874" y="4335725"/>
                </a:cubicBezTo>
                <a:lnTo>
                  <a:pt x="7753851" y="4339113"/>
                </a:lnTo>
                <a:lnTo>
                  <a:pt x="7723335" y="4346366"/>
                </a:lnTo>
                <a:cubicBezTo>
                  <a:pt x="7642153" y="4364734"/>
                  <a:pt x="7546168" y="4386854"/>
                  <a:pt x="7444232" y="4423155"/>
                </a:cubicBezTo>
                <a:lnTo>
                  <a:pt x="7423270" y="4429544"/>
                </a:lnTo>
                <a:lnTo>
                  <a:pt x="7383432" y="4455880"/>
                </a:lnTo>
                <a:cubicBezTo>
                  <a:pt x="7340630" y="4476924"/>
                  <a:pt x="7293046" y="4481227"/>
                  <a:pt x="7239790" y="4486028"/>
                </a:cubicBezTo>
                <a:lnTo>
                  <a:pt x="7210756" y="4488978"/>
                </a:lnTo>
                <a:lnTo>
                  <a:pt x="7154619" y="4502496"/>
                </a:lnTo>
                <a:lnTo>
                  <a:pt x="7033128" y="4531833"/>
                </a:lnTo>
                <a:lnTo>
                  <a:pt x="6994398" y="4548758"/>
                </a:lnTo>
                <a:cubicBezTo>
                  <a:pt x="6889446" y="4603928"/>
                  <a:pt x="6792745" y="4623203"/>
                  <a:pt x="6682085" y="4644917"/>
                </a:cubicBezTo>
                <a:lnTo>
                  <a:pt x="6630532" y="4655547"/>
                </a:lnTo>
                <a:lnTo>
                  <a:pt x="6594044" y="4795756"/>
                </a:lnTo>
                <a:cubicBezTo>
                  <a:pt x="6574095" y="4859443"/>
                  <a:pt x="6551319" y="4921522"/>
                  <a:pt x="6526035" y="4982261"/>
                </a:cubicBezTo>
                <a:lnTo>
                  <a:pt x="6523940" y="4986615"/>
                </a:lnTo>
                <a:lnTo>
                  <a:pt x="6493463" y="5094093"/>
                </a:lnTo>
                <a:cubicBezTo>
                  <a:pt x="6345745" y="5542950"/>
                  <a:pt x="6123377" y="5882840"/>
                  <a:pt x="5780491" y="6097637"/>
                </a:cubicBezTo>
                <a:cubicBezTo>
                  <a:pt x="5779534" y="6098863"/>
                  <a:pt x="5777801" y="6099121"/>
                  <a:pt x="5777375" y="6099966"/>
                </a:cubicBezTo>
                <a:cubicBezTo>
                  <a:pt x="5707473" y="6054124"/>
                  <a:pt x="5688366" y="5991676"/>
                  <a:pt x="5633955" y="5927401"/>
                </a:cubicBezTo>
                <a:lnTo>
                  <a:pt x="5604490" y="5896320"/>
                </a:lnTo>
                <a:lnTo>
                  <a:pt x="5564588" y="5863065"/>
                </a:lnTo>
                <a:cubicBezTo>
                  <a:pt x="5570713" y="5857099"/>
                  <a:pt x="5574370" y="5856502"/>
                  <a:pt x="5578532" y="5852638"/>
                </a:cubicBezTo>
                <a:cubicBezTo>
                  <a:pt x="5861667" y="5587671"/>
                  <a:pt x="6141225" y="5211337"/>
                  <a:pt x="6281845" y="4712303"/>
                </a:cubicBezTo>
                <a:lnTo>
                  <a:pt x="6322582" y="4530162"/>
                </a:lnTo>
                <a:lnTo>
                  <a:pt x="6347086" y="4396020"/>
                </a:lnTo>
                <a:cubicBezTo>
                  <a:pt x="6358114" y="4319446"/>
                  <a:pt x="6366051" y="4244392"/>
                  <a:pt x="6371140" y="4171949"/>
                </a:cubicBezTo>
                <a:cubicBezTo>
                  <a:pt x="6320145" y="3918552"/>
                  <a:pt x="6296729" y="3673035"/>
                  <a:pt x="6244762" y="3464109"/>
                </a:cubicBezTo>
                <a:lnTo>
                  <a:pt x="6211873" y="3350837"/>
                </a:lnTo>
                <a:lnTo>
                  <a:pt x="6168434" y="3251005"/>
                </a:lnTo>
                <a:cubicBezTo>
                  <a:pt x="6149247" y="3210430"/>
                  <a:pt x="6129128" y="3171221"/>
                  <a:pt x="6108261" y="3133761"/>
                </a:cubicBezTo>
                <a:cubicBezTo>
                  <a:pt x="6058208" y="3079435"/>
                  <a:pt x="6055968" y="3037659"/>
                  <a:pt x="6009748" y="2971604"/>
                </a:cubicBezTo>
                <a:cubicBezTo>
                  <a:pt x="6097377" y="2853495"/>
                  <a:pt x="6159033" y="2839980"/>
                  <a:pt x="6248111" y="2757503"/>
                </a:cubicBezTo>
                <a:cubicBezTo>
                  <a:pt x="6254231" y="2764828"/>
                  <a:pt x="6259195" y="2772947"/>
                  <a:pt x="6262439" y="2776664"/>
                </a:cubicBezTo>
                <a:cubicBezTo>
                  <a:pt x="6414343" y="2973581"/>
                  <a:pt x="6582156" y="3253603"/>
                  <a:pt x="6658752" y="3593042"/>
                </a:cubicBezTo>
                <a:lnTo>
                  <a:pt x="6678545" y="3707443"/>
                </a:lnTo>
                <a:lnTo>
                  <a:pt x="6702225" y="3715341"/>
                </a:lnTo>
                <a:cubicBezTo>
                  <a:pt x="6730727" y="3724429"/>
                  <a:pt x="6761891" y="3733729"/>
                  <a:pt x="6797905" y="3743204"/>
                </a:cubicBezTo>
                <a:lnTo>
                  <a:pt x="6850687" y="3755989"/>
                </a:lnTo>
                <a:lnTo>
                  <a:pt x="6857492" y="3756913"/>
                </a:lnTo>
                <a:cubicBezTo>
                  <a:pt x="6972133" y="3766585"/>
                  <a:pt x="7050760" y="3795640"/>
                  <a:pt x="7124976" y="3825498"/>
                </a:cubicBezTo>
                <a:lnTo>
                  <a:pt x="7161717" y="3839630"/>
                </a:lnTo>
                <a:lnTo>
                  <a:pt x="7237365" y="3863253"/>
                </a:lnTo>
                <a:cubicBezTo>
                  <a:pt x="7270855" y="3873389"/>
                  <a:pt x="7305952" y="3883380"/>
                  <a:pt x="7346442" y="3893438"/>
                </a:cubicBezTo>
                <a:lnTo>
                  <a:pt x="7356648" y="3896701"/>
                </a:lnTo>
                <a:lnTo>
                  <a:pt x="7366000" y="3898899"/>
                </a:lnTo>
                <a:cubicBezTo>
                  <a:pt x="7511502" y="3918224"/>
                  <a:pt x="7664021" y="3979160"/>
                  <a:pt x="7776761" y="4015372"/>
                </a:cubicBezTo>
                <a:lnTo>
                  <a:pt x="7789230" y="4019086"/>
                </a:lnTo>
                <a:lnTo>
                  <a:pt x="7796276" y="4019041"/>
                </a:lnTo>
                <a:cubicBezTo>
                  <a:pt x="7923656" y="4004911"/>
                  <a:pt x="8114133" y="4132269"/>
                  <a:pt x="8343900" y="417194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 dirty="0"/>
          </a:p>
        </p:txBody>
      </p:sp>
      <p:sp>
        <p:nvSpPr>
          <p:cNvPr id="10" name="Rectángulo 9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3273D7A7-E1BF-4312-95F5-88D214A51F91}"/>
              </a:ext>
            </a:extLst>
          </p:cNvPr>
          <p:cNvSpPr/>
          <p:nvPr/>
        </p:nvSpPr>
        <p:spPr>
          <a:xfrm>
            <a:off x="2084186" y="25537"/>
            <a:ext cx="558800" cy="5192594"/>
          </a:xfrm>
          <a:custGeom>
            <a:avLst/>
            <a:gdLst>
              <a:gd name="connsiteX0" fmla="*/ 0 w 558800"/>
              <a:gd name="connsiteY0" fmla="*/ 0 h 5192594"/>
              <a:gd name="connsiteX1" fmla="*/ 558800 w 558800"/>
              <a:gd name="connsiteY1" fmla="*/ 0 h 5192594"/>
              <a:gd name="connsiteX2" fmla="*/ 558800 w 558800"/>
              <a:gd name="connsiteY2" fmla="*/ 649074 h 5192594"/>
              <a:gd name="connsiteX3" fmla="*/ 558800 w 558800"/>
              <a:gd name="connsiteY3" fmla="*/ 1298149 h 5192594"/>
              <a:gd name="connsiteX4" fmla="*/ 558800 w 558800"/>
              <a:gd name="connsiteY4" fmla="*/ 1947223 h 5192594"/>
              <a:gd name="connsiteX5" fmla="*/ 558800 w 558800"/>
              <a:gd name="connsiteY5" fmla="*/ 2596297 h 5192594"/>
              <a:gd name="connsiteX6" fmla="*/ 558800 w 558800"/>
              <a:gd name="connsiteY6" fmla="*/ 3141519 h 5192594"/>
              <a:gd name="connsiteX7" fmla="*/ 558800 w 558800"/>
              <a:gd name="connsiteY7" fmla="*/ 3842520 h 5192594"/>
              <a:gd name="connsiteX8" fmla="*/ 558800 w 558800"/>
              <a:gd name="connsiteY8" fmla="*/ 4439668 h 5192594"/>
              <a:gd name="connsiteX9" fmla="*/ 558800 w 558800"/>
              <a:gd name="connsiteY9" fmla="*/ 5192594 h 5192594"/>
              <a:gd name="connsiteX10" fmla="*/ 0 w 558800"/>
              <a:gd name="connsiteY10" fmla="*/ 5192594 h 5192594"/>
              <a:gd name="connsiteX11" fmla="*/ 0 w 558800"/>
              <a:gd name="connsiteY11" fmla="*/ 4491594 h 5192594"/>
              <a:gd name="connsiteX12" fmla="*/ 0 w 558800"/>
              <a:gd name="connsiteY12" fmla="*/ 3790594 h 5192594"/>
              <a:gd name="connsiteX13" fmla="*/ 0 w 558800"/>
              <a:gd name="connsiteY13" fmla="*/ 3037667 h 5192594"/>
              <a:gd name="connsiteX14" fmla="*/ 0 w 558800"/>
              <a:gd name="connsiteY14" fmla="*/ 2440519 h 5192594"/>
              <a:gd name="connsiteX15" fmla="*/ 0 w 558800"/>
              <a:gd name="connsiteY15" fmla="*/ 1687593 h 5192594"/>
              <a:gd name="connsiteX16" fmla="*/ 0 w 558800"/>
              <a:gd name="connsiteY16" fmla="*/ 1194297 h 5192594"/>
              <a:gd name="connsiteX17" fmla="*/ 0 w 558800"/>
              <a:gd name="connsiteY17" fmla="*/ 0 h 519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8800" h="5192594" fill="none" extrusionOk="0">
                <a:moveTo>
                  <a:pt x="0" y="0"/>
                </a:moveTo>
                <a:cubicBezTo>
                  <a:pt x="246399" y="15845"/>
                  <a:pt x="305789" y="-8375"/>
                  <a:pt x="558800" y="0"/>
                </a:cubicBezTo>
                <a:cubicBezTo>
                  <a:pt x="558103" y="282226"/>
                  <a:pt x="544674" y="368344"/>
                  <a:pt x="558800" y="649074"/>
                </a:cubicBezTo>
                <a:cubicBezTo>
                  <a:pt x="572926" y="929804"/>
                  <a:pt x="530544" y="1155657"/>
                  <a:pt x="558800" y="1298149"/>
                </a:cubicBezTo>
                <a:cubicBezTo>
                  <a:pt x="587056" y="1440642"/>
                  <a:pt x="538182" y="1665440"/>
                  <a:pt x="558800" y="1947223"/>
                </a:cubicBezTo>
                <a:cubicBezTo>
                  <a:pt x="579418" y="2229006"/>
                  <a:pt x="552269" y="2397511"/>
                  <a:pt x="558800" y="2596297"/>
                </a:cubicBezTo>
                <a:cubicBezTo>
                  <a:pt x="565331" y="2795083"/>
                  <a:pt x="531708" y="3005699"/>
                  <a:pt x="558800" y="3141519"/>
                </a:cubicBezTo>
                <a:cubicBezTo>
                  <a:pt x="585892" y="3277339"/>
                  <a:pt x="558009" y="3601962"/>
                  <a:pt x="558800" y="3842520"/>
                </a:cubicBezTo>
                <a:cubicBezTo>
                  <a:pt x="559591" y="4083078"/>
                  <a:pt x="577699" y="4213830"/>
                  <a:pt x="558800" y="4439668"/>
                </a:cubicBezTo>
                <a:cubicBezTo>
                  <a:pt x="539901" y="4665506"/>
                  <a:pt x="568144" y="4973855"/>
                  <a:pt x="558800" y="5192594"/>
                </a:cubicBezTo>
                <a:cubicBezTo>
                  <a:pt x="280051" y="5181293"/>
                  <a:pt x="123250" y="5215335"/>
                  <a:pt x="0" y="5192594"/>
                </a:cubicBezTo>
                <a:cubicBezTo>
                  <a:pt x="-16961" y="5034150"/>
                  <a:pt x="-15202" y="4812266"/>
                  <a:pt x="0" y="4491594"/>
                </a:cubicBezTo>
                <a:cubicBezTo>
                  <a:pt x="15202" y="4170922"/>
                  <a:pt x="-24526" y="4094394"/>
                  <a:pt x="0" y="3790594"/>
                </a:cubicBezTo>
                <a:cubicBezTo>
                  <a:pt x="24526" y="3486794"/>
                  <a:pt x="23417" y="3205878"/>
                  <a:pt x="0" y="3037667"/>
                </a:cubicBezTo>
                <a:cubicBezTo>
                  <a:pt x="-23417" y="2869456"/>
                  <a:pt x="-21226" y="2616848"/>
                  <a:pt x="0" y="2440519"/>
                </a:cubicBezTo>
                <a:cubicBezTo>
                  <a:pt x="21226" y="2264190"/>
                  <a:pt x="31201" y="1982629"/>
                  <a:pt x="0" y="1687593"/>
                </a:cubicBezTo>
                <a:cubicBezTo>
                  <a:pt x="-31201" y="1392557"/>
                  <a:pt x="10630" y="1322384"/>
                  <a:pt x="0" y="1194297"/>
                </a:cubicBezTo>
                <a:cubicBezTo>
                  <a:pt x="-10630" y="1066210"/>
                  <a:pt x="58401" y="251905"/>
                  <a:pt x="0" y="0"/>
                </a:cubicBezTo>
                <a:close/>
              </a:path>
              <a:path w="558800" h="5192594" stroke="0" extrusionOk="0">
                <a:moveTo>
                  <a:pt x="0" y="0"/>
                </a:moveTo>
                <a:cubicBezTo>
                  <a:pt x="269237" y="-9"/>
                  <a:pt x="301838" y="-24503"/>
                  <a:pt x="558800" y="0"/>
                </a:cubicBezTo>
                <a:cubicBezTo>
                  <a:pt x="540793" y="196418"/>
                  <a:pt x="577257" y="485982"/>
                  <a:pt x="558800" y="752926"/>
                </a:cubicBezTo>
                <a:cubicBezTo>
                  <a:pt x="540343" y="1019870"/>
                  <a:pt x="579078" y="1248288"/>
                  <a:pt x="558800" y="1505852"/>
                </a:cubicBezTo>
                <a:cubicBezTo>
                  <a:pt x="538522" y="1763416"/>
                  <a:pt x="545317" y="1978705"/>
                  <a:pt x="558800" y="2258778"/>
                </a:cubicBezTo>
                <a:cubicBezTo>
                  <a:pt x="572283" y="2538851"/>
                  <a:pt x="550123" y="2752446"/>
                  <a:pt x="558800" y="2907853"/>
                </a:cubicBezTo>
                <a:cubicBezTo>
                  <a:pt x="567477" y="3063261"/>
                  <a:pt x="539796" y="3383329"/>
                  <a:pt x="558800" y="3608853"/>
                </a:cubicBezTo>
                <a:cubicBezTo>
                  <a:pt x="577804" y="3834377"/>
                  <a:pt x="542575" y="3944105"/>
                  <a:pt x="558800" y="4206001"/>
                </a:cubicBezTo>
                <a:cubicBezTo>
                  <a:pt x="575025" y="4467897"/>
                  <a:pt x="521463" y="4886244"/>
                  <a:pt x="558800" y="5192594"/>
                </a:cubicBezTo>
                <a:cubicBezTo>
                  <a:pt x="334959" y="5216690"/>
                  <a:pt x="136041" y="5220004"/>
                  <a:pt x="0" y="5192594"/>
                </a:cubicBezTo>
                <a:cubicBezTo>
                  <a:pt x="-23507" y="5052540"/>
                  <a:pt x="-15016" y="4910234"/>
                  <a:pt x="0" y="4699298"/>
                </a:cubicBezTo>
                <a:cubicBezTo>
                  <a:pt x="15016" y="4488362"/>
                  <a:pt x="9780" y="4281843"/>
                  <a:pt x="0" y="3946371"/>
                </a:cubicBezTo>
                <a:cubicBezTo>
                  <a:pt x="-9780" y="3610899"/>
                  <a:pt x="-15550" y="3611591"/>
                  <a:pt x="0" y="3401149"/>
                </a:cubicBezTo>
                <a:cubicBezTo>
                  <a:pt x="15550" y="3190707"/>
                  <a:pt x="24210" y="3092268"/>
                  <a:pt x="0" y="2907853"/>
                </a:cubicBezTo>
                <a:cubicBezTo>
                  <a:pt x="-24210" y="2723438"/>
                  <a:pt x="2142" y="2503930"/>
                  <a:pt x="0" y="2206852"/>
                </a:cubicBezTo>
                <a:cubicBezTo>
                  <a:pt x="-2142" y="1909774"/>
                  <a:pt x="20116" y="1847542"/>
                  <a:pt x="0" y="1713556"/>
                </a:cubicBezTo>
                <a:cubicBezTo>
                  <a:pt x="-20116" y="1579570"/>
                  <a:pt x="3769" y="1385294"/>
                  <a:pt x="0" y="1064482"/>
                </a:cubicBezTo>
                <a:cubicBezTo>
                  <a:pt x="-3769" y="743670"/>
                  <a:pt x="2821" y="248979"/>
                  <a:pt x="0" y="0"/>
                </a:cubicBezTo>
                <a:close/>
              </a:path>
            </a:pathLst>
          </a:custGeom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7005552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03" name="Forma libre: forma 102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EBD5C825-3BDE-48F4-8C66-593567DF1D87}"/>
              </a:ext>
            </a:extLst>
          </p:cNvPr>
          <p:cNvSpPr/>
          <p:nvPr/>
        </p:nvSpPr>
        <p:spPr>
          <a:xfrm>
            <a:off x="1469993" y="-968935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920450" y="126199"/>
                  <a:pt x="932514" y="180569"/>
                  <a:pt x="987499" y="310210"/>
                </a:cubicBezTo>
                <a:cubicBezTo>
                  <a:pt x="990114" y="311042"/>
                  <a:pt x="992144" y="311671"/>
                  <a:pt x="994861" y="312448"/>
                </a:cubicBezTo>
                <a:cubicBezTo>
                  <a:pt x="1064690" y="339559"/>
                  <a:pt x="1163231" y="413594"/>
                  <a:pt x="1210259" y="486204"/>
                </a:cubicBezTo>
                <a:cubicBezTo>
                  <a:pt x="1229495" y="517053"/>
                  <a:pt x="1237348" y="528129"/>
                  <a:pt x="1246419" y="551463"/>
                </a:cubicBezTo>
                <a:cubicBezTo>
                  <a:pt x="1459525" y="572448"/>
                  <a:pt x="1500838" y="544708"/>
                  <a:pt x="1743480" y="551460"/>
                </a:cubicBezTo>
                <a:cubicBezTo>
                  <a:pt x="1635796" y="605835"/>
                  <a:pt x="1478707" y="736732"/>
                  <a:pt x="1284896" y="841555"/>
                </a:cubicBezTo>
                <a:cubicBezTo>
                  <a:pt x="1284380" y="844192"/>
                  <a:pt x="1284551" y="847598"/>
                  <a:pt x="1283925" y="850996"/>
                </a:cubicBezTo>
                <a:cubicBezTo>
                  <a:pt x="1275602" y="882876"/>
                  <a:pt x="1267420" y="914276"/>
                  <a:pt x="1255398" y="941018"/>
                </a:cubicBezTo>
                <a:cubicBezTo>
                  <a:pt x="1246755" y="957871"/>
                  <a:pt x="1242360" y="965798"/>
                  <a:pt x="1235978" y="976067"/>
                </a:cubicBezTo>
                <a:cubicBezTo>
                  <a:pt x="1340644" y="1200150"/>
                  <a:pt x="1375780" y="1300758"/>
                  <a:pt x="1410505" y="1443741"/>
                </a:cubicBezTo>
                <a:cubicBezTo>
                  <a:pt x="1215271" y="1347630"/>
                  <a:pt x="1143099" y="1287841"/>
                  <a:pt x="1008119" y="1189189"/>
                </a:cubicBezTo>
                <a:cubicBezTo>
                  <a:pt x="1005073" y="1190596"/>
                  <a:pt x="1000858" y="1193745"/>
                  <a:pt x="994861" y="1196238"/>
                </a:cubicBezTo>
                <a:cubicBezTo>
                  <a:pt x="941044" y="1230697"/>
                  <a:pt x="865883" y="1227610"/>
                  <a:pt x="804297" y="1233926"/>
                </a:cubicBezTo>
                <a:cubicBezTo>
                  <a:pt x="770262" y="1228503"/>
                  <a:pt x="738234" y="1230508"/>
                  <a:pt x="705631" y="1224183"/>
                </a:cubicBezTo>
                <a:cubicBezTo>
                  <a:pt x="702187" y="1222413"/>
                  <a:pt x="697182" y="1220672"/>
                  <a:pt x="688351" y="1218928"/>
                </a:cubicBezTo>
                <a:cubicBezTo>
                  <a:pt x="536629" y="1326161"/>
                  <a:pt x="512820" y="1340241"/>
                  <a:pt x="332975" y="1443741"/>
                </a:cubicBezTo>
                <a:cubicBezTo>
                  <a:pt x="396010" y="1326468"/>
                  <a:pt x="399530" y="1215275"/>
                  <a:pt x="462401" y="1096923"/>
                </a:cubicBezTo>
                <a:cubicBezTo>
                  <a:pt x="460417" y="1095588"/>
                  <a:pt x="459399" y="1094624"/>
                  <a:pt x="458116" y="1093459"/>
                </a:cubicBezTo>
                <a:cubicBezTo>
                  <a:pt x="368814" y="1001687"/>
                  <a:pt x="313974" y="901227"/>
                  <a:pt x="314723" y="754343"/>
                </a:cubicBezTo>
                <a:cubicBezTo>
                  <a:pt x="314800" y="753426"/>
                  <a:pt x="315012" y="751897"/>
                  <a:pt x="315089" y="750782"/>
                </a:cubicBezTo>
                <a:cubicBezTo>
                  <a:pt x="247986" y="715516"/>
                  <a:pt x="118111" y="639221"/>
                  <a:pt x="0" y="551460"/>
                </a:cubicBezTo>
                <a:cubicBezTo>
                  <a:pt x="172218" y="541018"/>
                  <a:pt x="232874" y="563477"/>
                  <a:pt x="362176" y="551462"/>
                </a:cubicBezTo>
                <a:cubicBezTo>
                  <a:pt x="376654" y="519888"/>
                  <a:pt x="390256" y="499775"/>
                  <a:pt x="398335" y="486204"/>
                </a:cubicBezTo>
                <a:cubicBezTo>
                  <a:pt x="473769" y="394791"/>
                  <a:pt x="574771" y="319015"/>
                  <a:pt x="705631" y="284504"/>
                </a:cubicBezTo>
                <a:cubicBezTo>
                  <a:pt x="735824" y="282031"/>
                  <a:pt x="739243" y="279326"/>
                  <a:pt x="767867" y="278358"/>
                </a:cubicBezTo>
                <a:cubicBezTo>
                  <a:pt x="796920" y="219176"/>
                  <a:pt x="831610" y="83318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910809" y="67615"/>
                  <a:pt x="941283" y="199249"/>
                  <a:pt x="987499" y="310210"/>
                </a:cubicBezTo>
                <a:cubicBezTo>
                  <a:pt x="990490" y="311398"/>
                  <a:pt x="992138" y="311939"/>
                  <a:pt x="994861" y="312448"/>
                </a:cubicBezTo>
                <a:cubicBezTo>
                  <a:pt x="1079458" y="345553"/>
                  <a:pt x="1143530" y="411473"/>
                  <a:pt x="1210259" y="486204"/>
                </a:cubicBezTo>
                <a:cubicBezTo>
                  <a:pt x="1219102" y="507867"/>
                  <a:pt x="1237308" y="534949"/>
                  <a:pt x="1246419" y="551463"/>
                </a:cubicBezTo>
                <a:cubicBezTo>
                  <a:pt x="1473366" y="551448"/>
                  <a:pt x="1587799" y="534755"/>
                  <a:pt x="1743480" y="551460"/>
                </a:cubicBezTo>
                <a:cubicBezTo>
                  <a:pt x="1626110" y="614814"/>
                  <a:pt x="1419429" y="734089"/>
                  <a:pt x="1284896" y="841555"/>
                </a:cubicBezTo>
                <a:cubicBezTo>
                  <a:pt x="1284536" y="844639"/>
                  <a:pt x="1284272" y="847194"/>
                  <a:pt x="1283925" y="850996"/>
                </a:cubicBezTo>
                <a:cubicBezTo>
                  <a:pt x="1278396" y="884087"/>
                  <a:pt x="1260850" y="910497"/>
                  <a:pt x="1255398" y="941018"/>
                </a:cubicBezTo>
                <a:cubicBezTo>
                  <a:pt x="1250858" y="952334"/>
                  <a:pt x="1242745" y="966142"/>
                  <a:pt x="1235978" y="976067"/>
                </a:cubicBezTo>
                <a:cubicBezTo>
                  <a:pt x="1305195" y="1117423"/>
                  <a:pt x="1386699" y="1320906"/>
                  <a:pt x="1410505" y="1443741"/>
                </a:cubicBezTo>
                <a:cubicBezTo>
                  <a:pt x="1270355" y="1381998"/>
                  <a:pt x="1091500" y="1250872"/>
                  <a:pt x="1008119" y="1189189"/>
                </a:cubicBezTo>
                <a:cubicBezTo>
                  <a:pt x="1002216" y="1191710"/>
                  <a:pt x="1000019" y="1194277"/>
                  <a:pt x="994861" y="1196238"/>
                </a:cubicBezTo>
                <a:cubicBezTo>
                  <a:pt x="931975" y="1232884"/>
                  <a:pt x="872525" y="1244784"/>
                  <a:pt x="804297" y="1233926"/>
                </a:cubicBezTo>
                <a:cubicBezTo>
                  <a:pt x="770140" y="1232719"/>
                  <a:pt x="737756" y="1223993"/>
                  <a:pt x="705631" y="1224183"/>
                </a:cubicBezTo>
                <a:cubicBezTo>
                  <a:pt x="699351" y="1223106"/>
                  <a:pt x="696531" y="1222251"/>
                  <a:pt x="688351" y="1218928"/>
                </a:cubicBezTo>
                <a:cubicBezTo>
                  <a:pt x="520178" y="1321510"/>
                  <a:pt x="462995" y="1383183"/>
                  <a:pt x="332975" y="1443741"/>
                </a:cubicBezTo>
                <a:cubicBezTo>
                  <a:pt x="369411" y="1323862"/>
                  <a:pt x="436730" y="1204902"/>
                  <a:pt x="462401" y="1096923"/>
                </a:cubicBezTo>
                <a:cubicBezTo>
                  <a:pt x="461376" y="1096318"/>
                  <a:pt x="459173" y="1094101"/>
                  <a:pt x="458116" y="1093459"/>
                </a:cubicBezTo>
                <a:cubicBezTo>
                  <a:pt x="380445" y="1006746"/>
                  <a:pt x="319182" y="900366"/>
                  <a:pt x="314723" y="754343"/>
                </a:cubicBezTo>
                <a:cubicBezTo>
                  <a:pt x="314732" y="752815"/>
                  <a:pt x="315001" y="751808"/>
                  <a:pt x="315089" y="750782"/>
                </a:cubicBezTo>
                <a:cubicBezTo>
                  <a:pt x="230041" y="693386"/>
                  <a:pt x="120005" y="628190"/>
                  <a:pt x="0" y="551460"/>
                </a:cubicBezTo>
                <a:cubicBezTo>
                  <a:pt x="106867" y="548035"/>
                  <a:pt x="197222" y="535403"/>
                  <a:pt x="362176" y="551462"/>
                </a:cubicBezTo>
                <a:cubicBezTo>
                  <a:pt x="372246" y="534384"/>
                  <a:pt x="384231" y="514236"/>
                  <a:pt x="398335" y="486204"/>
                </a:cubicBezTo>
                <a:cubicBezTo>
                  <a:pt x="468223" y="393351"/>
                  <a:pt x="555372" y="302707"/>
                  <a:pt x="705631" y="284504"/>
                </a:cubicBezTo>
                <a:cubicBezTo>
                  <a:pt x="718996" y="283430"/>
                  <a:pt x="744243" y="282574"/>
                  <a:pt x="767867" y="278358"/>
                </a:cubicBezTo>
                <a:cubicBezTo>
                  <a:pt x="819608" y="161252"/>
                  <a:pt x="845271" y="77292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766925082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95" name="Forma libre: forma 94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E15D0896-AEB2-45B0-99EB-29FE43FFF81C}"/>
              </a:ext>
            </a:extLst>
          </p:cNvPr>
          <p:cNvSpPr/>
          <p:nvPr/>
        </p:nvSpPr>
        <p:spPr>
          <a:xfrm rot="1786625">
            <a:off x="943063" y="5882688"/>
            <a:ext cx="1743480" cy="1443741"/>
          </a:xfrm>
          <a:custGeom>
            <a:avLst/>
            <a:gdLst>
              <a:gd name="connsiteX0" fmla="*/ 871740 w 1743480"/>
              <a:gd name="connsiteY0" fmla="*/ 0 h 1443741"/>
              <a:gd name="connsiteX1" fmla="*/ 987499 w 1743480"/>
              <a:gd name="connsiteY1" fmla="*/ 310210 h 1443741"/>
              <a:gd name="connsiteX2" fmla="*/ 994861 w 1743480"/>
              <a:gd name="connsiteY2" fmla="*/ 312448 h 1443741"/>
              <a:gd name="connsiteX3" fmla="*/ 1210259 w 1743480"/>
              <a:gd name="connsiteY3" fmla="*/ 486204 h 1443741"/>
              <a:gd name="connsiteX4" fmla="*/ 1246419 w 1743480"/>
              <a:gd name="connsiteY4" fmla="*/ 551463 h 1443741"/>
              <a:gd name="connsiteX5" fmla="*/ 1743480 w 1743480"/>
              <a:gd name="connsiteY5" fmla="*/ 551460 h 1443741"/>
              <a:gd name="connsiteX6" fmla="*/ 1284896 w 1743480"/>
              <a:gd name="connsiteY6" fmla="*/ 841555 h 1443741"/>
              <a:gd name="connsiteX7" fmla="*/ 1283925 w 1743480"/>
              <a:gd name="connsiteY7" fmla="*/ 850996 h 1443741"/>
              <a:gd name="connsiteX8" fmla="*/ 1255398 w 1743480"/>
              <a:gd name="connsiteY8" fmla="*/ 941018 h 1443741"/>
              <a:gd name="connsiteX9" fmla="*/ 1235978 w 1743480"/>
              <a:gd name="connsiteY9" fmla="*/ 976067 h 1443741"/>
              <a:gd name="connsiteX10" fmla="*/ 1410505 w 1743480"/>
              <a:gd name="connsiteY10" fmla="*/ 1443741 h 1443741"/>
              <a:gd name="connsiteX11" fmla="*/ 1008119 w 1743480"/>
              <a:gd name="connsiteY11" fmla="*/ 1189189 h 1443741"/>
              <a:gd name="connsiteX12" fmla="*/ 994861 w 1743480"/>
              <a:gd name="connsiteY12" fmla="*/ 1196238 h 1443741"/>
              <a:gd name="connsiteX13" fmla="*/ 804297 w 1743480"/>
              <a:gd name="connsiteY13" fmla="*/ 1233926 h 1443741"/>
              <a:gd name="connsiteX14" fmla="*/ 705631 w 1743480"/>
              <a:gd name="connsiteY14" fmla="*/ 1224183 h 1443741"/>
              <a:gd name="connsiteX15" fmla="*/ 688351 w 1743480"/>
              <a:gd name="connsiteY15" fmla="*/ 1218928 h 1443741"/>
              <a:gd name="connsiteX16" fmla="*/ 332975 w 1743480"/>
              <a:gd name="connsiteY16" fmla="*/ 1443741 h 1443741"/>
              <a:gd name="connsiteX17" fmla="*/ 462401 w 1743480"/>
              <a:gd name="connsiteY17" fmla="*/ 1096923 h 1443741"/>
              <a:gd name="connsiteX18" fmla="*/ 458116 w 1743480"/>
              <a:gd name="connsiteY18" fmla="*/ 1093459 h 1443741"/>
              <a:gd name="connsiteX19" fmla="*/ 314723 w 1743480"/>
              <a:gd name="connsiteY19" fmla="*/ 754343 h 1443741"/>
              <a:gd name="connsiteX20" fmla="*/ 315089 w 1743480"/>
              <a:gd name="connsiteY20" fmla="*/ 750782 h 1443741"/>
              <a:gd name="connsiteX21" fmla="*/ 0 w 1743480"/>
              <a:gd name="connsiteY21" fmla="*/ 551460 h 1443741"/>
              <a:gd name="connsiteX22" fmla="*/ 362176 w 1743480"/>
              <a:gd name="connsiteY22" fmla="*/ 551462 h 1443741"/>
              <a:gd name="connsiteX23" fmla="*/ 398335 w 1743480"/>
              <a:gd name="connsiteY23" fmla="*/ 486204 h 1443741"/>
              <a:gd name="connsiteX24" fmla="*/ 705631 w 1743480"/>
              <a:gd name="connsiteY24" fmla="*/ 284504 h 1443741"/>
              <a:gd name="connsiteX25" fmla="*/ 767867 w 1743480"/>
              <a:gd name="connsiteY25" fmla="*/ 278358 h 1443741"/>
              <a:gd name="connsiteX26" fmla="*/ 871740 w 1743480"/>
              <a:gd name="connsiteY26" fmla="*/ 0 h 144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43480" h="1443741" fill="none" extrusionOk="0">
                <a:moveTo>
                  <a:pt x="871740" y="0"/>
                </a:moveTo>
                <a:cubicBezTo>
                  <a:pt x="897609" y="90533"/>
                  <a:pt x="967868" y="227382"/>
                  <a:pt x="987499" y="310210"/>
                </a:cubicBezTo>
                <a:cubicBezTo>
                  <a:pt x="991102" y="311365"/>
                  <a:pt x="992887" y="311737"/>
                  <a:pt x="994861" y="312448"/>
                </a:cubicBezTo>
                <a:cubicBezTo>
                  <a:pt x="1073985" y="344067"/>
                  <a:pt x="1167921" y="422308"/>
                  <a:pt x="1210259" y="486204"/>
                </a:cubicBezTo>
                <a:cubicBezTo>
                  <a:pt x="1226654" y="515253"/>
                  <a:pt x="1228940" y="521053"/>
                  <a:pt x="1246419" y="551463"/>
                </a:cubicBezTo>
                <a:cubicBezTo>
                  <a:pt x="1356484" y="562141"/>
                  <a:pt x="1635540" y="529743"/>
                  <a:pt x="1743480" y="551460"/>
                </a:cubicBezTo>
                <a:cubicBezTo>
                  <a:pt x="1624920" y="649838"/>
                  <a:pt x="1440196" y="766009"/>
                  <a:pt x="1284896" y="841555"/>
                </a:cubicBezTo>
                <a:cubicBezTo>
                  <a:pt x="1284001" y="844301"/>
                  <a:pt x="1284366" y="847421"/>
                  <a:pt x="1283925" y="850996"/>
                </a:cubicBezTo>
                <a:cubicBezTo>
                  <a:pt x="1280429" y="886133"/>
                  <a:pt x="1274169" y="911543"/>
                  <a:pt x="1255398" y="941018"/>
                </a:cubicBezTo>
                <a:cubicBezTo>
                  <a:pt x="1245363" y="956243"/>
                  <a:pt x="1239677" y="968640"/>
                  <a:pt x="1235978" y="976067"/>
                </a:cubicBezTo>
                <a:cubicBezTo>
                  <a:pt x="1299326" y="1171848"/>
                  <a:pt x="1341470" y="1275501"/>
                  <a:pt x="1410505" y="1443741"/>
                </a:cubicBezTo>
                <a:cubicBezTo>
                  <a:pt x="1324091" y="1385577"/>
                  <a:pt x="1131229" y="1294293"/>
                  <a:pt x="1008119" y="1189189"/>
                </a:cubicBezTo>
                <a:cubicBezTo>
                  <a:pt x="1003670" y="1191425"/>
                  <a:pt x="998437" y="1193924"/>
                  <a:pt x="994861" y="1196238"/>
                </a:cubicBezTo>
                <a:cubicBezTo>
                  <a:pt x="931001" y="1213117"/>
                  <a:pt x="873555" y="1230886"/>
                  <a:pt x="804297" y="1233926"/>
                </a:cubicBezTo>
                <a:cubicBezTo>
                  <a:pt x="768721" y="1238178"/>
                  <a:pt x="737281" y="1227807"/>
                  <a:pt x="705631" y="1224183"/>
                </a:cubicBezTo>
                <a:cubicBezTo>
                  <a:pt x="698019" y="1222629"/>
                  <a:pt x="693144" y="1220667"/>
                  <a:pt x="688351" y="1218928"/>
                </a:cubicBezTo>
                <a:cubicBezTo>
                  <a:pt x="614720" y="1284237"/>
                  <a:pt x="431557" y="1405687"/>
                  <a:pt x="332975" y="1443741"/>
                </a:cubicBezTo>
                <a:cubicBezTo>
                  <a:pt x="376784" y="1372128"/>
                  <a:pt x="422335" y="1198479"/>
                  <a:pt x="462401" y="1096923"/>
                </a:cubicBezTo>
                <a:cubicBezTo>
                  <a:pt x="461416" y="1096254"/>
                  <a:pt x="459339" y="1094613"/>
                  <a:pt x="458116" y="1093459"/>
                </a:cubicBezTo>
                <a:cubicBezTo>
                  <a:pt x="365043" y="989018"/>
                  <a:pt x="319326" y="881095"/>
                  <a:pt x="314723" y="754343"/>
                </a:cubicBezTo>
                <a:cubicBezTo>
                  <a:pt x="314958" y="752828"/>
                  <a:pt x="314767" y="752352"/>
                  <a:pt x="315089" y="750782"/>
                </a:cubicBezTo>
                <a:cubicBezTo>
                  <a:pt x="165086" y="674102"/>
                  <a:pt x="61828" y="610891"/>
                  <a:pt x="0" y="551460"/>
                </a:cubicBezTo>
                <a:cubicBezTo>
                  <a:pt x="106074" y="547840"/>
                  <a:pt x="242725" y="555634"/>
                  <a:pt x="362176" y="551462"/>
                </a:cubicBezTo>
                <a:cubicBezTo>
                  <a:pt x="369877" y="530891"/>
                  <a:pt x="384386" y="510632"/>
                  <a:pt x="398335" y="486204"/>
                </a:cubicBezTo>
                <a:cubicBezTo>
                  <a:pt x="495788" y="396110"/>
                  <a:pt x="588191" y="292121"/>
                  <a:pt x="705631" y="284504"/>
                </a:cubicBezTo>
                <a:cubicBezTo>
                  <a:pt x="719068" y="280806"/>
                  <a:pt x="737624" y="282323"/>
                  <a:pt x="767867" y="278358"/>
                </a:cubicBezTo>
                <a:cubicBezTo>
                  <a:pt x="784345" y="205569"/>
                  <a:pt x="848150" y="81116"/>
                  <a:pt x="871740" y="0"/>
                </a:cubicBezTo>
                <a:close/>
              </a:path>
              <a:path w="1743480" h="1443741" stroke="0" extrusionOk="0">
                <a:moveTo>
                  <a:pt x="871740" y="0"/>
                </a:moveTo>
                <a:cubicBezTo>
                  <a:pt x="908821" y="67202"/>
                  <a:pt x="956071" y="228235"/>
                  <a:pt x="987499" y="310210"/>
                </a:cubicBezTo>
                <a:cubicBezTo>
                  <a:pt x="989715" y="311172"/>
                  <a:pt x="991591" y="311492"/>
                  <a:pt x="994861" y="312448"/>
                </a:cubicBezTo>
                <a:cubicBezTo>
                  <a:pt x="1090033" y="335284"/>
                  <a:pt x="1154049" y="408468"/>
                  <a:pt x="1210259" y="486204"/>
                </a:cubicBezTo>
                <a:cubicBezTo>
                  <a:pt x="1218300" y="500697"/>
                  <a:pt x="1235077" y="538084"/>
                  <a:pt x="1246419" y="551463"/>
                </a:cubicBezTo>
                <a:cubicBezTo>
                  <a:pt x="1357311" y="573888"/>
                  <a:pt x="1599650" y="564318"/>
                  <a:pt x="1743480" y="551460"/>
                </a:cubicBezTo>
                <a:cubicBezTo>
                  <a:pt x="1591187" y="667460"/>
                  <a:pt x="1435991" y="741918"/>
                  <a:pt x="1284896" y="841555"/>
                </a:cubicBezTo>
                <a:cubicBezTo>
                  <a:pt x="1284491" y="844375"/>
                  <a:pt x="1284533" y="848073"/>
                  <a:pt x="1283925" y="850996"/>
                </a:cubicBezTo>
                <a:cubicBezTo>
                  <a:pt x="1272627" y="881925"/>
                  <a:pt x="1274732" y="913542"/>
                  <a:pt x="1255398" y="941018"/>
                </a:cubicBezTo>
                <a:cubicBezTo>
                  <a:pt x="1247021" y="954667"/>
                  <a:pt x="1242906" y="966316"/>
                  <a:pt x="1235978" y="976067"/>
                </a:cubicBezTo>
                <a:cubicBezTo>
                  <a:pt x="1259074" y="1101585"/>
                  <a:pt x="1336805" y="1315694"/>
                  <a:pt x="1410505" y="1443741"/>
                </a:cubicBezTo>
                <a:cubicBezTo>
                  <a:pt x="1273287" y="1353301"/>
                  <a:pt x="1155666" y="1273565"/>
                  <a:pt x="1008119" y="1189189"/>
                </a:cubicBezTo>
                <a:cubicBezTo>
                  <a:pt x="1001772" y="1192394"/>
                  <a:pt x="1000171" y="1193527"/>
                  <a:pt x="994861" y="1196238"/>
                </a:cubicBezTo>
                <a:cubicBezTo>
                  <a:pt x="949396" y="1217031"/>
                  <a:pt x="881381" y="1228108"/>
                  <a:pt x="804297" y="1233926"/>
                </a:cubicBezTo>
                <a:cubicBezTo>
                  <a:pt x="767653" y="1228430"/>
                  <a:pt x="740181" y="1235039"/>
                  <a:pt x="705631" y="1224183"/>
                </a:cubicBezTo>
                <a:cubicBezTo>
                  <a:pt x="701003" y="1223362"/>
                  <a:pt x="695951" y="1222015"/>
                  <a:pt x="688351" y="1218928"/>
                </a:cubicBezTo>
                <a:cubicBezTo>
                  <a:pt x="546550" y="1296164"/>
                  <a:pt x="465600" y="1352487"/>
                  <a:pt x="332975" y="1443741"/>
                </a:cubicBezTo>
                <a:cubicBezTo>
                  <a:pt x="397566" y="1290250"/>
                  <a:pt x="448577" y="1173544"/>
                  <a:pt x="462401" y="1096923"/>
                </a:cubicBezTo>
                <a:cubicBezTo>
                  <a:pt x="460241" y="1095481"/>
                  <a:pt x="459359" y="1094255"/>
                  <a:pt x="458116" y="1093459"/>
                </a:cubicBezTo>
                <a:cubicBezTo>
                  <a:pt x="370591" y="1010070"/>
                  <a:pt x="336423" y="867311"/>
                  <a:pt x="314723" y="754343"/>
                </a:cubicBezTo>
                <a:cubicBezTo>
                  <a:pt x="314991" y="753273"/>
                  <a:pt x="314996" y="751826"/>
                  <a:pt x="315089" y="750782"/>
                </a:cubicBezTo>
                <a:cubicBezTo>
                  <a:pt x="236479" y="688994"/>
                  <a:pt x="92192" y="600970"/>
                  <a:pt x="0" y="551460"/>
                </a:cubicBezTo>
                <a:cubicBezTo>
                  <a:pt x="135264" y="545134"/>
                  <a:pt x="224330" y="561146"/>
                  <a:pt x="362176" y="551462"/>
                </a:cubicBezTo>
                <a:cubicBezTo>
                  <a:pt x="376656" y="520857"/>
                  <a:pt x="379703" y="514354"/>
                  <a:pt x="398335" y="486204"/>
                </a:cubicBezTo>
                <a:cubicBezTo>
                  <a:pt x="473003" y="361848"/>
                  <a:pt x="577121" y="294807"/>
                  <a:pt x="705631" y="284504"/>
                </a:cubicBezTo>
                <a:cubicBezTo>
                  <a:pt x="732525" y="281524"/>
                  <a:pt x="747626" y="280648"/>
                  <a:pt x="767867" y="278358"/>
                </a:cubicBezTo>
                <a:cubicBezTo>
                  <a:pt x="817054" y="163933"/>
                  <a:pt x="808474" y="130597"/>
                  <a:pt x="87174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201434461">
                  <a:custGeom>
                    <a:avLst/>
                    <a:gdLst>
                      <a:gd name="connsiteX0" fmla="*/ 871740 w 1743480"/>
                      <a:gd name="connsiteY0" fmla="*/ 0 h 1443741"/>
                      <a:gd name="connsiteX1" fmla="*/ 987499 w 1743480"/>
                      <a:gd name="connsiteY1" fmla="*/ 310210 h 1443741"/>
                      <a:gd name="connsiteX2" fmla="*/ 994861 w 1743480"/>
                      <a:gd name="connsiteY2" fmla="*/ 312448 h 1443741"/>
                      <a:gd name="connsiteX3" fmla="*/ 1210259 w 1743480"/>
                      <a:gd name="connsiteY3" fmla="*/ 486204 h 1443741"/>
                      <a:gd name="connsiteX4" fmla="*/ 1246419 w 1743480"/>
                      <a:gd name="connsiteY4" fmla="*/ 551463 h 1443741"/>
                      <a:gd name="connsiteX5" fmla="*/ 1743480 w 1743480"/>
                      <a:gd name="connsiteY5" fmla="*/ 551460 h 1443741"/>
                      <a:gd name="connsiteX6" fmla="*/ 1284896 w 1743480"/>
                      <a:gd name="connsiteY6" fmla="*/ 841555 h 1443741"/>
                      <a:gd name="connsiteX7" fmla="*/ 1283925 w 1743480"/>
                      <a:gd name="connsiteY7" fmla="*/ 850996 h 1443741"/>
                      <a:gd name="connsiteX8" fmla="*/ 1255398 w 1743480"/>
                      <a:gd name="connsiteY8" fmla="*/ 941018 h 1443741"/>
                      <a:gd name="connsiteX9" fmla="*/ 1235978 w 1743480"/>
                      <a:gd name="connsiteY9" fmla="*/ 976067 h 1443741"/>
                      <a:gd name="connsiteX10" fmla="*/ 1410505 w 1743480"/>
                      <a:gd name="connsiteY10" fmla="*/ 1443741 h 1443741"/>
                      <a:gd name="connsiteX11" fmla="*/ 1008119 w 1743480"/>
                      <a:gd name="connsiteY11" fmla="*/ 1189189 h 1443741"/>
                      <a:gd name="connsiteX12" fmla="*/ 994861 w 1743480"/>
                      <a:gd name="connsiteY12" fmla="*/ 1196238 h 1443741"/>
                      <a:gd name="connsiteX13" fmla="*/ 804297 w 1743480"/>
                      <a:gd name="connsiteY13" fmla="*/ 1233926 h 1443741"/>
                      <a:gd name="connsiteX14" fmla="*/ 705631 w 1743480"/>
                      <a:gd name="connsiteY14" fmla="*/ 1224183 h 1443741"/>
                      <a:gd name="connsiteX15" fmla="*/ 688351 w 1743480"/>
                      <a:gd name="connsiteY15" fmla="*/ 1218928 h 1443741"/>
                      <a:gd name="connsiteX16" fmla="*/ 332975 w 1743480"/>
                      <a:gd name="connsiteY16" fmla="*/ 1443741 h 1443741"/>
                      <a:gd name="connsiteX17" fmla="*/ 462401 w 1743480"/>
                      <a:gd name="connsiteY17" fmla="*/ 1096923 h 1443741"/>
                      <a:gd name="connsiteX18" fmla="*/ 458116 w 1743480"/>
                      <a:gd name="connsiteY18" fmla="*/ 1093459 h 1443741"/>
                      <a:gd name="connsiteX19" fmla="*/ 314723 w 1743480"/>
                      <a:gd name="connsiteY19" fmla="*/ 754343 h 1443741"/>
                      <a:gd name="connsiteX20" fmla="*/ 315089 w 1743480"/>
                      <a:gd name="connsiteY20" fmla="*/ 750782 h 1443741"/>
                      <a:gd name="connsiteX21" fmla="*/ 0 w 1743480"/>
                      <a:gd name="connsiteY21" fmla="*/ 551460 h 1443741"/>
                      <a:gd name="connsiteX22" fmla="*/ 362176 w 1743480"/>
                      <a:gd name="connsiteY22" fmla="*/ 551462 h 1443741"/>
                      <a:gd name="connsiteX23" fmla="*/ 398335 w 1743480"/>
                      <a:gd name="connsiteY23" fmla="*/ 486204 h 1443741"/>
                      <a:gd name="connsiteX24" fmla="*/ 705631 w 1743480"/>
                      <a:gd name="connsiteY24" fmla="*/ 284504 h 1443741"/>
                      <a:gd name="connsiteX25" fmla="*/ 767867 w 1743480"/>
                      <a:gd name="connsiteY25" fmla="*/ 278358 h 1443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43480" h="1443741">
                        <a:moveTo>
                          <a:pt x="871740" y="0"/>
                        </a:moveTo>
                        <a:lnTo>
                          <a:pt x="987499" y="310210"/>
                        </a:lnTo>
                        <a:lnTo>
                          <a:pt x="994861" y="312448"/>
                        </a:lnTo>
                        <a:cubicBezTo>
                          <a:pt x="1082719" y="348851"/>
                          <a:pt x="1157471" y="409662"/>
                          <a:pt x="1210259" y="486204"/>
                        </a:cubicBezTo>
                        <a:lnTo>
                          <a:pt x="1246419" y="551463"/>
                        </a:lnTo>
                        <a:lnTo>
                          <a:pt x="1743480" y="551460"/>
                        </a:lnTo>
                        <a:lnTo>
                          <a:pt x="1284896" y="841555"/>
                        </a:lnTo>
                        <a:lnTo>
                          <a:pt x="1283925" y="850996"/>
                        </a:lnTo>
                        <a:cubicBezTo>
                          <a:pt x="1277403" y="882215"/>
                          <a:pt x="1267785" y="912330"/>
                          <a:pt x="1255398" y="941018"/>
                        </a:cubicBezTo>
                        <a:lnTo>
                          <a:pt x="1235978" y="976067"/>
                        </a:lnTo>
                        <a:lnTo>
                          <a:pt x="1410505" y="1443741"/>
                        </a:lnTo>
                        <a:lnTo>
                          <a:pt x="1008119" y="1189189"/>
                        </a:lnTo>
                        <a:lnTo>
                          <a:pt x="994861" y="1196238"/>
                        </a:lnTo>
                        <a:cubicBezTo>
                          <a:pt x="936289" y="1220506"/>
                          <a:pt x="871893" y="1233926"/>
                          <a:pt x="804297" y="1233926"/>
                        </a:cubicBezTo>
                        <a:cubicBezTo>
                          <a:pt x="770499" y="1233926"/>
                          <a:pt x="737501" y="1230571"/>
                          <a:pt x="705631" y="1224183"/>
                        </a:cubicBezTo>
                        <a:lnTo>
                          <a:pt x="688351" y="1218928"/>
                        </a:lnTo>
                        <a:lnTo>
                          <a:pt x="332975" y="1443741"/>
                        </a:lnTo>
                        <a:lnTo>
                          <a:pt x="462401" y="1096923"/>
                        </a:lnTo>
                        <a:lnTo>
                          <a:pt x="458116" y="1093459"/>
                        </a:lnTo>
                        <a:cubicBezTo>
                          <a:pt x="369521" y="1006672"/>
                          <a:pt x="314723" y="886776"/>
                          <a:pt x="314723" y="754343"/>
                        </a:cubicBezTo>
                        <a:lnTo>
                          <a:pt x="315089" y="750782"/>
                        </a:lnTo>
                        <a:lnTo>
                          <a:pt x="0" y="551460"/>
                        </a:lnTo>
                        <a:lnTo>
                          <a:pt x="362176" y="551462"/>
                        </a:lnTo>
                        <a:lnTo>
                          <a:pt x="398335" y="486204"/>
                        </a:lnTo>
                        <a:cubicBezTo>
                          <a:pt x="468719" y="384148"/>
                          <a:pt x="578151" y="310057"/>
                          <a:pt x="705631" y="284504"/>
                        </a:cubicBezTo>
                        <a:lnTo>
                          <a:pt x="767867" y="278358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107" name="Forma libre: forma 106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99A80CCD-5782-484A-8DF6-D911B5CC2D41}"/>
              </a:ext>
            </a:extLst>
          </p:cNvPr>
          <p:cNvSpPr/>
          <p:nvPr/>
        </p:nvSpPr>
        <p:spPr>
          <a:xfrm rot="16038043">
            <a:off x="2287347" y="-3468127"/>
            <a:ext cx="8218654" cy="13689533"/>
          </a:xfrm>
          <a:custGeom>
            <a:avLst/>
            <a:gdLst>
              <a:gd name="connsiteX0" fmla="*/ 7599517 w 8218654"/>
              <a:gd name="connsiteY0" fmla="*/ 1562404 h 13689533"/>
              <a:gd name="connsiteX1" fmla="*/ 7605770 w 8218654"/>
              <a:gd name="connsiteY1" fmla="*/ 1423042 h 13689533"/>
              <a:gd name="connsiteX2" fmla="*/ 7602755 w 8218654"/>
              <a:gd name="connsiteY2" fmla="*/ 1307360 h 13689533"/>
              <a:gd name="connsiteX3" fmla="*/ 7597170 w 8218654"/>
              <a:gd name="connsiteY3" fmla="*/ 945828 h 13689533"/>
              <a:gd name="connsiteX4" fmla="*/ 7598412 w 8218654"/>
              <a:gd name="connsiteY4" fmla="*/ 899361 h 13689533"/>
              <a:gd name="connsiteX5" fmla="*/ 7587399 w 8218654"/>
              <a:gd name="connsiteY5" fmla="*/ 898879 h 13689533"/>
              <a:gd name="connsiteX6" fmla="*/ 7266329 w 8218654"/>
              <a:gd name="connsiteY6" fmla="*/ 869539 h 13689533"/>
              <a:gd name="connsiteX7" fmla="*/ 7220436 w 8218654"/>
              <a:gd name="connsiteY7" fmla="*/ 865794 h 13689533"/>
              <a:gd name="connsiteX8" fmla="*/ 7194146 w 8218654"/>
              <a:gd name="connsiteY8" fmla="*/ 866135 h 13689533"/>
              <a:gd name="connsiteX9" fmla="*/ 6650864 w 8218654"/>
              <a:gd name="connsiteY9" fmla="*/ 843185 h 13689533"/>
              <a:gd name="connsiteX10" fmla="*/ 6453754 w 8218654"/>
              <a:gd name="connsiteY10" fmla="*/ 831852 h 13689533"/>
              <a:gd name="connsiteX11" fmla="*/ 6208529 w 8218654"/>
              <a:gd name="connsiteY11" fmla="*/ 833020 h 13689533"/>
              <a:gd name="connsiteX12" fmla="*/ 5737365 w 8218654"/>
              <a:gd name="connsiteY12" fmla="*/ 797454 h 13689533"/>
              <a:gd name="connsiteX13" fmla="*/ 5724298 w 8218654"/>
              <a:gd name="connsiteY13" fmla="*/ 795590 h 13689533"/>
              <a:gd name="connsiteX14" fmla="*/ 5580376 w 8218654"/>
              <a:gd name="connsiteY14" fmla="*/ 785355 h 13689533"/>
              <a:gd name="connsiteX15" fmla="*/ 5526287 w 8218654"/>
              <a:gd name="connsiteY15" fmla="*/ 782295 h 13689533"/>
              <a:gd name="connsiteX16" fmla="*/ 5341498 w 8218654"/>
              <a:gd name="connsiteY16" fmla="*/ 781927 h 13689533"/>
              <a:gd name="connsiteX17" fmla="*/ 4936793 w 8218654"/>
              <a:gd name="connsiteY17" fmla="*/ 759710 h 13689533"/>
              <a:gd name="connsiteX18" fmla="*/ 4918713 w 8218654"/>
              <a:gd name="connsiteY18" fmla="*/ 755981 h 13689533"/>
              <a:gd name="connsiteX19" fmla="*/ 4858047 w 8218654"/>
              <a:gd name="connsiteY19" fmla="*/ 755997 h 13689533"/>
              <a:gd name="connsiteX20" fmla="*/ 4576738 w 8218654"/>
              <a:gd name="connsiteY20" fmla="*/ 743286 h 13689533"/>
              <a:gd name="connsiteX21" fmla="*/ 4502228 w 8218654"/>
              <a:gd name="connsiteY21" fmla="*/ 738131 h 13689533"/>
              <a:gd name="connsiteX22" fmla="*/ 4479538 w 8218654"/>
              <a:gd name="connsiteY22" fmla="*/ 738314 h 13689533"/>
              <a:gd name="connsiteX23" fmla="*/ 4280585 w 8218654"/>
              <a:gd name="connsiteY23" fmla="*/ 728772 h 13689533"/>
              <a:gd name="connsiteX24" fmla="*/ 4241740 w 8218654"/>
              <a:gd name="connsiteY24" fmla="*/ 726138 h 13689533"/>
              <a:gd name="connsiteX25" fmla="*/ 4201840 w 8218654"/>
              <a:gd name="connsiteY25" fmla="*/ 725059 h 13689533"/>
              <a:gd name="connsiteX26" fmla="*/ 3851046 w 8218654"/>
              <a:gd name="connsiteY26" fmla="*/ 708628 h 13689533"/>
              <a:gd name="connsiteX27" fmla="*/ 3812963 w 8218654"/>
              <a:gd name="connsiteY27" fmla="*/ 705941 h 13689533"/>
              <a:gd name="connsiteX28" fmla="*/ 3692770 w 8218654"/>
              <a:gd name="connsiteY28" fmla="*/ 702620 h 13689533"/>
              <a:gd name="connsiteX29" fmla="*/ 3552195 w 8218654"/>
              <a:gd name="connsiteY29" fmla="*/ 694431 h 13689533"/>
              <a:gd name="connsiteX30" fmla="*/ 3550040 w 8218654"/>
              <a:gd name="connsiteY30" fmla="*/ 694211 h 13689533"/>
              <a:gd name="connsiteX31" fmla="*/ 3545632 w 8218654"/>
              <a:gd name="connsiteY31" fmla="*/ 694122 h 13689533"/>
              <a:gd name="connsiteX32" fmla="*/ 2817242 w 8218654"/>
              <a:gd name="connsiteY32" fmla="*/ 659781 h 13689533"/>
              <a:gd name="connsiteX33" fmla="*/ 2791293 w 8218654"/>
              <a:gd name="connsiteY33" fmla="*/ 656193 h 13689533"/>
              <a:gd name="connsiteX34" fmla="*/ 2751621 w 8218654"/>
              <a:gd name="connsiteY34" fmla="*/ 656687 h 13689533"/>
              <a:gd name="connsiteX35" fmla="*/ 2217422 w 8218654"/>
              <a:gd name="connsiteY35" fmla="*/ 633909 h 13689533"/>
              <a:gd name="connsiteX36" fmla="*/ 2208392 w 8218654"/>
              <a:gd name="connsiteY36" fmla="*/ 633305 h 13689533"/>
              <a:gd name="connsiteX37" fmla="*/ 2081213 w 8218654"/>
              <a:gd name="connsiteY37" fmla="*/ 638728 h 13689533"/>
              <a:gd name="connsiteX38" fmla="*/ 1577010 w 8218654"/>
              <a:gd name="connsiteY38" fmla="*/ 601308 h 13689533"/>
              <a:gd name="connsiteX39" fmla="*/ 1572087 w 8218654"/>
              <a:gd name="connsiteY39" fmla="*/ 600793 h 13689533"/>
              <a:gd name="connsiteX40" fmla="*/ 1506649 w 8218654"/>
              <a:gd name="connsiteY40" fmla="*/ 596094 h 13689533"/>
              <a:gd name="connsiteX41" fmla="*/ 1498824 w 8218654"/>
              <a:gd name="connsiteY41" fmla="*/ 694985 h 13689533"/>
              <a:gd name="connsiteX42" fmla="*/ 1455732 w 8218654"/>
              <a:gd name="connsiteY42" fmla="*/ 970419 h 13689533"/>
              <a:gd name="connsiteX43" fmla="*/ 1445960 w 8218654"/>
              <a:gd name="connsiteY43" fmla="*/ 1026020 h 13689533"/>
              <a:gd name="connsiteX44" fmla="*/ 1440101 w 8218654"/>
              <a:gd name="connsiteY44" fmla="*/ 1114098 h 13689533"/>
              <a:gd name="connsiteX45" fmla="*/ 1353422 w 8218654"/>
              <a:gd name="connsiteY45" fmla="*/ 1910860 h 13689533"/>
              <a:gd name="connsiteX46" fmla="*/ 1352541 w 8218654"/>
              <a:gd name="connsiteY46" fmla="*/ 1921663 h 13689533"/>
              <a:gd name="connsiteX47" fmla="*/ 1348608 w 8218654"/>
              <a:gd name="connsiteY47" fmla="*/ 2019863 h 13689533"/>
              <a:gd name="connsiteX48" fmla="*/ 1337222 w 8218654"/>
              <a:gd name="connsiteY48" fmla="*/ 2132572 h 13689533"/>
              <a:gd name="connsiteX49" fmla="*/ 1332477 w 8218654"/>
              <a:gd name="connsiteY49" fmla="*/ 2167533 h 13689533"/>
              <a:gd name="connsiteX50" fmla="*/ 1321378 w 8218654"/>
              <a:gd name="connsiteY50" fmla="*/ 2303551 h 13689533"/>
              <a:gd name="connsiteX51" fmla="*/ 1299887 w 8218654"/>
              <a:gd name="connsiteY51" fmla="*/ 2485932 h 13689533"/>
              <a:gd name="connsiteX52" fmla="*/ 1276882 w 8218654"/>
              <a:gd name="connsiteY52" fmla="*/ 2622034 h 13689533"/>
              <a:gd name="connsiteX53" fmla="*/ 1262711 w 8218654"/>
              <a:gd name="connsiteY53" fmla="*/ 2803772 h 13689533"/>
              <a:gd name="connsiteX54" fmla="*/ 1245399 w 8218654"/>
              <a:gd name="connsiteY54" fmla="*/ 2987439 h 13689533"/>
              <a:gd name="connsiteX55" fmla="*/ 1218600 w 8218654"/>
              <a:gd name="connsiteY55" fmla="*/ 3150686 h 13689533"/>
              <a:gd name="connsiteX56" fmla="*/ 1188570 w 8218654"/>
              <a:gd name="connsiteY56" fmla="*/ 3455849 h 13689533"/>
              <a:gd name="connsiteX57" fmla="*/ 1132462 w 8218654"/>
              <a:gd name="connsiteY57" fmla="*/ 3941948 h 13689533"/>
              <a:gd name="connsiteX58" fmla="*/ 1077044 w 8218654"/>
              <a:gd name="connsiteY58" fmla="*/ 4451353 h 13689533"/>
              <a:gd name="connsiteX59" fmla="*/ 1063791 w 8218654"/>
              <a:gd name="connsiteY59" fmla="*/ 4564421 h 13689533"/>
              <a:gd name="connsiteX60" fmla="*/ 1061554 w 8218654"/>
              <a:gd name="connsiteY60" fmla="*/ 4579896 h 13689533"/>
              <a:gd name="connsiteX61" fmla="*/ 1060703 w 8218654"/>
              <a:gd name="connsiteY61" fmla="*/ 4601562 h 13689533"/>
              <a:gd name="connsiteX62" fmla="*/ 1021971 w 8218654"/>
              <a:gd name="connsiteY62" fmla="*/ 4972949 h 13689533"/>
              <a:gd name="connsiteX63" fmla="*/ 1005957 w 8218654"/>
              <a:gd name="connsiteY63" fmla="*/ 5062204 h 13689533"/>
              <a:gd name="connsiteX64" fmla="*/ 998181 w 8218654"/>
              <a:gd name="connsiteY64" fmla="*/ 5176276 h 13689533"/>
              <a:gd name="connsiteX65" fmla="*/ 989429 w 8218654"/>
              <a:gd name="connsiteY65" fmla="*/ 5298800 h 13689533"/>
              <a:gd name="connsiteX66" fmla="*/ 988840 w 8218654"/>
              <a:gd name="connsiteY66" fmla="*/ 5413531 h 13689533"/>
              <a:gd name="connsiteX67" fmla="*/ 952777 w 8218654"/>
              <a:gd name="connsiteY67" fmla="*/ 5722908 h 13689533"/>
              <a:gd name="connsiteX68" fmla="*/ 926883 w 8218654"/>
              <a:gd name="connsiteY68" fmla="*/ 5833913 h 13689533"/>
              <a:gd name="connsiteX69" fmla="*/ 913984 w 8218654"/>
              <a:gd name="connsiteY69" fmla="*/ 6069235 h 13689533"/>
              <a:gd name="connsiteX70" fmla="*/ 879530 w 8218654"/>
              <a:gd name="connsiteY70" fmla="*/ 6266922 h 13689533"/>
              <a:gd name="connsiteX71" fmla="*/ 878901 w 8218654"/>
              <a:gd name="connsiteY71" fmla="*/ 6271753 h 13689533"/>
              <a:gd name="connsiteX72" fmla="*/ 878820 w 8218654"/>
              <a:gd name="connsiteY72" fmla="*/ 6273454 h 13689533"/>
              <a:gd name="connsiteX73" fmla="*/ 847883 w 8218654"/>
              <a:gd name="connsiteY73" fmla="*/ 6547845 h 13689533"/>
              <a:gd name="connsiteX74" fmla="*/ 847203 w 8218654"/>
              <a:gd name="connsiteY74" fmla="*/ 6552970 h 13689533"/>
              <a:gd name="connsiteX75" fmla="*/ 830526 w 8218654"/>
              <a:gd name="connsiteY75" fmla="*/ 6747095 h 13689533"/>
              <a:gd name="connsiteX76" fmla="*/ 807999 w 8218654"/>
              <a:gd name="connsiteY76" fmla="*/ 6985683 h 13689533"/>
              <a:gd name="connsiteX77" fmla="*/ 807914 w 8218654"/>
              <a:gd name="connsiteY77" fmla="*/ 6987144 h 13689533"/>
              <a:gd name="connsiteX78" fmla="*/ 807614 w 8218654"/>
              <a:gd name="connsiteY78" fmla="*/ 6989766 h 13689533"/>
              <a:gd name="connsiteX79" fmla="*/ 795209 w 8218654"/>
              <a:gd name="connsiteY79" fmla="*/ 7121141 h 13689533"/>
              <a:gd name="connsiteX80" fmla="*/ 767124 w 8218654"/>
              <a:gd name="connsiteY80" fmla="*/ 7334817 h 13689533"/>
              <a:gd name="connsiteX81" fmla="*/ 767117 w 8218654"/>
              <a:gd name="connsiteY81" fmla="*/ 7338284 h 13689533"/>
              <a:gd name="connsiteX82" fmla="*/ 769086 w 8218654"/>
              <a:gd name="connsiteY82" fmla="*/ 7499055 h 13689533"/>
              <a:gd name="connsiteX83" fmla="*/ 768807 w 8218654"/>
              <a:gd name="connsiteY83" fmla="*/ 7514389 h 13689533"/>
              <a:gd name="connsiteX84" fmla="*/ 772852 w 8218654"/>
              <a:gd name="connsiteY84" fmla="*/ 7612858 h 13689533"/>
              <a:gd name="connsiteX85" fmla="*/ 775103 w 8218654"/>
              <a:gd name="connsiteY85" fmla="*/ 7746350 h 13689533"/>
              <a:gd name="connsiteX86" fmla="*/ 768885 w 8218654"/>
              <a:gd name="connsiteY86" fmla="*/ 7883860 h 13689533"/>
              <a:gd name="connsiteX87" fmla="*/ 779995 w 8218654"/>
              <a:gd name="connsiteY87" fmla="*/ 8092263 h 13689533"/>
              <a:gd name="connsiteX88" fmla="*/ 767117 w 8218654"/>
              <a:gd name="connsiteY88" fmla="*/ 8435368 h 13689533"/>
              <a:gd name="connsiteX89" fmla="*/ 762189 w 8218654"/>
              <a:gd name="connsiteY89" fmla="*/ 8494174 h 13689533"/>
              <a:gd name="connsiteX90" fmla="*/ 767117 w 8218654"/>
              <a:gd name="connsiteY90" fmla="*/ 8652157 h 13689533"/>
              <a:gd name="connsiteX91" fmla="*/ 770448 w 8218654"/>
              <a:gd name="connsiteY91" fmla="*/ 8998805 h 13689533"/>
              <a:gd name="connsiteX92" fmla="*/ 768430 w 8218654"/>
              <a:gd name="connsiteY92" fmla="*/ 9186778 h 13689533"/>
              <a:gd name="connsiteX93" fmla="*/ 778878 w 8218654"/>
              <a:gd name="connsiteY93" fmla="*/ 9363505 h 13689533"/>
              <a:gd name="connsiteX94" fmla="*/ 776532 w 8218654"/>
              <a:gd name="connsiteY94" fmla="*/ 9516296 h 13689533"/>
              <a:gd name="connsiteX95" fmla="*/ 770243 w 8218654"/>
              <a:gd name="connsiteY95" fmla="*/ 9626030 h 13689533"/>
              <a:gd name="connsiteX96" fmla="*/ 770973 w 8218654"/>
              <a:gd name="connsiteY96" fmla="*/ 9699998 h 13689533"/>
              <a:gd name="connsiteX97" fmla="*/ 768667 w 8218654"/>
              <a:gd name="connsiteY97" fmla="*/ 9945540 h 13689533"/>
              <a:gd name="connsiteX98" fmla="*/ 769628 w 8218654"/>
              <a:gd name="connsiteY98" fmla="*/ 10067267 h 13689533"/>
              <a:gd name="connsiteX99" fmla="*/ 768315 w 8218654"/>
              <a:gd name="connsiteY99" fmla="*/ 10319960 h 13689533"/>
              <a:gd name="connsiteX100" fmla="*/ 772435 w 8218654"/>
              <a:gd name="connsiteY100" fmla="*/ 10407907 h 13689533"/>
              <a:gd name="connsiteX101" fmla="*/ 775701 w 8218654"/>
              <a:gd name="connsiteY101" fmla="*/ 10513828 h 13689533"/>
              <a:gd name="connsiteX102" fmla="*/ 767518 w 8218654"/>
              <a:gd name="connsiteY102" fmla="*/ 10617873 h 13689533"/>
              <a:gd name="connsiteX103" fmla="*/ 769691 w 8218654"/>
              <a:gd name="connsiteY103" fmla="*/ 10982286 h 13689533"/>
              <a:gd name="connsiteX104" fmla="*/ 767117 w 8218654"/>
              <a:gd name="connsiteY104" fmla="*/ 11279902 h 13689533"/>
              <a:gd name="connsiteX105" fmla="*/ 766596 w 8218654"/>
              <a:gd name="connsiteY105" fmla="*/ 11343305 h 13689533"/>
              <a:gd name="connsiteX106" fmla="*/ 767117 w 8218654"/>
              <a:gd name="connsiteY106" fmla="*/ 11352165 h 13689533"/>
              <a:gd name="connsiteX107" fmla="*/ 774852 w 8218654"/>
              <a:gd name="connsiteY107" fmla="*/ 11631470 h 13689533"/>
              <a:gd name="connsiteX108" fmla="*/ 773986 w 8218654"/>
              <a:gd name="connsiteY108" fmla="*/ 11716881 h 13689533"/>
              <a:gd name="connsiteX109" fmla="*/ 774120 w 8218654"/>
              <a:gd name="connsiteY109" fmla="*/ 11723226 h 13689533"/>
              <a:gd name="connsiteX110" fmla="*/ 773871 w 8218654"/>
              <a:gd name="connsiteY110" fmla="*/ 11728247 h 13689533"/>
              <a:gd name="connsiteX111" fmla="*/ 771223 w 8218654"/>
              <a:gd name="connsiteY111" fmla="*/ 11989248 h 13689533"/>
              <a:gd name="connsiteX112" fmla="*/ 765541 w 8218654"/>
              <a:gd name="connsiteY112" fmla="*/ 12356953 h 13689533"/>
              <a:gd name="connsiteX113" fmla="*/ 765306 w 8218654"/>
              <a:gd name="connsiteY113" fmla="*/ 12412666 h 13689533"/>
              <a:gd name="connsiteX114" fmla="*/ 893119 w 8218654"/>
              <a:gd name="connsiteY114" fmla="*/ 12419634 h 13689533"/>
              <a:gd name="connsiteX115" fmla="*/ 929907 w 8218654"/>
              <a:gd name="connsiteY115" fmla="*/ 12420047 h 13689533"/>
              <a:gd name="connsiteX116" fmla="*/ 1031572 w 8218654"/>
              <a:gd name="connsiteY116" fmla="*/ 12420846 h 13689533"/>
              <a:gd name="connsiteX117" fmla="*/ 1085114 w 8218654"/>
              <a:gd name="connsiteY117" fmla="*/ 12425908 h 13689533"/>
              <a:gd name="connsiteX118" fmla="*/ 1108607 w 8218654"/>
              <a:gd name="connsiteY118" fmla="*/ 12426331 h 13689533"/>
              <a:gd name="connsiteX119" fmla="*/ 1215982 w 8218654"/>
              <a:gd name="connsiteY119" fmla="*/ 12428583 h 13689533"/>
              <a:gd name="connsiteX120" fmla="*/ 1327043 w 8218654"/>
              <a:gd name="connsiteY120" fmla="*/ 12438571 h 13689533"/>
              <a:gd name="connsiteX121" fmla="*/ 1503830 w 8218654"/>
              <a:gd name="connsiteY121" fmla="*/ 12440328 h 13689533"/>
              <a:gd name="connsiteX122" fmla="*/ 1845869 w 8218654"/>
              <a:gd name="connsiteY122" fmla="*/ 12454454 h 13689533"/>
              <a:gd name="connsiteX123" fmla="*/ 1919009 w 8218654"/>
              <a:gd name="connsiteY123" fmla="*/ 12466538 h 13689533"/>
              <a:gd name="connsiteX124" fmla="*/ 1994939 w 8218654"/>
              <a:gd name="connsiteY124" fmla="*/ 12470560 h 13689533"/>
              <a:gd name="connsiteX125" fmla="*/ 2289099 w 8218654"/>
              <a:gd name="connsiteY125" fmla="*/ 12486615 h 13689533"/>
              <a:gd name="connsiteX126" fmla="*/ 2362414 w 8218654"/>
              <a:gd name="connsiteY126" fmla="*/ 12487885 h 13689533"/>
              <a:gd name="connsiteX127" fmla="*/ 3090805 w 8218654"/>
              <a:gd name="connsiteY127" fmla="*/ 12522226 h 13689533"/>
              <a:gd name="connsiteX128" fmla="*/ 3142408 w 8218654"/>
              <a:gd name="connsiteY128" fmla="*/ 12529951 h 13689533"/>
              <a:gd name="connsiteX129" fmla="*/ 3154657 w 8218654"/>
              <a:gd name="connsiteY129" fmla="*/ 12531052 h 13689533"/>
              <a:gd name="connsiteX130" fmla="*/ 3530464 w 8218654"/>
              <a:gd name="connsiteY130" fmla="*/ 12542954 h 13689533"/>
              <a:gd name="connsiteX131" fmla="*/ 3658944 w 8218654"/>
              <a:gd name="connsiteY131" fmla="*/ 12549977 h 13689533"/>
              <a:gd name="connsiteX132" fmla="*/ 3674829 w 8218654"/>
              <a:gd name="connsiteY132" fmla="*/ 12549761 h 13689533"/>
              <a:gd name="connsiteX133" fmla="*/ 3767633 w 8218654"/>
              <a:gd name="connsiteY133" fmla="*/ 12552753 h 13689533"/>
              <a:gd name="connsiteX134" fmla="*/ 3859725 w 8218654"/>
              <a:gd name="connsiteY134" fmla="*/ 12554704 h 13689533"/>
              <a:gd name="connsiteX135" fmla="*/ 4186672 w 8218654"/>
              <a:gd name="connsiteY135" fmla="*/ 12573892 h 13689533"/>
              <a:gd name="connsiteX136" fmla="*/ 4265162 w 8218654"/>
              <a:gd name="connsiteY136" fmla="*/ 12584181 h 13689533"/>
              <a:gd name="connsiteX137" fmla="*/ 4475403 w 8218654"/>
              <a:gd name="connsiteY137" fmla="*/ 12587505 h 13689533"/>
              <a:gd name="connsiteX138" fmla="*/ 4932036 w 8218654"/>
              <a:gd name="connsiteY138" fmla="*/ 12610852 h 13689533"/>
              <a:gd name="connsiteX139" fmla="*/ 4975612 w 8218654"/>
              <a:gd name="connsiteY139" fmla="*/ 12612285 h 13689533"/>
              <a:gd name="connsiteX140" fmla="*/ 4987245 w 8218654"/>
              <a:gd name="connsiteY140" fmla="*/ 12611636 h 13689533"/>
              <a:gd name="connsiteX141" fmla="*/ 5499086 w 8218654"/>
              <a:gd name="connsiteY141" fmla="*/ 12635768 h 13689533"/>
              <a:gd name="connsiteX142" fmla="*/ 5547502 w 8218654"/>
              <a:gd name="connsiteY142" fmla="*/ 12639809 h 13689533"/>
              <a:gd name="connsiteX143" fmla="*/ 5571269 w 8218654"/>
              <a:gd name="connsiteY143" fmla="*/ 12639171 h 13689533"/>
              <a:gd name="connsiteX144" fmla="*/ 6371843 w 8218654"/>
              <a:gd name="connsiteY144" fmla="*/ 12676915 h 13689533"/>
              <a:gd name="connsiteX145" fmla="*/ 6372521 w 8218654"/>
              <a:gd name="connsiteY145" fmla="*/ 12677015 h 13689533"/>
              <a:gd name="connsiteX146" fmla="*/ 6450587 w 8218654"/>
              <a:gd name="connsiteY146" fmla="*/ 12680627 h 13689533"/>
              <a:gd name="connsiteX147" fmla="*/ 7021528 w 8218654"/>
              <a:gd name="connsiteY147" fmla="*/ 12706775 h 13689533"/>
              <a:gd name="connsiteX148" fmla="*/ 7068404 w 8218654"/>
              <a:gd name="connsiteY148" fmla="*/ 12708949 h 13689533"/>
              <a:gd name="connsiteX149" fmla="*/ 7070964 w 8218654"/>
              <a:gd name="connsiteY149" fmla="*/ 12675647 h 13689533"/>
              <a:gd name="connsiteX150" fmla="*/ 7077928 w 8218654"/>
              <a:gd name="connsiteY150" fmla="*/ 12439251 h 13689533"/>
              <a:gd name="connsiteX151" fmla="*/ 7089852 w 8218654"/>
              <a:gd name="connsiteY151" fmla="*/ 11907995 h 13689533"/>
              <a:gd name="connsiteX152" fmla="*/ 7100789 w 8218654"/>
              <a:gd name="connsiteY152" fmla="*/ 11768609 h 13689533"/>
              <a:gd name="connsiteX153" fmla="*/ 7101032 w 8218654"/>
              <a:gd name="connsiteY153" fmla="*/ 11751079 h 13689533"/>
              <a:gd name="connsiteX154" fmla="*/ 7135531 w 8218654"/>
              <a:gd name="connsiteY154" fmla="*/ 11217460 h 13689533"/>
              <a:gd name="connsiteX155" fmla="*/ 7161920 w 8218654"/>
              <a:gd name="connsiteY155" fmla="*/ 10787359 h 13689533"/>
              <a:gd name="connsiteX156" fmla="*/ 7169725 w 8218654"/>
              <a:gd name="connsiteY156" fmla="*/ 10658710 h 13689533"/>
              <a:gd name="connsiteX157" fmla="*/ 7167533 w 8218654"/>
              <a:gd name="connsiteY157" fmla="*/ 10538684 h 13689533"/>
              <a:gd name="connsiteX158" fmla="*/ 7174660 w 8218654"/>
              <a:gd name="connsiteY158" fmla="*/ 10233002 h 13689533"/>
              <a:gd name="connsiteX159" fmla="*/ 7181151 w 8218654"/>
              <a:gd name="connsiteY159" fmla="*/ 10180056 h 13689533"/>
              <a:gd name="connsiteX160" fmla="*/ 7182761 w 8218654"/>
              <a:gd name="connsiteY160" fmla="*/ 10008609 h 13689533"/>
              <a:gd name="connsiteX161" fmla="*/ 7195843 w 8218654"/>
              <a:gd name="connsiteY161" fmla="*/ 9792337 h 13689533"/>
              <a:gd name="connsiteX162" fmla="*/ 7197293 w 8218654"/>
              <a:gd name="connsiteY162" fmla="*/ 9774617 h 13689533"/>
              <a:gd name="connsiteX163" fmla="*/ 7199882 w 8218654"/>
              <a:gd name="connsiteY163" fmla="*/ 9637014 h 13689533"/>
              <a:gd name="connsiteX164" fmla="*/ 7221285 w 8218654"/>
              <a:gd name="connsiteY164" fmla="*/ 9365699 h 13689533"/>
              <a:gd name="connsiteX165" fmla="*/ 7221884 w 8218654"/>
              <a:gd name="connsiteY165" fmla="*/ 9345295 h 13689533"/>
              <a:gd name="connsiteX166" fmla="*/ 7231536 w 8218654"/>
              <a:gd name="connsiteY166" fmla="*/ 9181137 h 13689533"/>
              <a:gd name="connsiteX167" fmla="*/ 7250388 w 8218654"/>
              <a:gd name="connsiteY167" fmla="*/ 8787646 h 13689533"/>
              <a:gd name="connsiteX168" fmla="*/ 7261288 w 8218654"/>
              <a:gd name="connsiteY168" fmla="*/ 8595071 h 13689533"/>
              <a:gd name="connsiteX169" fmla="*/ 7263538 w 8218654"/>
              <a:gd name="connsiteY169" fmla="*/ 8502363 h 13689533"/>
              <a:gd name="connsiteX170" fmla="*/ 7268928 w 8218654"/>
              <a:gd name="connsiteY170" fmla="*/ 8293716 h 13689533"/>
              <a:gd name="connsiteX171" fmla="*/ 7271556 w 8218654"/>
              <a:gd name="connsiteY171" fmla="*/ 8266628 h 13689533"/>
              <a:gd name="connsiteX172" fmla="*/ 7275767 w 8218654"/>
              <a:gd name="connsiteY172" fmla="*/ 8006432 h 13689533"/>
              <a:gd name="connsiteX173" fmla="*/ 7289391 w 8218654"/>
              <a:gd name="connsiteY173" fmla="*/ 7740443 h 13689533"/>
              <a:gd name="connsiteX174" fmla="*/ 7309289 w 8218654"/>
              <a:gd name="connsiteY174" fmla="*/ 7486028 h 13689533"/>
              <a:gd name="connsiteX175" fmla="*/ 7312137 w 8218654"/>
              <a:gd name="connsiteY175" fmla="*/ 7287774 h 13689533"/>
              <a:gd name="connsiteX176" fmla="*/ 7333941 w 8218654"/>
              <a:gd name="connsiteY176" fmla="*/ 7009061 h 13689533"/>
              <a:gd name="connsiteX177" fmla="*/ 7340699 w 8218654"/>
              <a:gd name="connsiteY177" fmla="*/ 6962981 h 13689533"/>
              <a:gd name="connsiteX178" fmla="*/ 7340815 w 8218654"/>
              <a:gd name="connsiteY178" fmla="*/ 6961749 h 13689533"/>
              <a:gd name="connsiteX179" fmla="*/ 7346742 w 8218654"/>
              <a:gd name="connsiteY179" fmla="*/ 6737552 h 13689533"/>
              <a:gd name="connsiteX180" fmla="*/ 7344355 w 8218654"/>
              <a:gd name="connsiteY180" fmla="*/ 6541051 h 13689533"/>
              <a:gd name="connsiteX181" fmla="*/ 7349185 w 8218654"/>
              <a:gd name="connsiteY181" fmla="*/ 6493892 h 13689533"/>
              <a:gd name="connsiteX182" fmla="*/ 7348741 w 8218654"/>
              <a:gd name="connsiteY182" fmla="*/ 6481794 h 13689533"/>
              <a:gd name="connsiteX183" fmla="*/ 7362694 w 8218654"/>
              <a:gd name="connsiteY183" fmla="*/ 6030337 h 13689533"/>
              <a:gd name="connsiteX184" fmla="*/ 7386811 w 8218654"/>
              <a:gd name="connsiteY184" fmla="*/ 5827144 h 13689533"/>
              <a:gd name="connsiteX185" fmla="*/ 7388194 w 8218654"/>
              <a:gd name="connsiteY185" fmla="*/ 5747643 h 13689533"/>
              <a:gd name="connsiteX186" fmla="*/ 7418499 w 8218654"/>
              <a:gd name="connsiteY186" fmla="*/ 5222729 h 13689533"/>
              <a:gd name="connsiteX187" fmla="*/ 7423657 w 8218654"/>
              <a:gd name="connsiteY187" fmla="*/ 5110089 h 13689533"/>
              <a:gd name="connsiteX188" fmla="*/ 7423546 w 8218654"/>
              <a:gd name="connsiteY188" fmla="*/ 5108494 h 13689533"/>
              <a:gd name="connsiteX189" fmla="*/ 7432488 w 8218654"/>
              <a:gd name="connsiteY189" fmla="*/ 4865081 h 13689533"/>
              <a:gd name="connsiteX190" fmla="*/ 7434944 w 8218654"/>
              <a:gd name="connsiteY190" fmla="*/ 4839835 h 13689533"/>
              <a:gd name="connsiteX191" fmla="*/ 7446468 w 8218654"/>
              <a:gd name="connsiteY191" fmla="*/ 4533392 h 13689533"/>
              <a:gd name="connsiteX192" fmla="*/ 7451393 w 8218654"/>
              <a:gd name="connsiteY192" fmla="*/ 4444405 h 13689533"/>
              <a:gd name="connsiteX193" fmla="*/ 7452792 w 8218654"/>
              <a:gd name="connsiteY193" fmla="*/ 4369000 h 13689533"/>
              <a:gd name="connsiteX194" fmla="*/ 7467684 w 8218654"/>
              <a:gd name="connsiteY194" fmla="*/ 4147390 h 13689533"/>
              <a:gd name="connsiteX195" fmla="*/ 7468529 w 8218654"/>
              <a:gd name="connsiteY195" fmla="*/ 4134819 h 13689533"/>
              <a:gd name="connsiteX196" fmla="*/ 7474749 w 8218654"/>
              <a:gd name="connsiteY196" fmla="*/ 4022457 h 13689533"/>
              <a:gd name="connsiteX197" fmla="*/ 7491004 w 8218654"/>
              <a:gd name="connsiteY197" fmla="*/ 3635061 h 13689533"/>
              <a:gd name="connsiteX198" fmla="*/ 7494884 w 8218654"/>
              <a:gd name="connsiteY198" fmla="*/ 3517437 h 13689533"/>
              <a:gd name="connsiteX199" fmla="*/ 7495828 w 8218654"/>
              <a:gd name="connsiteY199" fmla="*/ 3418622 h 13689533"/>
              <a:gd name="connsiteX200" fmla="*/ 7506750 w 8218654"/>
              <a:gd name="connsiteY200" fmla="*/ 3343682 h 13689533"/>
              <a:gd name="connsiteX201" fmla="*/ 7525951 w 8218654"/>
              <a:gd name="connsiteY201" fmla="*/ 2936418 h 13689533"/>
              <a:gd name="connsiteX202" fmla="*/ 7534813 w 8218654"/>
              <a:gd name="connsiteY202" fmla="*/ 2833970 h 13689533"/>
              <a:gd name="connsiteX203" fmla="*/ 7532352 w 8218654"/>
              <a:gd name="connsiteY203" fmla="*/ 2800662 h 13689533"/>
              <a:gd name="connsiteX204" fmla="*/ 7564353 w 8218654"/>
              <a:gd name="connsiteY204" fmla="*/ 2121889 h 13689533"/>
              <a:gd name="connsiteX205" fmla="*/ 7577154 w 8218654"/>
              <a:gd name="connsiteY205" fmla="*/ 1850379 h 13689533"/>
              <a:gd name="connsiteX206" fmla="*/ 7599517 w 8218654"/>
              <a:gd name="connsiteY206" fmla="*/ 1562404 h 13689533"/>
              <a:gd name="connsiteX207" fmla="*/ 7874424 w 8218654"/>
              <a:gd name="connsiteY207" fmla="*/ 8000769 h 13689533"/>
              <a:gd name="connsiteX208" fmla="*/ 7861848 w 8218654"/>
              <a:gd name="connsiteY208" fmla="*/ 8149768 h 13689533"/>
              <a:gd name="connsiteX209" fmla="*/ 7836279 w 8218654"/>
              <a:gd name="connsiteY209" fmla="*/ 8334091 h 13689533"/>
              <a:gd name="connsiteX210" fmla="*/ 7837517 w 8218654"/>
              <a:gd name="connsiteY210" fmla="*/ 8388188 h 13689533"/>
              <a:gd name="connsiteX211" fmla="*/ 7815317 w 8218654"/>
              <a:gd name="connsiteY211" fmla="*/ 8664434 h 13689533"/>
              <a:gd name="connsiteX212" fmla="*/ 7776915 w 8218654"/>
              <a:gd name="connsiteY212" fmla="*/ 9478962 h 13689533"/>
              <a:gd name="connsiteX213" fmla="*/ 7764115 w 8218654"/>
              <a:gd name="connsiteY213" fmla="*/ 9750471 h 13689533"/>
              <a:gd name="connsiteX214" fmla="*/ 7751314 w 8218654"/>
              <a:gd name="connsiteY214" fmla="*/ 10021982 h 13689533"/>
              <a:gd name="connsiteX215" fmla="*/ 7750827 w 8218654"/>
              <a:gd name="connsiteY215" fmla="*/ 10077307 h 13689533"/>
              <a:gd name="connsiteX216" fmla="*/ 7745442 w 8218654"/>
              <a:gd name="connsiteY216" fmla="*/ 10143243 h 13689533"/>
              <a:gd name="connsiteX217" fmla="*/ 7744914 w 8218654"/>
              <a:gd name="connsiteY217" fmla="*/ 10157736 h 13689533"/>
              <a:gd name="connsiteX218" fmla="*/ 7737706 w 8218654"/>
              <a:gd name="connsiteY218" fmla="*/ 10363411 h 13689533"/>
              <a:gd name="connsiteX219" fmla="*/ 7736898 w 8218654"/>
              <a:gd name="connsiteY219" fmla="*/ 10372918 h 13689533"/>
              <a:gd name="connsiteX220" fmla="*/ 7736804 w 8218654"/>
              <a:gd name="connsiteY220" fmla="*/ 10377517 h 13689533"/>
              <a:gd name="connsiteX221" fmla="*/ 7719312 w 8218654"/>
              <a:gd name="connsiteY221" fmla="*/ 10700755 h 13689533"/>
              <a:gd name="connsiteX222" fmla="*/ 7693711 w 8218654"/>
              <a:gd name="connsiteY222" fmla="*/ 11243776 h 13689533"/>
              <a:gd name="connsiteX223" fmla="*/ 7688557 w 8218654"/>
              <a:gd name="connsiteY223" fmla="*/ 11403788 h 13689533"/>
              <a:gd name="connsiteX224" fmla="*/ 7688506 w 8218654"/>
              <a:gd name="connsiteY224" fmla="*/ 11412531 h 13689533"/>
              <a:gd name="connsiteX225" fmla="*/ 7690970 w 8218654"/>
              <a:gd name="connsiteY225" fmla="*/ 11480556 h 13689533"/>
              <a:gd name="connsiteX226" fmla="*/ 7688040 w 8218654"/>
              <a:gd name="connsiteY226" fmla="*/ 11576410 h 13689533"/>
              <a:gd name="connsiteX227" fmla="*/ 7686919 w 8218654"/>
              <a:gd name="connsiteY227" fmla="*/ 11588213 h 13689533"/>
              <a:gd name="connsiteX228" fmla="*/ 7681694 w 8218654"/>
              <a:gd name="connsiteY228" fmla="*/ 11740486 h 13689533"/>
              <a:gd name="connsiteX229" fmla="*/ 7661709 w 8218654"/>
              <a:gd name="connsiteY229" fmla="*/ 11922549 h 13689533"/>
              <a:gd name="connsiteX230" fmla="*/ 7652471 w 8218654"/>
              <a:gd name="connsiteY230" fmla="*/ 12004820 h 13689533"/>
              <a:gd name="connsiteX231" fmla="*/ 7655309 w 8218654"/>
              <a:gd name="connsiteY231" fmla="*/ 12058303 h 13689533"/>
              <a:gd name="connsiteX232" fmla="*/ 7631555 w 8218654"/>
              <a:gd name="connsiteY232" fmla="*/ 12549409 h 13689533"/>
              <a:gd name="connsiteX233" fmla="*/ 7630260 w 8218654"/>
              <a:gd name="connsiteY233" fmla="*/ 12578878 h 13689533"/>
              <a:gd name="connsiteX234" fmla="*/ 7629478 w 8218654"/>
              <a:gd name="connsiteY234" fmla="*/ 12650572 h 13689533"/>
              <a:gd name="connsiteX235" fmla="*/ 7626108 w 8218654"/>
              <a:gd name="connsiteY235" fmla="*/ 12832867 h 13689533"/>
              <a:gd name="connsiteX236" fmla="*/ 7620799 w 8218654"/>
              <a:gd name="connsiteY236" fmla="*/ 12892658 h 13689533"/>
              <a:gd name="connsiteX237" fmla="*/ 7615940 w 8218654"/>
              <a:gd name="connsiteY237" fmla="*/ 13194096 h 13689533"/>
              <a:gd name="connsiteX238" fmla="*/ 7578505 w 8218654"/>
              <a:gd name="connsiteY238" fmla="*/ 13687360 h 13689533"/>
              <a:gd name="connsiteX239" fmla="*/ 7437611 w 8218654"/>
              <a:gd name="connsiteY239" fmla="*/ 13687241 h 13689533"/>
              <a:gd name="connsiteX240" fmla="*/ 7020325 w 8218654"/>
              <a:gd name="connsiteY240" fmla="*/ 13661044 h 13689533"/>
              <a:gd name="connsiteX241" fmla="*/ 7027423 w 8218654"/>
              <a:gd name="connsiteY241" fmla="*/ 13529240 h 13689533"/>
              <a:gd name="connsiteX242" fmla="*/ 7032358 w 8218654"/>
              <a:gd name="connsiteY242" fmla="*/ 13475219 h 13689533"/>
              <a:gd name="connsiteX243" fmla="*/ 7033303 w 8218654"/>
              <a:gd name="connsiteY243" fmla="*/ 13460637 h 13689533"/>
              <a:gd name="connsiteX244" fmla="*/ 7033126 w 8218654"/>
              <a:gd name="connsiteY244" fmla="*/ 13389535 h 13689533"/>
              <a:gd name="connsiteX245" fmla="*/ 7032976 w 8218654"/>
              <a:gd name="connsiteY245" fmla="*/ 13333792 h 13689533"/>
              <a:gd name="connsiteX246" fmla="*/ 7036134 w 8218654"/>
              <a:gd name="connsiteY246" fmla="*/ 13267830 h 13689533"/>
              <a:gd name="connsiteX247" fmla="*/ 7005216 w 8218654"/>
              <a:gd name="connsiteY247" fmla="*/ 13266403 h 13689533"/>
              <a:gd name="connsiteX248" fmla="*/ 6941647 w 8218654"/>
              <a:gd name="connsiteY248" fmla="*/ 13260981 h 13689533"/>
              <a:gd name="connsiteX249" fmla="*/ 6819550 w 8218654"/>
              <a:gd name="connsiteY249" fmla="*/ 13261409 h 13689533"/>
              <a:gd name="connsiteX250" fmla="*/ 6489892 w 8218654"/>
              <a:gd name="connsiteY250" fmla="*/ 13241901 h 13689533"/>
              <a:gd name="connsiteX251" fmla="*/ 6460184 w 8218654"/>
              <a:gd name="connsiteY251" fmla="*/ 13237707 h 13689533"/>
              <a:gd name="connsiteX252" fmla="*/ 6417709 w 8218654"/>
              <a:gd name="connsiteY252" fmla="*/ 13238498 h 13689533"/>
              <a:gd name="connsiteX253" fmla="*/ 5905867 w 8218654"/>
              <a:gd name="connsiteY253" fmla="*/ 13214366 h 13689533"/>
              <a:gd name="connsiteX254" fmla="*/ 5851800 w 8218654"/>
              <a:gd name="connsiteY254" fmla="*/ 13209087 h 13689533"/>
              <a:gd name="connsiteX255" fmla="*/ 5744615 w 8218654"/>
              <a:gd name="connsiteY255" fmla="*/ 13202559 h 13689533"/>
              <a:gd name="connsiteX256" fmla="*/ 5394025 w 8218654"/>
              <a:gd name="connsiteY256" fmla="*/ 13190235 h 13689533"/>
              <a:gd name="connsiteX257" fmla="*/ 5254179 w 8218654"/>
              <a:gd name="connsiteY257" fmla="*/ 13191673 h 13689533"/>
              <a:gd name="connsiteX258" fmla="*/ 5166617 w 8218654"/>
              <a:gd name="connsiteY258" fmla="*/ 13185693 h 13689533"/>
              <a:gd name="connsiteX259" fmla="*/ 5045831 w 8218654"/>
              <a:gd name="connsiteY259" fmla="*/ 13183281 h 13689533"/>
              <a:gd name="connsiteX260" fmla="*/ 4842764 w 8218654"/>
              <a:gd name="connsiteY260" fmla="*/ 13172396 h 13689533"/>
              <a:gd name="connsiteX261" fmla="*/ 4682447 w 8218654"/>
              <a:gd name="connsiteY261" fmla="*/ 13159597 h 13689533"/>
              <a:gd name="connsiteX262" fmla="*/ 4498424 w 8218654"/>
              <a:gd name="connsiteY262" fmla="*/ 13150199 h 13689533"/>
              <a:gd name="connsiteX263" fmla="*/ 4287820 w 8218654"/>
              <a:gd name="connsiteY263" fmla="*/ 13138502 h 13689533"/>
              <a:gd name="connsiteX264" fmla="*/ 4285145 w 8218654"/>
              <a:gd name="connsiteY264" fmla="*/ 13138503 h 13689533"/>
              <a:gd name="connsiteX265" fmla="*/ 4081610 w 8218654"/>
              <a:gd name="connsiteY265" fmla="*/ 13128360 h 13689533"/>
              <a:gd name="connsiteX266" fmla="*/ 3281038 w 8218654"/>
              <a:gd name="connsiteY266" fmla="*/ 13090616 h 13689533"/>
              <a:gd name="connsiteX267" fmla="*/ 3064645 w 8218654"/>
              <a:gd name="connsiteY267" fmla="*/ 13073296 h 13689533"/>
              <a:gd name="connsiteX268" fmla="*/ 3002576 w 8218654"/>
              <a:gd name="connsiteY268" fmla="*/ 13072638 h 13689533"/>
              <a:gd name="connsiteX269" fmla="*/ 2913561 w 8218654"/>
              <a:gd name="connsiteY269" fmla="*/ 13073290 h 13689533"/>
              <a:gd name="connsiteX270" fmla="*/ 2401719 w 8218654"/>
              <a:gd name="connsiteY270" fmla="*/ 13049159 h 13689533"/>
              <a:gd name="connsiteX271" fmla="*/ 2316646 w 8218654"/>
              <a:gd name="connsiteY271" fmla="*/ 13042277 h 13689533"/>
              <a:gd name="connsiteX272" fmla="*/ 2259711 w 8218654"/>
              <a:gd name="connsiteY272" fmla="*/ 13042401 h 13689533"/>
              <a:gd name="connsiteX273" fmla="*/ 2139672 w 8218654"/>
              <a:gd name="connsiteY273" fmla="*/ 13042716 h 13689533"/>
              <a:gd name="connsiteX274" fmla="*/ 2083988 w 8218654"/>
              <a:gd name="connsiteY274" fmla="*/ 13038167 h 13689533"/>
              <a:gd name="connsiteX275" fmla="*/ 2060648 w 8218654"/>
              <a:gd name="connsiteY275" fmla="*/ 13038508 h 13689533"/>
              <a:gd name="connsiteX276" fmla="*/ 1962061 w 8218654"/>
              <a:gd name="connsiteY276" fmla="*/ 13028431 h 13689533"/>
              <a:gd name="connsiteX277" fmla="*/ 1571805 w 8218654"/>
              <a:gd name="connsiteY277" fmla="*/ 13017643 h 13689533"/>
              <a:gd name="connsiteX278" fmla="*/ 1453958 w 8218654"/>
              <a:gd name="connsiteY278" fmla="*/ 13004710 h 13689533"/>
              <a:gd name="connsiteX279" fmla="*/ 1322159 w 8218654"/>
              <a:gd name="connsiteY279" fmla="*/ 13009423 h 13689533"/>
              <a:gd name="connsiteX280" fmla="*/ 1182441 w 8218654"/>
              <a:gd name="connsiteY280" fmla="*/ 13006361 h 13689533"/>
              <a:gd name="connsiteX281" fmla="*/ 908681 w 8218654"/>
              <a:gd name="connsiteY281" fmla="*/ 12980472 h 13689533"/>
              <a:gd name="connsiteX282" fmla="*/ 776009 w 8218654"/>
              <a:gd name="connsiteY282" fmla="*/ 12981828 h 13689533"/>
              <a:gd name="connsiteX283" fmla="*/ 0 w 8218654"/>
              <a:gd name="connsiteY283" fmla="*/ 12935927 h 13689533"/>
              <a:gd name="connsiteX284" fmla="*/ 18087 w 8218654"/>
              <a:gd name="connsiteY284" fmla="*/ 12663722 h 13689533"/>
              <a:gd name="connsiteX285" fmla="*/ 19330 w 8218654"/>
              <a:gd name="connsiteY285" fmla="*/ 12642465 h 13689533"/>
              <a:gd name="connsiteX286" fmla="*/ 22377 w 8218654"/>
              <a:gd name="connsiteY286" fmla="*/ 12517247 h 13689533"/>
              <a:gd name="connsiteX287" fmla="*/ 26316 w 8218654"/>
              <a:gd name="connsiteY287" fmla="*/ 12377747 h 13689533"/>
              <a:gd name="connsiteX288" fmla="*/ 171001 w 8218654"/>
              <a:gd name="connsiteY288" fmla="*/ 12378627 h 13689533"/>
              <a:gd name="connsiteX289" fmla="*/ 204973 w 8218654"/>
              <a:gd name="connsiteY289" fmla="*/ 12379670 h 13689533"/>
              <a:gd name="connsiteX290" fmla="*/ 203834 w 8218654"/>
              <a:gd name="connsiteY290" fmla="*/ 12333556 h 13689533"/>
              <a:gd name="connsiteX291" fmla="*/ 208317 w 8218654"/>
              <a:gd name="connsiteY291" fmla="*/ 12225891 h 13689533"/>
              <a:gd name="connsiteX292" fmla="*/ 209038 w 8218654"/>
              <a:gd name="connsiteY292" fmla="*/ 12176803 h 13689533"/>
              <a:gd name="connsiteX293" fmla="*/ 208317 w 8218654"/>
              <a:gd name="connsiteY293" fmla="*/ 12153628 h 13689533"/>
              <a:gd name="connsiteX294" fmla="*/ 208317 w 8218654"/>
              <a:gd name="connsiteY294" fmla="*/ 11352165 h 13689533"/>
              <a:gd name="connsiteX295" fmla="*/ 216342 w 8218654"/>
              <a:gd name="connsiteY295" fmla="*/ 11207940 h 13689533"/>
              <a:gd name="connsiteX296" fmla="*/ 212069 w 8218654"/>
              <a:gd name="connsiteY296" fmla="*/ 11086383 h 13689533"/>
              <a:gd name="connsiteX297" fmla="*/ 208378 w 8218654"/>
              <a:gd name="connsiteY297" fmla="*/ 11023615 h 13689533"/>
              <a:gd name="connsiteX298" fmla="*/ 206034 w 8218654"/>
              <a:gd name="connsiteY298" fmla="*/ 10998595 h 13689533"/>
              <a:gd name="connsiteX299" fmla="*/ 206305 w 8218654"/>
              <a:gd name="connsiteY299" fmla="*/ 10988346 h 13689533"/>
              <a:gd name="connsiteX300" fmla="*/ 205404 w 8218654"/>
              <a:gd name="connsiteY300" fmla="*/ 10973030 h 13689533"/>
              <a:gd name="connsiteX301" fmla="*/ 208317 w 8218654"/>
              <a:gd name="connsiteY301" fmla="*/ 10839755 h 13689533"/>
              <a:gd name="connsiteX302" fmla="*/ 201403 w 8218654"/>
              <a:gd name="connsiteY302" fmla="*/ 10420979 h 13689533"/>
              <a:gd name="connsiteX303" fmla="*/ 197587 w 8218654"/>
              <a:gd name="connsiteY303" fmla="*/ 10259972 h 13689533"/>
              <a:gd name="connsiteX304" fmla="*/ 197140 w 8218654"/>
              <a:gd name="connsiteY304" fmla="*/ 10254157 h 13689533"/>
              <a:gd name="connsiteX305" fmla="*/ 208317 w 8218654"/>
              <a:gd name="connsiteY305" fmla="*/ 9814934 h 13689533"/>
              <a:gd name="connsiteX306" fmla="*/ 216848 w 8218654"/>
              <a:gd name="connsiteY306" fmla="*/ 9751557 h 13689533"/>
              <a:gd name="connsiteX307" fmla="*/ 214917 w 8218654"/>
              <a:gd name="connsiteY307" fmla="*/ 9679117 h 13689533"/>
              <a:gd name="connsiteX308" fmla="*/ 206237 w 8218654"/>
              <a:gd name="connsiteY308" fmla="*/ 9474660 h 13689533"/>
              <a:gd name="connsiteX309" fmla="*/ 207593 w 8218654"/>
              <a:gd name="connsiteY309" fmla="*/ 9366730 h 13689533"/>
              <a:gd name="connsiteX310" fmla="*/ 199807 w 8218654"/>
              <a:gd name="connsiteY310" fmla="*/ 9280101 h 13689533"/>
              <a:gd name="connsiteX311" fmla="*/ 200203 w 8218654"/>
              <a:gd name="connsiteY311" fmla="*/ 9177534 h 13689533"/>
              <a:gd name="connsiteX312" fmla="*/ 206831 w 8218654"/>
              <a:gd name="connsiteY312" fmla="*/ 8979137 h 13689533"/>
              <a:gd name="connsiteX313" fmla="*/ 203369 w 8218654"/>
              <a:gd name="connsiteY313" fmla="*/ 8850322 h 13689533"/>
              <a:gd name="connsiteX314" fmla="*/ 208317 w 8218654"/>
              <a:gd name="connsiteY314" fmla="*/ 8652157 h 13689533"/>
              <a:gd name="connsiteX315" fmla="*/ 209121 w 8218654"/>
              <a:gd name="connsiteY315" fmla="*/ 8606486 h 13689533"/>
              <a:gd name="connsiteX316" fmla="*/ 208317 w 8218654"/>
              <a:gd name="connsiteY316" fmla="*/ 8494492 h 13689533"/>
              <a:gd name="connsiteX317" fmla="*/ 208317 w 8218654"/>
              <a:gd name="connsiteY317" fmla="*/ 7837556 h 13689533"/>
              <a:gd name="connsiteX318" fmla="*/ 210587 w 8218654"/>
              <a:gd name="connsiteY318" fmla="*/ 7571958 h 13689533"/>
              <a:gd name="connsiteX319" fmla="*/ 202552 w 8218654"/>
              <a:gd name="connsiteY319" fmla="*/ 7441941 h 13689533"/>
              <a:gd name="connsiteX320" fmla="*/ 189727 w 8218654"/>
              <a:gd name="connsiteY320" fmla="*/ 7440815 h 13689533"/>
              <a:gd name="connsiteX321" fmla="*/ 201597 w 8218654"/>
              <a:gd name="connsiteY321" fmla="*/ 7352837 h 13689533"/>
              <a:gd name="connsiteX322" fmla="*/ 201326 w 8218654"/>
              <a:gd name="connsiteY322" fmla="*/ 7312418 h 13689533"/>
              <a:gd name="connsiteX323" fmla="*/ 205247 w 8218654"/>
              <a:gd name="connsiteY323" fmla="*/ 7279026 h 13689533"/>
              <a:gd name="connsiteX324" fmla="*/ 204054 w 8218654"/>
              <a:gd name="connsiteY324" fmla="*/ 7227891 h 13689533"/>
              <a:gd name="connsiteX325" fmla="*/ 208317 w 8218654"/>
              <a:gd name="connsiteY325" fmla="*/ 6681348 h 13689533"/>
              <a:gd name="connsiteX326" fmla="*/ 208317 w 8218654"/>
              <a:gd name="connsiteY326" fmla="*/ 6241201 h 13689533"/>
              <a:gd name="connsiteX327" fmla="*/ 208317 w 8218654"/>
              <a:gd name="connsiteY327" fmla="*/ 5439739 h 13689533"/>
              <a:gd name="connsiteX328" fmla="*/ 348060 w 8218654"/>
              <a:gd name="connsiteY328" fmla="*/ 5430552 h 13689533"/>
              <a:gd name="connsiteX329" fmla="*/ 410003 w 8218654"/>
              <a:gd name="connsiteY329" fmla="*/ 5430087 h 13689533"/>
              <a:gd name="connsiteX330" fmla="*/ 418502 w 8218654"/>
              <a:gd name="connsiteY330" fmla="*/ 5337888 h 13689533"/>
              <a:gd name="connsiteX331" fmla="*/ 438557 w 8218654"/>
              <a:gd name="connsiteY331" fmla="*/ 5161281 h 13689533"/>
              <a:gd name="connsiteX332" fmla="*/ 442659 w 8218654"/>
              <a:gd name="connsiteY332" fmla="*/ 5115840 h 13689533"/>
              <a:gd name="connsiteX333" fmla="*/ 461412 w 8218654"/>
              <a:gd name="connsiteY333" fmla="*/ 4863188 h 13689533"/>
              <a:gd name="connsiteX334" fmla="*/ 505239 w 8218654"/>
              <a:gd name="connsiteY334" fmla="*/ 4539413 h 13689533"/>
              <a:gd name="connsiteX335" fmla="*/ 509737 w 8218654"/>
              <a:gd name="connsiteY335" fmla="*/ 4407588 h 13689533"/>
              <a:gd name="connsiteX336" fmla="*/ 550571 w 8218654"/>
              <a:gd name="connsiteY336" fmla="*/ 4113314 h 13689533"/>
              <a:gd name="connsiteX337" fmla="*/ 554646 w 8218654"/>
              <a:gd name="connsiteY337" fmla="*/ 4090029 h 13689533"/>
              <a:gd name="connsiteX338" fmla="*/ 561309 w 8218654"/>
              <a:gd name="connsiteY338" fmla="*/ 4025192 h 13689533"/>
              <a:gd name="connsiteX339" fmla="*/ 590720 w 8218654"/>
              <a:gd name="connsiteY339" fmla="*/ 3788857 h 13689533"/>
              <a:gd name="connsiteX340" fmla="*/ 591860 w 8218654"/>
              <a:gd name="connsiteY340" fmla="*/ 3744366 h 13689533"/>
              <a:gd name="connsiteX341" fmla="*/ 655093 w 8218654"/>
              <a:gd name="connsiteY341" fmla="*/ 3163122 h 13689533"/>
              <a:gd name="connsiteX342" fmla="*/ 681483 w 8218654"/>
              <a:gd name="connsiteY342" fmla="*/ 2956249 h 13689533"/>
              <a:gd name="connsiteX343" fmla="*/ 687775 w 8218654"/>
              <a:gd name="connsiteY343" fmla="*/ 2862704 h 13689533"/>
              <a:gd name="connsiteX344" fmla="*/ 717033 w 8218654"/>
              <a:gd name="connsiteY344" fmla="*/ 2573291 h 13689533"/>
              <a:gd name="connsiteX345" fmla="*/ 727976 w 8218654"/>
              <a:gd name="connsiteY345" fmla="*/ 2500581 h 13689533"/>
              <a:gd name="connsiteX346" fmla="*/ 733957 w 8218654"/>
              <a:gd name="connsiteY346" fmla="*/ 2438199 h 13689533"/>
              <a:gd name="connsiteX347" fmla="*/ 797189 w 8218654"/>
              <a:gd name="connsiteY347" fmla="*/ 1856955 h 13689533"/>
              <a:gd name="connsiteX348" fmla="*/ 804411 w 8218654"/>
              <a:gd name="connsiteY348" fmla="*/ 1813579 h 13689533"/>
              <a:gd name="connsiteX349" fmla="*/ 806426 w 8218654"/>
              <a:gd name="connsiteY349" fmla="*/ 1772055 h 13689533"/>
              <a:gd name="connsiteX350" fmla="*/ 817426 w 8218654"/>
              <a:gd name="connsiteY350" fmla="*/ 1614248 h 13689533"/>
              <a:gd name="connsiteX351" fmla="*/ 830846 w 8218654"/>
              <a:gd name="connsiteY351" fmla="*/ 1529468 h 13689533"/>
              <a:gd name="connsiteX352" fmla="*/ 831613 w 8218654"/>
              <a:gd name="connsiteY352" fmla="*/ 1518192 h 13689533"/>
              <a:gd name="connsiteX353" fmla="*/ 844792 w 8218654"/>
              <a:gd name="connsiteY353" fmla="*/ 1419390 h 13689533"/>
              <a:gd name="connsiteX354" fmla="*/ 872587 w 8218654"/>
              <a:gd name="connsiteY354" fmla="*/ 1229666 h 13689533"/>
              <a:gd name="connsiteX355" fmla="*/ 889015 w 8218654"/>
              <a:gd name="connsiteY355" fmla="*/ 1090688 h 13689533"/>
              <a:gd name="connsiteX356" fmla="*/ 893105 w 8218654"/>
              <a:gd name="connsiteY356" fmla="*/ 975293 h 13689533"/>
              <a:gd name="connsiteX357" fmla="*/ 926345 w 8218654"/>
              <a:gd name="connsiteY357" fmla="*/ 603024 h 13689533"/>
              <a:gd name="connsiteX358" fmla="*/ 933258 w 8218654"/>
              <a:gd name="connsiteY358" fmla="*/ 561150 h 13689533"/>
              <a:gd name="connsiteX359" fmla="*/ 858541 w 8218654"/>
              <a:gd name="connsiteY359" fmla="*/ 558921 h 13689533"/>
              <a:gd name="connsiteX360" fmla="*/ 704254 w 8218654"/>
              <a:gd name="connsiteY360" fmla="*/ 560161 h 13689533"/>
              <a:gd name="connsiteX361" fmla="*/ 715371 w 8218654"/>
              <a:gd name="connsiteY361" fmla="*/ 308151 h 13689533"/>
              <a:gd name="connsiteX362" fmla="*/ 715472 w 8218654"/>
              <a:gd name="connsiteY362" fmla="*/ 303934 h 13689533"/>
              <a:gd name="connsiteX363" fmla="*/ 714783 w 8218654"/>
              <a:gd name="connsiteY363" fmla="*/ 263201 h 13689533"/>
              <a:gd name="connsiteX364" fmla="*/ 730570 w 8218654"/>
              <a:gd name="connsiteY364" fmla="*/ 1981 h 13689533"/>
              <a:gd name="connsiteX365" fmla="*/ 1531143 w 8218654"/>
              <a:gd name="connsiteY365" fmla="*/ 39725 h 13689533"/>
              <a:gd name="connsiteX366" fmla="*/ 1970803 w 8218654"/>
              <a:gd name="connsiteY366" fmla="*/ 60454 h 13689533"/>
              <a:gd name="connsiteX367" fmla="*/ 2554827 w 8218654"/>
              <a:gd name="connsiteY367" fmla="*/ 87988 h 13689533"/>
              <a:gd name="connsiteX368" fmla="*/ 2568380 w 8218654"/>
              <a:gd name="connsiteY368" fmla="*/ 89303 h 13689533"/>
              <a:gd name="connsiteX369" fmla="*/ 2582798 w 8218654"/>
              <a:gd name="connsiteY369" fmla="*/ 90482 h 13689533"/>
              <a:gd name="connsiteX370" fmla="*/ 2699193 w 8218654"/>
              <a:gd name="connsiteY370" fmla="*/ 94794 h 13689533"/>
              <a:gd name="connsiteX371" fmla="*/ 2820100 w 8218654"/>
              <a:gd name="connsiteY371" fmla="*/ 101286 h 13689533"/>
              <a:gd name="connsiteX372" fmla="*/ 2876316 w 8218654"/>
              <a:gd name="connsiteY372" fmla="*/ 100605 h 13689533"/>
              <a:gd name="connsiteX373" fmla="*/ 2994486 w 8218654"/>
              <a:gd name="connsiteY373" fmla="*/ 108716 h 13689533"/>
              <a:gd name="connsiteX374" fmla="*/ 3313009 w 8218654"/>
              <a:gd name="connsiteY374" fmla="*/ 131355 h 13689533"/>
              <a:gd name="connsiteX375" fmla="*/ 3331190 w 8218654"/>
              <a:gd name="connsiteY375" fmla="*/ 131801 h 13689533"/>
              <a:gd name="connsiteX376" fmla="*/ 3499766 w 8218654"/>
              <a:gd name="connsiteY376" fmla="*/ 132538 h 13689533"/>
              <a:gd name="connsiteX377" fmla="*/ 3868619 w 8218654"/>
              <a:gd name="connsiteY377" fmla="*/ 144936 h 13689533"/>
              <a:gd name="connsiteX378" fmla="*/ 3934517 w 8218654"/>
              <a:gd name="connsiteY378" fmla="*/ 152173 h 13689533"/>
              <a:gd name="connsiteX379" fmla="*/ 4070293 w 8218654"/>
              <a:gd name="connsiteY379" fmla="*/ 158162 h 13689533"/>
              <a:gd name="connsiteX380" fmla="*/ 4172751 w 8218654"/>
              <a:gd name="connsiteY380" fmla="*/ 163922 h 13689533"/>
              <a:gd name="connsiteX381" fmla="*/ 4353603 w 8218654"/>
              <a:gd name="connsiteY381" fmla="*/ 168721 h 13689533"/>
              <a:gd name="connsiteX382" fmla="*/ 4535749 w 8218654"/>
              <a:gd name="connsiteY382" fmla="*/ 182610 h 13689533"/>
              <a:gd name="connsiteX383" fmla="*/ 4557251 w 8218654"/>
              <a:gd name="connsiteY383" fmla="*/ 184202 h 13689533"/>
              <a:gd name="connsiteX384" fmla="*/ 4597323 w 8218654"/>
              <a:gd name="connsiteY384" fmla="*/ 186775 h 13689533"/>
              <a:gd name="connsiteX385" fmla="*/ 4629802 w 8218654"/>
              <a:gd name="connsiteY385" fmla="*/ 189573 h 13689533"/>
              <a:gd name="connsiteX386" fmla="*/ 4710105 w 8218654"/>
              <a:gd name="connsiteY386" fmla="*/ 195518 h 13689533"/>
              <a:gd name="connsiteX387" fmla="*/ 4884363 w 8218654"/>
              <a:gd name="connsiteY387" fmla="*/ 197817 h 13689533"/>
              <a:gd name="connsiteX388" fmla="*/ 5054067 w 8218654"/>
              <a:gd name="connsiteY388" fmla="*/ 201992 h 13689533"/>
              <a:gd name="connsiteX389" fmla="*/ 5194406 w 8218654"/>
              <a:gd name="connsiteY389" fmla="*/ 215246 h 13689533"/>
              <a:gd name="connsiteX390" fmla="*/ 5251840 w 8218654"/>
              <a:gd name="connsiteY390" fmla="*/ 215142 h 13689533"/>
              <a:gd name="connsiteX391" fmla="*/ 5837202 w 8218654"/>
              <a:gd name="connsiteY391" fmla="*/ 222529 h 13689533"/>
              <a:gd name="connsiteX392" fmla="*/ 5946657 w 8218654"/>
              <a:gd name="connsiteY392" fmla="*/ 237968 h 13689533"/>
              <a:gd name="connsiteX393" fmla="*/ 5950773 w 8218654"/>
              <a:gd name="connsiteY393" fmla="*/ 238098 h 13689533"/>
              <a:gd name="connsiteX394" fmla="*/ 6485510 w 8218654"/>
              <a:gd name="connsiteY394" fmla="*/ 273305 h 13689533"/>
              <a:gd name="connsiteX395" fmla="*/ 6608443 w 8218654"/>
              <a:gd name="connsiteY395" fmla="*/ 271545 h 13689533"/>
              <a:gd name="connsiteX396" fmla="*/ 6728551 w 8218654"/>
              <a:gd name="connsiteY396" fmla="*/ 280807 h 13689533"/>
              <a:gd name="connsiteX397" fmla="*/ 6952792 w 8218654"/>
              <a:gd name="connsiteY397" fmla="*/ 285979 h 13689533"/>
              <a:gd name="connsiteX398" fmla="*/ 7145860 w 8218654"/>
              <a:gd name="connsiteY398" fmla="*/ 296651 h 13689533"/>
              <a:gd name="connsiteX399" fmla="*/ 7232501 w 8218654"/>
              <a:gd name="connsiteY399" fmla="*/ 305332 h 13689533"/>
              <a:gd name="connsiteX400" fmla="*/ 7283877 w 8218654"/>
              <a:gd name="connsiteY400" fmla="*/ 306748 h 13689533"/>
              <a:gd name="connsiteX401" fmla="*/ 7503858 w 8218654"/>
              <a:gd name="connsiteY401" fmla="*/ 319029 h 13689533"/>
              <a:gd name="connsiteX402" fmla="*/ 7529293 w 8218654"/>
              <a:gd name="connsiteY402" fmla="*/ 320577 h 13689533"/>
              <a:gd name="connsiteX403" fmla="*/ 7559503 w 8218654"/>
              <a:gd name="connsiteY403" fmla="*/ 320688 h 13689533"/>
              <a:gd name="connsiteX404" fmla="*/ 7632017 w 8218654"/>
              <a:gd name="connsiteY404" fmla="*/ 321303 h 13689533"/>
              <a:gd name="connsiteX405" fmla="*/ 7639949 w 8218654"/>
              <a:gd name="connsiteY405" fmla="*/ 244636 h 13689533"/>
              <a:gd name="connsiteX406" fmla="*/ 7660358 w 8218654"/>
              <a:gd name="connsiteY406" fmla="*/ 85567 h 13689533"/>
              <a:gd name="connsiteX407" fmla="*/ 7826217 w 8218654"/>
              <a:gd name="connsiteY407" fmla="*/ 100623 h 13689533"/>
              <a:gd name="connsiteX408" fmla="*/ 7928974 w 8218654"/>
              <a:gd name="connsiteY408" fmla="*/ 103170 h 13689533"/>
              <a:gd name="connsiteX409" fmla="*/ 8218538 w 8218654"/>
              <a:gd name="connsiteY409" fmla="*/ 111883 h 13689533"/>
              <a:gd name="connsiteX410" fmla="*/ 8180136 w 8218654"/>
              <a:gd name="connsiteY410" fmla="*/ 926412 h 13689533"/>
              <a:gd name="connsiteX411" fmla="*/ 8178278 w 8218654"/>
              <a:gd name="connsiteY411" fmla="*/ 943843 h 13689533"/>
              <a:gd name="connsiteX412" fmla="*/ 8173736 w 8218654"/>
              <a:gd name="connsiteY412" fmla="*/ 1062167 h 13689533"/>
              <a:gd name="connsiteX413" fmla="*/ 8147618 w 8218654"/>
              <a:gd name="connsiteY413" fmla="*/ 1477203 h 13689533"/>
              <a:gd name="connsiteX414" fmla="*/ 8144708 w 8218654"/>
              <a:gd name="connsiteY414" fmla="*/ 1520170 h 13689533"/>
              <a:gd name="connsiteX415" fmla="*/ 8141734 w 8218654"/>
              <a:gd name="connsiteY415" fmla="*/ 1740941 h 13689533"/>
              <a:gd name="connsiteX416" fmla="*/ 8141424 w 8218654"/>
              <a:gd name="connsiteY416" fmla="*/ 1899102 h 13689533"/>
              <a:gd name="connsiteX417" fmla="*/ 8136786 w 8218654"/>
              <a:gd name="connsiteY417" fmla="*/ 1959396 h 13689533"/>
              <a:gd name="connsiteX418" fmla="*/ 8131071 w 8218654"/>
              <a:gd name="connsiteY418" fmla="*/ 2211707 h 13689533"/>
              <a:gd name="connsiteX419" fmla="*/ 8103332 w 8218654"/>
              <a:gd name="connsiteY419" fmla="*/ 2555469 h 13689533"/>
              <a:gd name="connsiteX420" fmla="*/ 8099278 w 8218654"/>
              <a:gd name="connsiteY420" fmla="*/ 2587267 h 13689533"/>
              <a:gd name="connsiteX421" fmla="*/ 8096932 w 8218654"/>
              <a:gd name="connsiteY421" fmla="*/ 2691225 h 13689533"/>
              <a:gd name="connsiteX422" fmla="*/ 8093846 w 8218654"/>
              <a:gd name="connsiteY422" fmla="*/ 3018056 h 13689533"/>
              <a:gd name="connsiteX423" fmla="*/ 8080027 w 8218654"/>
              <a:gd name="connsiteY423" fmla="*/ 3150738 h 13689533"/>
              <a:gd name="connsiteX424" fmla="*/ 8083036 w 8218654"/>
              <a:gd name="connsiteY424" fmla="*/ 3219195 h 13689533"/>
              <a:gd name="connsiteX425" fmla="*/ 8052130 w 8218654"/>
              <a:gd name="connsiteY425" fmla="*/ 3641508 h 13689533"/>
              <a:gd name="connsiteX426" fmla="*/ 8039329 w 8218654"/>
              <a:gd name="connsiteY426" fmla="*/ 3913017 h 13689533"/>
              <a:gd name="connsiteX427" fmla="*/ 8032063 w 8218654"/>
              <a:gd name="connsiteY427" fmla="*/ 4052994 h 13689533"/>
              <a:gd name="connsiteX428" fmla="*/ 8029431 w 8218654"/>
              <a:gd name="connsiteY428" fmla="*/ 4085585 h 13689533"/>
              <a:gd name="connsiteX429" fmla="*/ 8026528 w 8218654"/>
              <a:gd name="connsiteY429" fmla="*/ 4184527 h 13689533"/>
              <a:gd name="connsiteX430" fmla="*/ 8013728 w 8218654"/>
              <a:gd name="connsiteY430" fmla="*/ 4456036 h 13689533"/>
              <a:gd name="connsiteX431" fmla="*/ 8002683 w 8218654"/>
              <a:gd name="connsiteY431" fmla="*/ 4846645 h 13689533"/>
              <a:gd name="connsiteX432" fmla="*/ 8002656 w 8218654"/>
              <a:gd name="connsiteY432" fmla="*/ 4846925 h 13689533"/>
              <a:gd name="connsiteX433" fmla="*/ 8003183 w 8218654"/>
              <a:gd name="connsiteY433" fmla="*/ 4883288 h 13689533"/>
              <a:gd name="connsiteX434" fmla="*/ 7981726 w 8218654"/>
              <a:gd name="connsiteY434" fmla="*/ 5134810 h 13689533"/>
              <a:gd name="connsiteX435" fmla="*/ 7936924 w 8218654"/>
              <a:gd name="connsiteY435" fmla="*/ 6085093 h 13689533"/>
              <a:gd name="connsiteX436" fmla="*/ 7912284 w 8218654"/>
              <a:gd name="connsiteY436" fmla="*/ 6383687 h 13689533"/>
              <a:gd name="connsiteX437" fmla="*/ 7917723 w 8218654"/>
              <a:gd name="connsiteY437" fmla="*/ 6492358 h 13689533"/>
              <a:gd name="connsiteX438" fmla="*/ 7919551 w 8218654"/>
              <a:gd name="connsiteY438" fmla="*/ 6711786 h 13689533"/>
              <a:gd name="connsiteX439" fmla="*/ 7906986 w 8218654"/>
              <a:gd name="connsiteY439" fmla="*/ 6845714 h 13689533"/>
              <a:gd name="connsiteX440" fmla="*/ 7907143 w 8218654"/>
              <a:gd name="connsiteY440" fmla="*/ 6851964 h 13689533"/>
              <a:gd name="connsiteX441" fmla="*/ 7882554 w 8218654"/>
              <a:gd name="connsiteY441" fmla="*/ 7165023 h 13689533"/>
              <a:gd name="connsiteX442" fmla="*/ 7873262 w 8218654"/>
              <a:gd name="connsiteY442" fmla="*/ 7274902 h 13689533"/>
              <a:gd name="connsiteX443" fmla="*/ 7873080 w 8218654"/>
              <a:gd name="connsiteY443" fmla="*/ 7278994 h 13689533"/>
              <a:gd name="connsiteX444" fmla="*/ 7872920 w 8218654"/>
              <a:gd name="connsiteY444" fmla="*/ 7442641 h 13689533"/>
              <a:gd name="connsiteX445" fmla="*/ 7874424 w 8218654"/>
              <a:gd name="connsiteY445" fmla="*/ 8000769 h 1368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</a:cxnLst>
            <a:rect l="l" t="t" r="r" b="b"/>
            <a:pathLst>
              <a:path w="8218654" h="13689533">
                <a:moveTo>
                  <a:pt x="7599517" y="1562404"/>
                </a:moveTo>
                <a:lnTo>
                  <a:pt x="7605770" y="1423042"/>
                </a:lnTo>
                <a:lnTo>
                  <a:pt x="7602755" y="1307360"/>
                </a:lnTo>
                <a:cubicBezTo>
                  <a:pt x="7598488" y="1223839"/>
                  <a:pt x="7595490" y="1096705"/>
                  <a:pt x="7597170" y="945828"/>
                </a:cubicBezTo>
                <a:lnTo>
                  <a:pt x="7598412" y="899361"/>
                </a:lnTo>
                <a:lnTo>
                  <a:pt x="7587399" y="898879"/>
                </a:lnTo>
                <a:cubicBezTo>
                  <a:pt x="7475379" y="890945"/>
                  <a:pt x="7365702" y="878388"/>
                  <a:pt x="7266329" y="869539"/>
                </a:cubicBezTo>
                <a:lnTo>
                  <a:pt x="7220436" y="865794"/>
                </a:lnTo>
                <a:lnTo>
                  <a:pt x="7194146" y="866135"/>
                </a:lnTo>
                <a:cubicBezTo>
                  <a:pt x="7019137" y="877948"/>
                  <a:pt x="6876340" y="859719"/>
                  <a:pt x="6650864" y="843185"/>
                </a:cubicBezTo>
                <a:lnTo>
                  <a:pt x="6453754" y="831852"/>
                </a:lnTo>
                <a:lnTo>
                  <a:pt x="6208529" y="833020"/>
                </a:lnTo>
                <a:cubicBezTo>
                  <a:pt x="5985474" y="832511"/>
                  <a:pt x="5855801" y="825265"/>
                  <a:pt x="5737365" y="797454"/>
                </a:cubicBezTo>
                <a:lnTo>
                  <a:pt x="5724298" y="795590"/>
                </a:lnTo>
                <a:lnTo>
                  <a:pt x="5580376" y="785355"/>
                </a:lnTo>
                <a:lnTo>
                  <a:pt x="5526287" y="782295"/>
                </a:lnTo>
                <a:lnTo>
                  <a:pt x="5341498" y="781927"/>
                </a:lnTo>
                <a:cubicBezTo>
                  <a:pt x="5182307" y="782876"/>
                  <a:pt x="5021642" y="782710"/>
                  <a:pt x="4936793" y="759710"/>
                </a:cubicBezTo>
                <a:lnTo>
                  <a:pt x="4918713" y="755981"/>
                </a:lnTo>
                <a:lnTo>
                  <a:pt x="4858047" y="755997"/>
                </a:lnTo>
                <a:cubicBezTo>
                  <a:pt x="4808646" y="761311"/>
                  <a:pt x="4700491" y="752758"/>
                  <a:pt x="4576738" y="743286"/>
                </a:cubicBezTo>
                <a:lnTo>
                  <a:pt x="4502228" y="738131"/>
                </a:lnTo>
                <a:lnTo>
                  <a:pt x="4479538" y="738314"/>
                </a:lnTo>
                <a:cubicBezTo>
                  <a:pt x="4417911" y="737765"/>
                  <a:pt x="4351865" y="735395"/>
                  <a:pt x="4280585" y="728772"/>
                </a:cubicBezTo>
                <a:lnTo>
                  <a:pt x="4241740" y="726138"/>
                </a:lnTo>
                <a:lnTo>
                  <a:pt x="4201840" y="725059"/>
                </a:lnTo>
                <a:cubicBezTo>
                  <a:pt x="4090047" y="726696"/>
                  <a:pt x="3966765" y="717501"/>
                  <a:pt x="3851046" y="708628"/>
                </a:cubicBezTo>
                <a:lnTo>
                  <a:pt x="3812963" y="705941"/>
                </a:lnTo>
                <a:lnTo>
                  <a:pt x="3692770" y="702620"/>
                </a:lnTo>
                <a:cubicBezTo>
                  <a:pt x="3639329" y="700742"/>
                  <a:pt x="3591815" y="698312"/>
                  <a:pt x="3552195" y="694431"/>
                </a:cubicBezTo>
                <a:lnTo>
                  <a:pt x="3550040" y="694211"/>
                </a:lnTo>
                <a:lnTo>
                  <a:pt x="3545632" y="694122"/>
                </a:lnTo>
                <a:cubicBezTo>
                  <a:pt x="3382551" y="699962"/>
                  <a:pt x="3133557" y="709254"/>
                  <a:pt x="2817242" y="659781"/>
                </a:cubicBezTo>
                <a:lnTo>
                  <a:pt x="2791293" y="656193"/>
                </a:lnTo>
                <a:lnTo>
                  <a:pt x="2751621" y="656687"/>
                </a:lnTo>
                <a:cubicBezTo>
                  <a:pt x="2495425" y="668754"/>
                  <a:pt x="2344423" y="646735"/>
                  <a:pt x="2217422" y="633909"/>
                </a:cubicBezTo>
                <a:lnTo>
                  <a:pt x="2208392" y="633305"/>
                </a:lnTo>
                <a:lnTo>
                  <a:pt x="2081213" y="638728"/>
                </a:lnTo>
                <a:cubicBezTo>
                  <a:pt x="1909858" y="638546"/>
                  <a:pt x="1695785" y="620297"/>
                  <a:pt x="1577010" y="601308"/>
                </a:cubicBezTo>
                <a:lnTo>
                  <a:pt x="1572087" y="600793"/>
                </a:lnTo>
                <a:lnTo>
                  <a:pt x="1506649" y="596094"/>
                </a:lnTo>
                <a:lnTo>
                  <a:pt x="1498824" y="694985"/>
                </a:lnTo>
                <a:cubicBezTo>
                  <a:pt x="1488616" y="804967"/>
                  <a:pt x="1475887" y="897912"/>
                  <a:pt x="1455732" y="970419"/>
                </a:cubicBezTo>
                <a:lnTo>
                  <a:pt x="1445960" y="1026020"/>
                </a:lnTo>
                <a:lnTo>
                  <a:pt x="1440101" y="1114098"/>
                </a:lnTo>
                <a:cubicBezTo>
                  <a:pt x="1423833" y="1499974"/>
                  <a:pt x="1370113" y="1659874"/>
                  <a:pt x="1353422" y="1910860"/>
                </a:cubicBezTo>
                <a:lnTo>
                  <a:pt x="1352541" y="1921663"/>
                </a:lnTo>
                <a:lnTo>
                  <a:pt x="1348608" y="2019863"/>
                </a:lnTo>
                <a:cubicBezTo>
                  <a:pt x="1345961" y="2055198"/>
                  <a:pt x="1342101" y="2092238"/>
                  <a:pt x="1337222" y="2132572"/>
                </a:cubicBezTo>
                <a:lnTo>
                  <a:pt x="1332477" y="2167533"/>
                </a:lnTo>
                <a:lnTo>
                  <a:pt x="1321378" y="2303551"/>
                </a:lnTo>
                <a:cubicBezTo>
                  <a:pt x="1314838" y="2367831"/>
                  <a:pt x="1307682" y="2429593"/>
                  <a:pt x="1299887" y="2485932"/>
                </a:cubicBezTo>
                <a:lnTo>
                  <a:pt x="1276882" y="2622034"/>
                </a:lnTo>
                <a:lnTo>
                  <a:pt x="1262711" y="2803772"/>
                </a:lnTo>
                <a:cubicBezTo>
                  <a:pt x="1257747" y="2866878"/>
                  <a:pt x="1252378" y="2928775"/>
                  <a:pt x="1245399" y="2987439"/>
                </a:cubicBezTo>
                <a:lnTo>
                  <a:pt x="1218600" y="3150686"/>
                </a:lnTo>
                <a:lnTo>
                  <a:pt x="1188570" y="3455849"/>
                </a:lnTo>
                <a:cubicBezTo>
                  <a:pt x="1173962" y="3599023"/>
                  <a:pt x="1155098" y="3771436"/>
                  <a:pt x="1132462" y="3941948"/>
                </a:cubicBezTo>
                <a:cubicBezTo>
                  <a:pt x="1087190" y="4282971"/>
                  <a:pt x="1082776" y="4344227"/>
                  <a:pt x="1077044" y="4451353"/>
                </a:cubicBezTo>
                <a:cubicBezTo>
                  <a:pt x="1075612" y="4478134"/>
                  <a:pt x="1070627" y="4516656"/>
                  <a:pt x="1063791" y="4564421"/>
                </a:cubicBezTo>
                <a:lnTo>
                  <a:pt x="1061554" y="4579896"/>
                </a:lnTo>
                <a:lnTo>
                  <a:pt x="1060703" y="4601562"/>
                </a:lnTo>
                <a:cubicBezTo>
                  <a:pt x="1061190" y="4761962"/>
                  <a:pt x="1041046" y="4874929"/>
                  <a:pt x="1021971" y="4972949"/>
                </a:cubicBezTo>
                <a:lnTo>
                  <a:pt x="1005957" y="5062204"/>
                </a:lnTo>
                <a:lnTo>
                  <a:pt x="998181" y="5176276"/>
                </a:lnTo>
                <a:lnTo>
                  <a:pt x="989429" y="5298800"/>
                </a:lnTo>
                <a:lnTo>
                  <a:pt x="988840" y="5413531"/>
                </a:lnTo>
                <a:cubicBezTo>
                  <a:pt x="983483" y="5522690"/>
                  <a:pt x="969485" y="5634152"/>
                  <a:pt x="952777" y="5722908"/>
                </a:cubicBezTo>
                <a:lnTo>
                  <a:pt x="926883" y="5833913"/>
                </a:lnTo>
                <a:lnTo>
                  <a:pt x="913984" y="6069235"/>
                </a:lnTo>
                <a:cubicBezTo>
                  <a:pt x="906155" y="6142146"/>
                  <a:pt x="894775" y="6208023"/>
                  <a:pt x="879530" y="6266922"/>
                </a:cubicBezTo>
                <a:lnTo>
                  <a:pt x="878901" y="6271753"/>
                </a:lnTo>
                <a:lnTo>
                  <a:pt x="878820" y="6273454"/>
                </a:lnTo>
                <a:cubicBezTo>
                  <a:pt x="878493" y="6337308"/>
                  <a:pt x="863301" y="6439872"/>
                  <a:pt x="847883" y="6547845"/>
                </a:cubicBezTo>
                <a:lnTo>
                  <a:pt x="847203" y="6552970"/>
                </a:lnTo>
                <a:lnTo>
                  <a:pt x="830526" y="6747095"/>
                </a:lnTo>
                <a:lnTo>
                  <a:pt x="807999" y="6985683"/>
                </a:lnTo>
                <a:lnTo>
                  <a:pt x="807914" y="6987144"/>
                </a:lnTo>
                <a:lnTo>
                  <a:pt x="807614" y="6989766"/>
                </a:lnTo>
                <a:lnTo>
                  <a:pt x="795209" y="7121141"/>
                </a:lnTo>
                <a:lnTo>
                  <a:pt x="767124" y="7334817"/>
                </a:lnTo>
                <a:lnTo>
                  <a:pt x="767117" y="7338284"/>
                </a:lnTo>
                <a:cubicBezTo>
                  <a:pt x="769058" y="7395362"/>
                  <a:pt x="769448" y="7448988"/>
                  <a:pt x="769086" y="7499055"/>
                </a:cubicBezTo>
                <a:lnTo>
                  <a:pt x="768807" y="7514389"/>
                </a:lnTo>
                <a:lnTo>
                  <a:pt x="772852" y="7612858"/>
                </a:lnTo>
                <a:cubicBezTo>
                  <a:pt x="774490" y="7653974"/>
                  <a:pt x="775650" y="7696569"/>
                  <a:pt x="775103" y="7746350"/>
                </a:cubicBezTo>
                <a:lnTo>
                  <a:pt x="768885" y="7883860"/>
                </a:lnTo>
                <a:lnTo>
                  <a:pt x="779995" y="8092263"/>
                </a:lnTo>
                <a:cubicBezTo>
                  <a:pt x="781966" y="8193754"/>
                  <a:pt x="779645" y="8312167"/>
                  <a:pt x="767117" y="8435368"/>
                </a:cubicBezTo>
                <a:lnTo>
                  <a:pt x="762189" y="8494174"/>
                </a:lnTo>
                <a:lnTo>
                  <a:pt x="767117" y="8652157"/>
                </a:lnTo>
                <a:cubicBezTo>
                  <a:pt x="772075" y="8797272"/>
                  <a:pt x="771817" y="8901068"/>
                  <a:pt x="770448" y="8998805"/>
                </a:cubicBezTo>
                <a:lnTo>
                  <a:pt x="768430" y="9186778"/>
                </a:lnTo>
                <a:lnTo>
                  <a:pt x="778878" y="9363505"/>
                </a:lnTo>
                <a:cubicBezTo>
                  <a:pt x="779925" y="9421212"/>
                  <a:pt x="778621" y="9471229"/>
                  <a:pt x="776532" y="9516296"/>
                </a:cubicBezTo>
                <a:lnTo>
                  <a:pt x="770243" y="9626030"/>
                </a:lnTo>
                <a:lnTo>
                  <a:pt x="770973" y="9699998"/>
                </a:lnTo>
                <a:lnTo>
                  <a:pt x="768667" y="9945540"/>
                </a:lnTo>
                <a:lnTo>
                  <a:pt x="769628" y="10067267"/>
                </a:lnTo>
                <a:lnTo>
                  <a:pt x="768315" y="10319960"/>
                </a:lnTo>
                <a:lnTo>
                  <a:pt x="772435" y="10407907"/>
                </a:lnTo>
                <a:cubicBezTo>
                  <a:pt x="774478" y="10445321"/>
                  <a:pt x="776077" y="10479307"/>
                  <a:pt x="775701" y="10513828"/>
                </a:cubicBezTo>
                <a:lnTo>
                  <a:pt x="767518" y="10617873"/>
                </a:lnTo>
                <a:lnTo>
                  <a:pt x="769691" y="10982286"/>
                </a:lnTo>
                <a:cubicBezTo>
                  <a:pt x="771183" y="11095540"/>
                  <a:pt x="771817" y="11186466"/>
                  <a:pt x="767117" y="11279902"/>
                </a:cubicBezTo>
                <a:lnTo>
                  <a:pt x="766596" y="11343305"/>
                </a:lnTo>
                <a:lnTo>
                  <a:pt x="767117" y="11352165"/>
                </a:lnTo>
                <a:cubicBezTo>
                  <a:pt x="772624" y="11424572"/>
                  <a:pt x="774686" y="11521482"/>
                  <a:pt x="774852" y="11631470"/>
                </a:cubicBezTo>
                <a:lnTo>
                  <a:pt x="773986" y="11716881"/>
                </a:lnTo>
                <a:lnTo>
                  <a:pt x="774120" y="11723226"/>
                </a:lnTo>
                <a:lnTo>
                  <a:pt x="773871" y="11728247"/>
                </a:lnTo>
                <a:lnTo>
                  <a:pt x="771223" y="11989248"/>
                </a:lnTo>
                <a:cubicBezTo>
                  <a:pt x="769154" y="12113970"/>
                  <a:pt x="766743" y="12240346"/>
                  <a:pt x="765541" y="12356953"/>
                </a:cubicBezTo>
                <a:lnTo>
                  <a:pt x="765306" y="12412666"/>
                </a:lnTo>
                <a:lnTo>
                  <a:pt x="893119" y="12419634"/>
                </a:lnTo>
                <a:lnTo>
                  <a:pt x="929907" y="12420047"/>
                </a:lnTo>
                <a:cubicBezTo>
                  <a:pt x="965940" y="12419937"/>
                  <a:pt x="999677" y="12419745"/>
                  <a:pt x="1031572" y="12420846"/>
                </a:cubicBezTo>
                <a:lnTo>
                  <a:pt x="1085114" y="12425908"/>
                </a:lnTo>
                <a:lnTo>
                  <a:pt x="1108607" y="12426331"/>
                </a:lnTo>
                <a:cubicBezTo>
                  <a:pt x="1146983" y="12426620"/>
                  <a:pt x="1180201" y="12426869"/>
                  <a:pt x="1215982" y="12428583"/>
                </a:cubicBezTo>
                <a:lnTo>
                  <a:pt x="1327043" y="12438571"/>
                </a:lnTo>
                <a:lnTo>
                  <a:pt x="1503830" y="12440328"/>
                </a:lnTo>
                <a:cubicBezTo>
                  <a:pt x="1627780" y="12441615"/>
                  <a:pt x="1755224" y="12444393"/>
                  <a:pt x="1845869" y="12454454"/>
                </a:cubicBezTo>
                <a:lnTo>
                  <a:pt x="1919009" y="12466538"/>
                </a:lnTo>
                <a:lnTo>
                  <a:pt x="1994939" y="12470560"/>
                </a:lnTo>
                <a:lnTo>
                  <a:pt x="2289099" y="12486615"/>
                </a:lnTo>
                <a:lnTo>
                  <a:pt x="2362414" y="12487885"/>
                </a:lnTo>
                <a:cubicBezTo>
                  <a:pt x="2572331" y="12499546"/>
                  <a:pt x="2867805" y="12480232"/>
                  <a:pt x="3090805" y="12522226"/>
                </a:cubicBezTo>
                <a:lnTo>
                  <a:pt x="3142408" y="12529951"/>
                </a:lnTo>
                <a:lnTo>
                  <a:pt x="3154657" y="12531052"/>
                </a:lnTo>
                <a:cubicBezTo>
                  <a:pt x="3290838" y="12537752"/>
                  <a:pt x="3424620" y="12531332"/>
                  <a:pt x="3530464" y="12542954"/>
                </a:cubicBezTo>
                <a:lnTo>
                  <a:pt x="3658944" y="12549977"/>
                </a:lnTo>
                <a:lnTo>
                  <a:pt x="3674829" y="12549761"/>
                </a:lnTo>
                <a:lnTo>
                  <a:pt x="3767633" y="12552753"/>
                </a:lnTo>
                <a:lnTo>
                  <a:pt x="3859725" y="12554704"/>
                </a:lnTo>
                <a:cubicBezTo>
                  <a:pt x="3988881" y="12557324"/>
                  <a:pt x="4117652" y="12561185"/>
                  <a:pt x="4186672" y="12573892"/>
                </a:cubicBezTo>
                <a:lnTo>
                  <a:pt x="4265162" y="12584181"/>
                </a:lnTo>
                <a:lnTo>
                  <a:pt x="4475403" y="12587505"/>
                </a:lnTo>
                <a:cubicBezTo>
                  <a:pt x="4739988" y="12583267"/>
                  <a:pt x="4821880" y="12602088"/>
                  <a:pt x="4932036" y="12610852"/>
                </a:cubicBezTo>
                <a:lnTo>
                  <a:pt x="4975612" y="12612285"/>
                </a:lnTo>
                <a:lnTo>
                  <a:pt x="4987245" y="12611636"/>
                </a:lnTo>
                <a:cubicBezTo>
                  <a:pt x="5165055" y="12582247"/>
                  <a:pt x="5342739" y="12611547"/>
                  <a:pt x="5499086" y="12635768"/>
                </a:cubicBezTo>
                <a:lnTo>
                  <a:pt x="5547502" y="12639809"/>
                </a:lnTo>
                <a:lnTo>
                  <a:pt x="5571269" y="12639171"/>
                </a:lnTo>
                <a:cubicBezTo>
                  <a:pt x="5680004" y="12623324"/>
                  <a:pt x="6164188" y="12634250"/>
                  <a:pt x="6371843" y="12676915"/>
                </a:cubicBezTo>
                <a:lnTo>
                  <a:pt x="6372521" y="12677015"/>
                </a:lnTo>
                <a:lnTo>
                  <a:pt x="6450587" y="12680627"/>
                </a:lnTo>
                <a:cubicBezTo>
                  <a:pt x="6635934" y="12693863"/>
                  <a:pt x="6811547" y="12697742"/>
                  <a:pt x="7021528" y="12706775"/>
                </a:cubicBezTo>
                <a:lnTo>
                  <a:pt x="7068404" y="12708949"/>
                </a:lnTo>
                <a:lnTo>
                  <a:pt x="7070964" y="12675647"/>
                </a:lnTo>
                <a:lnTo>
                  <a:pt x="7077928" y="12439251"/>
                </a:lnTo>
                <a:cubicBezTo>
                  <a:pt x="7079260" y="12231106"/>
                  <a:pt x="7082810" y="12060198"/>
                  <a:pt x="7089852" y="11907995"/>
                </a:cubicBezTo>
                <a:lnTo>
                  <a:pt x="7100789" y="11768609"/>
                </a:lnTo>
                <a:lnTo>
                  <a:pt x="7101032" y="11751079"/>
                </a:lnTo>
                <a:cubicBezTo>
                  <a:pt x="7110599" y="11518897"/>
                  <a:pt x="7133391" y="11409924"/>
                  <a:pt x="7135531" y="11217460"/>
                </a:cubicBezTo>
                <a:cubicBezTo>
                  <a:pt x="7136958" y="11089148"/>
                  <a:pt x="7150104" y="10945761"/>
                  <a:pt x="7161920" y="10787359"/>
                </a:cubicBezTo>
                <a:lnTo>
                  <a:pt x="7169725" y="10658710"/>
                </a:lnTo>
                <a:lnTo>
                  <a:pt x="7167533" y="10538684"/>
                </a:lnTo>
                <a:cubicBezTo>
                  <a:pt x="7159130" y="10385116"/>
                  <a:pt x="7165950" y="10303364"/>
                  <a:pt x="7174660" y="10233002"/>
                </a:cubicBezTo>
                <a:lnTo>
                  <a:pt x="7181151" y="10180056"/>
                </a:lnTo>
                <a:lnTo>
                  <a:pt x="7182761" y="10008609"/>
                </a:lnTo>
                <a:cubicBezTo>
                  <a:pt x="7185836" y="9929941"/>
                  <a:pt x="7190686" y="9858323"/>
                  <a:pt x="7195843" y="9792337"/>
                </a:cubicBezTo>
                <a:lnTo>
                  <a:pt x="7197293" y="9774617"/>
                </a:lnTo>
                <a:lnTo>
                  <a:pt x="7199882" y="9637014"/>
                </a:lnTo>
                <a:lnTo>
                  <a:pt x="7221285" y="9365699"/>
                </a:lnTo>
                <a:lnTo>
                  <a:pt x="7221884" y="9345295"/>
                </a:lnTo>
                <a:cubicBezTo>
                  <a:pt x="7226238" y="9271270"/>
                  <a:pt x="7233021" y="9277057"/>
                  <a:pt x="7231536" y="9181137"/>
                </a:cubicBezTo>
                <a:cubicBezTo>
                  <a:pt x="7230546" y="9117190"/>
                  <a:pt x="7240409" y="8954714"/>
                  <a:pt x="7250388" y="8787646"/>
                </a:cubicBezTo>
                <a:lnTo>
                  <a:pt x="7261288" y="8595071"/>
                </a:lnTo>
                <a:lnTo>
                  <a:pt x="7263538" y="8502363"/>
                </a:lnTo>
                <a:cubicBezTo>
                  <a:pt x="7264530" y="8401284"/>
                  <a:pt x="7266544" y="8336650"/>
                  <a:pt x="7268928" y="8293716"/>
                </a:cubicBezTo>
                <a:lnTo>
                  <a:pt x="7271556" y="8266628"/>
                </a:lnTo>
                <a:lnTo>
                  <a:pt x="7275767" y="8006432"/>
                </a:lnTo>
                <a:cubicBezTo>
                  <a:pt x="7278736" y="7927385"/>
                  <a:pt x="7283087" y="7838758"/>
                  <a:pt x="7289391" y="7740443"/>
                </a:cubicBezTo>
                <a:lnTo>
                  <a:pt x="7309289" y="7486028"/>
                </a:lnTo>
                <a:lnTo>
                  <a:pt x="7312137" y="7287774"/>
                </a:lnTo>
                <a:cubicBezTo>
                  <a:pt x="7314835" y="7180918"/>
                  <a:pt x="7320535" y="7071662"/>
                  <a:pt x="7333941" y="7009061"/>
                </a:cubicBezTo>
                <a:lnTo>
                  <a:pt x="7340699" y="6962981"/>
                </a:lnTo>
                <a:lnTo>
                  <a:pt x="7340815" y="6961749"/>
                </a:lnTo>
                <a:cubicBezTo>
                  <a:pt x="7348139" y="6881456"/>
                  <a:pt x="7354238" y="6794308"/>
                  <a:pt x="7346742" y="6737552"/>
                </a:cubicBezTo>
                <a:cubicBezTo>
                  <a:pt x="7339246" y="6680796"/>
                  <a:pt x="7339802" y="6612111"/>
                  <a:pt x="7344355" y="6541051"/>
                </a:cubicBezTo>
                <a:lnTo>
                  <a:pt x="7349185" y="6493892"/>
                </a:lnTo>
                <a:lnTo>
                  <a:pt x="7348741" y="6481794"/>
                </a:lnTo>
                <a:cubicBezTo>
                  <a:pt x="7347169" y="6368477"/>
                  <a:pt x="7349488" y="6198351"/>
                  <a:pt x="7362694" y="6030337"/>
                </a:cubicBezTo>
                <a:lnTo>
                  <a:pt x="7386811" y="5827144"/>
                </a:lnTo>
                <a:lnTo>
                  <a:pt x="7388194" y="5747643"/>
                </a:lnTo>
                <a:cubicBezTo>
                  <a:pt x="7394673" y="5600312"/>
                  <a:pt x="7408288" y="5403219"/>
                  <a:pt x="7418499" y="5222729"/>
                </a:cubicBezTo>
                <a:lnTo>
                  <a:pt x="7423657" y="5110089"/>
                </a:lnTo>
                <a:lnTo>
                  <a:pt x="7423546" y="5108494"/>
                </a:lnTo>
                <a:cubicBezTo>
                  <a:pt x="7415013" y="5022597"/>
                  <a:pt x="7423107" y="4948522"/>
                  <a:pt x="7432488" y="4865081"/>
                </a:cubicBezTo>
                <a:lnTo>
                  <a:pt x="7434944" y="4839835"/>
                </a:lnTo>
                <a:lnTo>
                  <a:pt x="7446468" y="4533392"/>
                </a:lnTo>
                <a:lnTo>
                  <a:pt x="7451393" y="4444405"/>
                </a:lnTo>
                <a:lnTo>
                  <a:pt x="7452792" y="4369000"/>
                </a:lnTo>
                <a:cubicBezTo>
                  <a:pt x="7456399" y="4299508"/>
                  <a:pt x="7461880" y="4225826"/>
                  <a:pt x="7467684" y="4147390"/>
                </a:cubicBezTo>
                <a:lnTo>
                  <a:pt x="7468529" y="4134819"/>
                </a:lnTo>
                <a:lnTo>
                  <a:pt x="7474749" y="4022457"/>
                </a:lnTo>
                <a:cubicBezTo>
                  <a:pt x="7486761" y="3827436"/>
                  <a:pt x="7488925" y="3723247"/>
                  <a:pt x="7491004" y="3635061"/>
                </a:cubicBezTo>
                <a:lnTo>
                  <a:pt x="7494884" y="3517437"/>
                </a:lnTo>
                <a:lnTo>
                  <a:pt x="7495828" y="3418622"/>
                </a:lnTo>
                <a:cubicBezTo>
                  <a:pt x="7497240" y="3309715"/>
                  <a:pt x="7498160" y="3419030"/>
                  <a:pt x="7506750" y="3343682"/>
                </a:cubicBezTo>
                <a:cubicBezTo>
                  <a:pt x="7518204" y="3243220"/>
                  <a:pt x="7516336" y="3055065"/>
                  <a:pt x="7525951" y="2936418"/>
                </a:cubicBezTo>
                <a:lnTo>
                  <a:pt x="7534813" y="2833970"/>
                </a:lnTo>
                <a:lnTo>
                  <a:pt x="7532352" y="2800662"/>
                </a:lnTo>
                <a:cubicBezTo>
                  <a:pt x="7514081" y="2690206"/>
                  <a:pt x="7523290" y="2446875"/>
                  <a:pt x="7564353" y="2121889"/>
                </a:cubicBezTo>
                <a:cubicBezTo>
                  <a:pt x="7547341" y="1884377"/>
                  <a:pt x="7568318" y="1912421"/>
                  <a:pt x="7577154" y="1850379"/>
                </a:cubicBezTo>
                <a:cubicBezTo>
                  <a:pt x="7581572" y="1819359"/>
                  <a:pt x="7591071" y="1710763"/>
                  <a:pt x="7599517" y="1562404"/>
                </a:cubicBezTo>
                <a:close/>
                <a:moveTo>
                  <a:pt x="7874424" y="8000769"/>
                </a:moveTo>
                <a:cubicBezTo>
                  <a:pt x="7871731" y="8049105"/>
                  <a:pt x="7867675" y="8097299"/>
                  <a:pt x="7861848" y="8149768"/>
                </a:cubicBezTo>
                <a:lnTo>
                  <a:pt x="7836279" y="8334091"/>
                </a:lnTo>
                <a:lnTo>
                  <a:pt x="7837517" y="8388188"/>
                </a:lnTo>
                <a:cubicBezTo>
                  <a:pt x="7833709" y="8498858"/>
                  <a:pt x="7813687" y="8559099"/>
                  <a:pt x="7815317" y="8664434"/>
                </a:cubicBezTo>
                <a:cubicBezTo>
                  <a:pt x="7817490" y="8804881"/>
                  <a:pt x="7792433" y="9248932"/>
                  <a:pt x="7776915" y="9478962"/>
                </a:cubicBezTo>
                <a:cubicBezTo>
                  <a:pt x="7761398" y="9708991"/>
                  <a:pt x="7767167" y="9670771"/>
                  <a:pt x="7764115" y="9750471"/>
                </a:cubicBezTo>
                <a:cubicBezTo>
                  <a:pt x="7761062" y="9830172"/>
                  <a:pt x="7745949" y="9965210"/>
                  <a:pt x="7751314" y="10021982"/>
                </a:cubicBezTo>
                <a:cubicBezTo>
                  <a:pt x="7752655" y="10036175"/>
                  <a:pt x="7752193" y="10055330"/>
                  <a:pt x="7750827" y="10077307"/>
                </a:cubicBezTo>
                <a:lnTo>
                  <a:pt x="7745442" y="10143243"/>
                </a:lnTo>
                <a:lnTo>
                  <a:pt x="7744914" y="10157736"/>
                </a:lnTo>
                <a:cubicBezTo>
                  <a:pt x="7738672" y="10309525"/>
                  <a:pt x="7738054" y="10348121"/>
                  <a:pt x="7737706" y="10363411"/>
                </a:cubicBezTo>
                <a:lnTo>
                  <a:pt x="7736898" y="10372918"/>
                </a:lnTo>
                <a:lnTo>
                  <a:pt x="7736804" y="10377517"/>
                </a:lnTo>
                <a:cubicBezTo>
                  <a:pt x="7730556" y="10481851"/>
                  <a:pt x="7714200" y="10632731"/>
                  <a:pt x="7719312" y="10700755"/>
                </a:cubicBezTo>
                <a:cubicBezTo>
                  <a:pt x="7726130" y="10791454"/>
                  <a:pt x="7707440" y="11032336"/>
                  <a:pt x="7693711" y="11243776"/>
                </a:cubicBezTo>
                <a:cubicBezTo>
                  <a:pt x="7690279" y="11296635"/>
                  <a:pt x="7689069" y="11349823"/>
                  <a:pt x="7688557" y="11403788"/>
                </a:cubicBezTo>
                <a:lnTo>
                  <a:pt x="7688506" y="11412531"/>
                </a:lnTo>
                <a:lnTo>
                  <a:pt x="7690970" y="11480556"/>
                </a:lnTo>
                <a:cubicBezTo>
                  <a:pt x="7690970" y="11513355"/>
                  <a:pt x="7689870" y="11545290"/>
                  <a:pt x="7688040" y="11576410"/>
                </a:cubicBezTo>
                <a:lnTo>
                  <a:pt x="7686919" y="11588213"/>
                </a:lnTo>
                <a:lnTo>
                  <a:pt x="7681694" y="11740486"/>
                </a:lnTo>
                <a:cubicBezTo>
                  <a:pt x="7677887" y="11799351"/>
                  <a:pt x="7671733" y="11859889"/>
                  <a:pt x="7661709" y="11922549"/>
                </a:cubicBezTo>
                <a:lnTo>
                  <a:pt x="7652471" y="12004820"/>
                </a:lnTo>
                <a:lnTo>
                  <a:pt x="7655309" y="12058303"/>
                </a:lnTo>
                <a:cubicBezTo>
                  <a:pt x="7670885" y="12196150"/>
                  <a:pt x="7645531" y="12365764"/>
                  <a:pt x="7631555" y="12549409"/>
                </a:cubicBezTo>
                <a:lnTo>
                  <a:pt x="7630260" y="12578878"/>
                </a:lnTo>
                <a:lnTo>
                  <a:pt x="7629478" y="12650572"/>
                </a:lnTo>
                <a:cubicBezTo>
                  <a:pt x="7629200" y="12710667"/>
                  <a:pt x="7628673" y="12772315"/>
                  <a:pt x="7626108" y="12832867"/>
                </a:cubicBezTo>
                <a:lnTo>
                  <a:pt x="7620799" y="12892658"/>
                </a:lnTo>
                <a:lnTo>
                  <a:pt x="7615940" y="13194096"/>
                </a:lnTo>
                <a:cubicBezTo>
                  <a:pt x="7609944" y="13361949"/>
                  <a:pt x="7598937" y="13535842"/>
                  <a:pt x="7578505" y="13687360"/>
                </a:cubicBezTo>
                <a:cubicBezTo>
                  <a:pt x="7529857" y="13690606"/>
                  <a:pt x="7483275" y="13689924"/>
                  <a:pt x="7437611" y="13687241"/>
                </a:cubicBezTo>
                <a:cubicBezTo>
                  <a:pt x="7300618" y="13679194"/>
                  <a:pt x="7171877" y="13653136"/>
                  <a:pt x="7020325" y="13661044"/>
                </a:cubicBezTo>
                <a:cubicBezTo>
                  <a:pt x="7017831" y="13610610"/>
                  <a:pt x="7022743" y="13570583"/>
                  <a:pt x="7027423" y="13529240"/>
                </a:cubicBezTo>
                <a:lnTo>
                  <a:pt x="7032358" y="13475219"/>
                </a:lnTo>
                <a:lnTo>
                  <a:pt x="7033303" y="13460637"/>
                </a:lnTo>
                <a:lnTo>
                  <a:pt x="7033126" y="13389535"/>
                </a:lnTo>
                <a:cubicBezTo>
                  <a:pt x="7032270" y="13375610"/>
                  <a:pt x="7032286" y="13356822"/>
                  <a:pt x="7032976" y="13333792"/>
                </a:cubicBezTo>
                <a:lnTo>
                  <a:pt x="7036134" y="13267830"/>
                </a:lnTo>
                <a:lnTo>
                  <a:pt x="7005216" y="13266403"/>
                </a:lnTo>
                <a:lnTo>
                  <a:pt x="6941647" y="13260981"/>
                </a:lnTo>
                <a:lnTo>
                  <a:pt x="6819550" y="13261409"/>
                </a:lnTo>
                <a:cubicBezTo>
                  <a:pt x="6710156" y="13263348"/>
                  <a:pt x="6612274" y="13264509"/>
                  <a:pt x="6489892" y="13241901"/>
                </a:cubicBezTo>
                <a:lnTo>
                  <a:pt x="6460184" y="13237707"/>
                </a:lnTo>
                <a:lnTo>
                  <a:pt x="6417709" y="13238498"/>
                </a:lnTo>
                <a:cubicBezTo>
                  <a:pt x="6192283" y="13259673"/>
                  <a:pt x="6030620" y="13229976"/>
                  <a:pt x="5905867" y="13214366"/>
                </a:cubicBezTo>
                <a:lnTo>
                  <a:pt x="5851800" y="13209087"/>
                </a:lnTo>
                <a:lnTo>
                  <a:pt x="5744615" y="13202559"/>
                </a:lnTo>
                <a:cubicBezTo>
                  <a:pt x="5631395" y="13196407"/>
                  <a:pt x="5510681" y="13191301"/>
                  <a:pt x="5394025" y="13190235"/>
                </a:cubicBezTo>
                <a:cubicBezTo>
                  <a:pt x="5347941" y="13193492"/>
                  <a:pt x="5300862" y="13193484"/>
                  <a:pt x="5254179" y="13191673"/>
                </a:cubicBezTo>
                <a:lnTo>
                  <a:pt x="5166617" y="13185693"/>
                </a:lnTo>
                <a:lnTo>
                  <a:pt x="5045831" y="13183281"/>
                </a:lnTo>
                <a:cubicBezTo>
                  <a:pt x="4983605" y="13180816"/>
                  <a:pt x="4917038" y="13177359"/>
                  <a:pt x="4842764" y="13172396"/>
                </a:cubicBezTo>
                <a:lnTo>
                  <a:pt x="4682447" y="13159597"/>
                </a:lnTo>
                <a:lnTo>
                  <a:pt x="4498424" y="13150199"/>
                </a:lnTo>
                <a:lnTo>
                  <a:pt x="4287820" y="13138502"/>
                </a:lnTo>
                <a:lnTo>
                  <a:pt x="4285145" y="13138503"/>
                </a:lnTo>
                <a:cubicBezTo>
                  <a:pt x="4232777" y="13140309"/>
                  <a:pt x="4197872" y="13142754"/>
                  <a:pt x="4081610" y="13128360"/>
                </a:cubicBezTo>
                <a:cubicBezTo>
                  <a:pt x="3910273" y="13122502"/>
                  <a:pt x="3619999" y="13130558"/>
                  <a:pt x="3281038" y="13090616"/>
                </a:cubicBezTo>
                <a:cubicBezTo>
                  <a:pt x="3196297" y="13080630"/>
                  <a:pt x="3126366" y="13075667"/>
                  <a:pt x="3064645" y="13073296"/>
                </a:cubicBezTo>
                <a:lnTo>
                  <a:pt x="3002576" y="13072638"/>
                </a:lnTo>
                <a:lnTo>
                  <a:pt x="2913561" y="13073290"/>
                </a:lnTo>
                <a:cubicBezTo>
                  <a:pt x="2814437" y="13076581"/>
                  <a:pt x="2652982" y="13079597"/>
                  <a:pt x="2401719" y="13049159"/>
                </a:cubicBezTo>
                <a:lnTo>
                  <a:pt x="2316646" y="13042277"/>
                </a:lnTo>
                <a:lnTo>
                  <a:pt x="2259711" y="13042401"/>
                </a:lnTo>
                <a:cubicBezTo>
                  <a:pt x="2222480" y="13043293"/>
                  <a:pt x="2185327" y="13044196"/>
                  <a:pt x="2139672" y="13042716"/>
                </a:cubicBezTo>
                <a:lnTo>
                  <a:pt x="2083988" y="13038167"/>
                </a:lnTo>
                <a:lnTo>
                  <a:pt x="2060648" y="13038508"/>
                </a:lnTo>
                <a:cubicBezTo>
                  <a:pt x="2031813" y="13037707"/>
                  <a:pt x="2000712" y="13035019"/>
                  <a:pt x="1962061" y="13028431"/>
                </a:cubicBezTo>
                <a:cubicBezTo>
                  <a:pt x="1846106" y="13008665"/>
                  <a:pt x="1700642" y="13022680"/>
                  <a:pt x="1571805" y="13017643"/>
                </a:cubicBezTo>
                <a:lnTo>
                  <a:pt x="1453958" y="13004710"/>
                </a:lnTo>
                <a:lnTo>
                  <a:pt x="1322159" y="13009423"/>
                </a:lnTo>
                <a:cubicBezTo>
                  <a:pt x="1276644" y="13009708"/>
                  <a:pt x="1230279" y="13008681"/>
                  <a:pt x="1182441" y="13006361"/>
                </a:cubicBezTo>
                <a:lnTo>
                  <a:pt x="908681" y="12980472"/>
                </a:lnTo>
                <a:lnTo>
                  <a:pt x="776009" y="12981828"/>
                </a:lnTo>
                <a:cubicBezTo>
                  <a:pt x="581065" y="12975762"/>
                  <a:pt x="296896" y="12950003"/>
                  <a:pt x="0" y="12935927"/>
                </a:cubicBezTo>
                <a:cubicBezTo>
                  <a:pt x="1428" y="12865635"/>
                  <a:pt x="10579" y="12765825"/>
                  <a:pt x="18087" y="12663722"/>
                </a:cubicBezTo>
                <a:lnTo>
                  <a:pt x="19330" y="12642465"/>
                </a:lnTo>
                <a:lnTo>
                  <a:pt x="22377" y="12517247"/>
                </a:lnTo>
                <a:cubicBezTo>
                  <a:pt x="23508" y="12466631"/>
                  <a:pt x="24662" y="12418760"/>
                  <a:pt x="26316" y="12377747"/>
                </a:cubicBezTo>
                <a:cubicBezTo>
                  <a:pt x="66973" y="12377315"/>
                  <a:pt x="116556" y="12377599"/>
                  <a:pt x="171001" y="12378627"/>
                </a:cubicBezTo>
                <a:lnTo>
                  <a:pt x="204973" y="12379670"/>
                </a:lnTo>
                <a:lnTo>
                  <a:pt x="203834" y="12333556"/>
                </a:lnTo>
                <a:cubicBezTo>
                  <a:pt x="203815" y="12298702"/>
                  <a:pt x="204970" y="12263246"/>
                  <a:pt x="208317" y="12225891"/>
                </a:cubicBezTo>
                <a:lnTo>
                  <a:pt x="209038" y="12176803"/>
                </a:lnTo>
                <a:lnTo>
                  <a:pt x="208317" y="12153628"/>
                </a:lnTo>
                <a:cubicBezTo>
                  <a:pt x="201932" y="12033663"/>
                  <a:pt x="180721" y="11644054"/>
                  <a:pt x="208317" y="11352165"/>
                </a:cubicBezTo>
                <a:lnTo>
                  <a:pt x="216342" y="11207940"/>
                </a:lnTo>
                <a:lnTo>
                  <a:pt x="212069" y="11086383"/>
                </a:lnTo>
                <a:lnTo>
                  <a:pt x="208378" y="11023615"/>
                </a:lnTo>
                <a:lnTo>
                  <a:pt x="206034" y="10998595"/>
                </a:lnTo>
                <a:lnTo>
                  <a:pt x="206305" y="10988346"/>
                </a:lnTo>
                <a:lnTo>
                  <a:pt x="205404" y="10973030"/>
                </a:lnTo>
                <a:cubicBezTo>
                  <a:pt x="204143" y="10934302"/>
                  <a:pt x="204477" y="10892254"/>
                  <a:pt x="208317" y="10839755"/>
                </a:cubicBezTo>
                <a:cubicBezTo>
                  <a:pt x="215997" y="10734758"/>
                  <a:pt x="207548" y="10574861"/>
                  <a:pt x="201403" y="10420979"/>
                </a:cubicBezTo>
                <a:lnTo>
                  <a:pt x="197587" y="10259972"/>
                </a:lnTo>
                <a:lnTo>
                  <a:pt x="197140" y="10254157"/>
                </a:lnTo>
                <a:cubicBezTo>
                  <a:pt x="188417" y="10094934"/>
                  <a:pt x="188326" y="9907925"/>
                  <a:pt x="208317" y="9814934"/>
                </a:cubicBezTo>
                <a:lnTo>
                  <a:pt x="216848" y="9751557"/>
                </a:lnTo>
                <a:lnTo>
                  <a:pt x="214917" y="9679117"/>
                </a:lnTo>
                <a:cubicBezTo>
                  <a:pt x="211792" y="9609105"/>
                  <a:pt x="208118" y="9538642"/>
                  <a:pt x="206237" y="9474660"/>
                </a:cubicBezTo>
                <a:lnTo>
                  <a:pt x="207593" y="9366730"/>
                </a:lnTo>
                <a:lnTo>
                  <a:pt x="199807" y="9280101"/>
                </a:lnTo>
                <a:cubicBezTo>
                  <a:pt x="198723" y="9247422"/>
                  <a:pt x="199125" y="9213429"/>
                  <a:pt x="200203" y="9177534"/>
                </a:cubicBezTo>
                <a:lnTo>
                  <a:pt x="206831" y="8979137"/>
                </a:lnTo>
                <a:lnTo>
                  <a:pt x="203369" y="8850322"/>
                </a:lnTo>
                <a:cubicBezTo>
                  <a:pt x="202906" y="8789143"/>
                  <a:pt x="204035" y="8723456"/>
                  <a:pt x="208317" y="8652157"/>
                </a:cubicBezTo>
                <a:lnTo>
                  <a:pt x="209121" y="8606486"/>
                </a:lnTo>
                <a:lnTo>
                  <a:pt x="208317" y="8494492"/>
                </a:lnTo>
                <a:cubicBezTo>
                  <a:pt x="206618" y="8355158"/>
                  <a:pt x="180864" y="8017716"/>
                  <a:pt x="208317" y="7837556"/>
                </a:cubicBezTo>
                <a:cubicBezTo>
                  <a:pt x="220328" y="7758736"/>
                  <a:pt x="216418" y="7664842"/>
                  <a:pt x="210587" y="7571958"/>
                </a:cubicBezTo>
                <a:lnTo>
                  <a:pt x="202552" y="7441941"/>
                </a:lnTo>
                <a:lnTo>
                  <a:pt x="189727" y="7440815"/>
                </a:lnTo>
                <a:lnTo>
                  <a:pt x="201597" y="7352837"/>
                </a:lnTo>
                <a:lnTo>
                  <a:pt x="201326" y="7312418"/>
                </a:lnTo>
                <a:lnTo>
                  <a:pt x="205247" y="7279026"/>
                </a:lnTo>
                <a:lnTo>
                  <a:pt x="204054" y="7227891"/>
                </a:lnTo>
                <a:cubicBezTo>
                  <a:pt x="204987" y="7065810"/>
                  <a:pt x="217735" y="6944996"/>
                  <a:pt x="208317" y="6681348"/>
                </a:cubicBezTo>
                <a:cubicBezTo>
                  <a:pt x="195760" y="6329818"/>
                  <a:pt x="222927" y="6367695"/>
                  <a:pt x="208317" y="6241201"/>
                </a:cubicBezTo>
                <a:cubicBezTo>
                  <a:pt x="193707" y="6114706"/>
                  <a:pt x="187025" y="5706486"/>
                  <a:pt x="208317" y="5439739"/>
                </a:cubicBezTo>
                <a:cubicBezTo>
                  <a:pt x="256139" y="5434975"/>
                  <a:pt x="302411" y="5432083"/>
                  <a:pt x="348060" y="5430552"/>
                </a:cubicBezTo>
                <a:lnTo>
                  <a:pt x="410003" y="5430087"/>
                </a:lnTo>
                <a:lnTo>
                  <a:pt x="418502" y="5337888"/>
                </a:lnTo>
                <a:lnTo>
                  <a:pt x="438557" y="5161281"/>
                </a:lnTo>
                <a:lnTo>
                  <a:pt x="442659" y="5115840"/>
                </a:lnTo>
                <a:cubicBezTo>
                  <a:pt x="447368" y="5025113"/>
                  <a:pt x="452246" y="4950479"/>
                  <a:pt x="461412" y="4863188"/>
                </a:cubicBezTo>
                <a:lnTo>
                  <a:pt x="505239" y="4539413"/>
                </a:lnTo>
                <a:lnTo>
                  <a:pt x="509737" y="4407588"/>
                </a:lnTo>
                <a:cubicBezTo>
                  <a:pt x="517582" y="4285920"/>
                  <a:pt x="534269" y="4196858"/>
                  <a:pt x="550571" y="4113314"/>
                </a:cubicBezTo>
                <a:lnTo>
                  <a:pt x="554646" y="4090029"/>
                </a:lnTo>
                <a:lnTo>
                  <a:pt x="561309" y="4025192"/>
                </a:lnTo>
                <a:lnTo>
                  <a:pt x="590720" y="3788857"/>
                </a:lnTo>
                <a:lnTo>
                  <a:pt x="591860" y="3744366"/>
                </a:lnTo>
                <a:cubicBezTo>
                  <a:pt x="588858" y="3432412"/>
                  <a:pt x="633937" y="3301064"/>
                  <a:pt x="655093" y="3163122"/>
                </a:cubicBezTo>
                <a:lnTo>
                  <a:pt x="681483" y="2956249"/>
                </a:lnTo>
                <a:lnTo>
                  <a:pt x="687775" y="2862704"/>
                </a:lnTo>
                <a:cubicBezTo>
                  <a:pt x="690044" y="2755928"/>
                  <a:pt x="703797" y="2658825"/>
                  <a:pt x="717033" y="2573291"/>
                </a:cubicBezTo>
                <a:lnTo>
                  <a:pt x="727976" y="2500581"/>
                </a:lnTo>
                <a:lnTo>
                  <a:pt x="733957" y="2438199"/>
                </a:lnTo>
                <a:cubicBezTo>
                  <a:pt x="759758" y="2121566"/>
                  <a:pt x="766127" y="1976766"/>
                  <a:pt x="797189" y="1856955"/>
                </a:cubicBezTo>
                <a:lnTo>
                  <a:pt x="804411" y="1813579"/>
                </a:lnTo>
                <a:lnTo>
                  <a:pt x="806426" y="1772055"/>
                </a:lnTo>
                <a:cubicBezTo>
                  <a:pt x="805010" y="1725010"/>
                  <a:pt x="809651" y="1672168"/>
                  <a:pt x="817426" y="1614248"/>
                </a:cubicBezTo>
                <a:lnTo>
                  <a:pt x="830846" y="1529468"/>
                </a:lnTo>
                <a:lnTo>
                  <a:pt x="831613" y="1518192"/>
                </a:lnTo>
                <a:cubicBezTo>
                  <a:pt x="834772" y="1481277"/>
                  <a:pt x="838801" y="1447408"/>
                  <a:pt x="844792" y="1419390"/>
                </a:cubicBezTo>
                <a:cubicBezTo>
                  <a:pt x="850782" y="1391372"/>
                  <a:pt x="860760" y="1322128"/>
                  <a:pt x="872587" y="1229666"/>
                </a:cubicBezTo>
                <a:lnTo>
                  <a:pt x="889015" y="1090688"/>
                </a:lnTo>
                <a:lnTo>
                  <a:pt x="893105" y="975293"/>
                </a:lnTo>
                <a:cubicBezTo>
                  <a:pt x="893656" y="811471"/>
                  <a:pt x="909028" y="705068"/>
                  <a:pt x="926345" y="603024"/>
                </a:cubicBezTo>
                <a:lnTo>
                  <a:pt x="933258" y="561150"/>
                </a:lnTo>
                <a:lnTo>
                  <a:pt x="858541" y="558921"/>
                </a:lnTo>
                <a:cubicBezTo>
                  <a:pt x="799538" y="557728"/>
                  <a:pt x="746549" y="557931"/>
                  <a:pt x="704254" y="560161"/>
                </a:cubicBezTo>
                <a:cubicBezTo>
                  <a:pt x="712602" y="466890"/>
                  <a:pt x="713647" y="392034"/>
                  <a:pt x="715371" y="308151"/>
                </a:cubicBezTo>
                <a:lnTo>
                  <a:pt x="715472" y="303934"/>
                </a:lnTo>
                <a:lnTo>
                  <a:pt x="714783" y="263201"/>
                </a:lnTo>
                <a:cubicBezTo>
                  <a:pt x="714277" y="188214"/>
                  <a:pt x="716788" y="102164"/>
                  <a:pt x="730570" y="1981"/>
                </a:cubicBezTo>
                <a:cubicBezTo>
                  <a:pt x="896527" y="-4507"/>
                  <a:pt x="1354565" y="4144"/>
                  <a:pt x="1531143" y="39725"/>
                </a:cubicBezTo>
                <a:cubicBezTo>
                  <a:pt x="1873491" y="81537"/>
                  <a:pt x="1862079" y="39877"/>
                  <a:pt x="1970803" y="60454"/>
                </a:cubicBezTo>
                <a:cubicBezTo>
                  <a:pt x="2079526" y="81031"/>
                  <a:pt x="2333063" y="57284"/>
                  <a:pt x="2554827" y="87988"/>
                </a:cubicBezTo>
                <a:lnTo>
                  <a:pt x="2568380" y="89303"/>
                </a:lnTo>
                <a:lnTo>
                  <a:pt x="2582798" y="90482"/>
                </a:lnTo>
                <a:cubicBezTo>
                  <a:pt x="2620158" y="93025"/>
                  <a:pt x="2658717" y="94800"/>
                  <a:pt x="2699193" y="94794"/>
                </a:cubicBezTo>
                <a:lnTo>
                  <a:pt x="2820100" y="101286"/>
                </a:lnTo>
                <a:lnTo>
                  <a:pt x="2876316" y="100605"/>
                </a:lnTo>
                <a:cubicBezTo>
                  <a:pt x="2909170" y="101171"/>
                  <a:pt x="2946688" y="103270"/>
                  <a:pt x="2994486" y="108716"/>
                </a:cubicBezTo>
                <a:cubicBezTo>
                  <a:pt x="3090082" y="119609"/>
                  <a:pt x="3199948" y="126676"/>
                  <a:pt x="3313009" y="131355"/>
                </a:cubicBezTo>
                <a:lnTo>
                  <a:pt x="3331190" y="131801"/>
                </a:lnTo>
                <a:lnTo>
                  <a:pt x="3499766" y="132538"/>
                </a:lnTo>
                <a:cubicBezTo>
                  <a:pt x="3692722" y="126919"/>
                  <a:pt x="3787462" y="135416"/>
                  <a:pt x="3868619" y="144936"/>
                </a:cubicBezTo>
                <a:lnTo>
                  <a:pt x="3934517" y="152173"/>
                </a:lnTo>
                <a:lnTo>
                  <a:pt x="4070293" y="158162"/>
                </a:lnTo>
                <a:lnTo>
                  <a:pt x="4172751" y="163922"/>
                </a:lnTo>
                <a:lnTo>
                  <a:pt x="4353603" y="168721"/>
                </a:lnTo>
                <a:cubicBezTo>
                  <a:pt x="4416472" y="172445"/>
                  <a:pt x="4476759" y="177609"/>
                  <a:pt x="4535749" y="182610"/>
                </a:cubicBezTo>
                <a:lnTo>
                  <a:pt x="4557251" y="184202"/>
                </a:lnTo>
                <a:lnTo>
                  <a:pt x="4597323" y="186775"/>
                </a:lnTo>
                <a:lnTo>
                  <a:pt x="4629802" y="189573"/>
                </a:lnTo>
                <a:lnTo>
                  <a:pt x="4710105" y="195518"/>
                </a:lnTo>
                <a:cubicBezTo>
                  <a:pt x="4767779" y="198587"/>
                  <a:pt x="4825438" y="199888"/>
                  <a:pt x="4884363" y="197817"/>
                </a:cubicBezTo>
                <a:cubicBezTo>
                  <a:pt x="4943288" y="195746"/>
                  <a:pt x="4998421" y="197857"/>
                  <a:pt x="5054067" y="201992"/>
                </a:cubicBezTo>
                <a:lnTo>
                  <a:pt x="5194406" y="215246"/>
                </a:lnTo>
                <a:lnTo>
                  <a:pt x="5251840" y="215142"/>
                </a:lnTo>
                <a:cubicBezTo>
                  <a:pt x="5511808" y="204773"/>
                  <a:pt x="5646993" y="201168"/>
                  <a:pt x="5837202" y="222529"/>
                </a:cubicBezTo>
                <a:lnTo>
                  <a:pt x="5946657" y="237968"/>
                </a:lnTo>
                <a:lnTo>
                  <a:pt x="5950773" y="238098"/>
                </a:lnTo>
                <a:cubicBezTo>
                  <a:pt x="6191225" y="250202"/>
                  <a:pt x="6359012" y="283742"/>
                  <a:pt x="6485510" y="273305"/>
                </a:cubicBezTo>
                <a:cubicBezTo>
                  <a:pt x="6527675" y="269826"/>
                  <a:pt x="6567715" y="269723"/>
                  <a:pt x="6608443" y="271545"/>
                </a:cubicBezTo>
                <a:lnTo>
                  <a:pt x="6728551" y="280807"/>
                </a:lnTo>
                <a:lnTo>
                  <a:pt x="6952792" y="285979"/>
                </a:lnTo>
                <a:cubicBezTo>
                  <a:pt x="7021071" y="288856"/>
                  <a:pt x="7087323" y="292417"/>
                  <a:pt x="7145860" y="296651"/>
                </a:cubicBezTo>
                <a:lnTo>
                  <a:pt x="7232501" y="305332"/>
                </a:lnTo>
                <a:lnTo>
                  <a:pt x="7283877" y="306748"/>
                </a:lnTo>
                <a:cubicBezTo>
                  <a:pt x="7356429" y="310063"/>
                  <a:pt x="7429921" y="314440"/>
                  <a:pt x="7503858" y="319029"/>
                </a:cubicBezTo>
                <a:lnTo>
                  <a:pt x="7529293" y="320577"/>
                </a:lnTo>
                <a:lnTo>
                  <a:pt x="7559503" y="320688"/>
                </a:lnTo>
                <a:lnTo>
                  <a:pt x="7632017" y="321303"/>
                </a:lnTo>
                <a:lnTo>
                  <a:pt x="7639949" y="244636"/>
                </a:lnTo>
                <a:cubicBezTo>
                  <a:pt x="7645569" y="196440"/>
                  <a:pt x="7652304" y="143833"/>
                  <a:pt x="7660358" y="85567"/>
                </a:cubicBezTo>
                <a:lnTo>
                  <a:pt x="7826217" y="100623"/>
                </a:lnTo>
                <a:lnTo>
                  <a:pt x="7928974" y="103170"/>
                </a:lnTo>
                <a:cubicBezTo>
                  <a:pt x="8015404" y="103574"/>
                  <a:pt x="8105327" y="102496"/>
                  <a:pt x="8218538" y="111883"/>
                </a:cubicBezTo>
                <a:cubicBezTo>
                  <a:pt x="8218989" y="431453"/>
                  <a:pt x="8220053" y="621197"/>
                  <a:pt x="8180136" y="926412"/>
                </a:cubicBezTo>
                <a:lnTo>
                  <a:pt x="8178278" y="943843"/>
                </a:lnTo>
                <a:lnTo>
                  <a:pt x="8173736" y="1062167"/>
                </a:lnTo>
                <a:cubicBezTo>
                  <a:pt x="8169456" y="1235006"/>
                  <a:pt x="8156851" y="1368713"/>
                  <a:pt x="8147618" y="1477203"/>
                </a:cubicBezTo>
                <a:lnTo>
                  <a:pt x="8144708" y="1520170"/>
                </a:lnTo>
                <a:lnTo>
                  <a:pt x="8141734" y="1740941"/>
                </a:lnTo>
                <a:cubicBezTo>
                  <a:pt x="8146339" y="1776928"/>
                  <a:pt x="8145361" y="1831626"/>
                  <a:pt x="8141424" y="1899102"/>
                </a:cubicBezTo>
                <a:lnTo>
                  <a:pt x="8136786" y="1959396"/>
                </a:lnTo>
                <a:lnTo>
                  <a:pt x="8131071" y="2211707"/>
                </a:lnTo>
                <a:cubicBezTo>
                  <a:pt x="8125243" y="2353474"/>
                  <a:pt x="8116570" y="2474072"/>
                  <a:pt x="8103332" y="2555469"/>
                </a:cubicBezTo>
                <a:lnTo>
                  <a:pt x="8099278" y="2587267"/>
                </a:lnTo>
                <a:lnTo>
                  <a:pt x="8096932" y="2691225"/>
                </a:lnTo>
                <a:cubicBezTo>
                  <a:pt x="8100773" y="2872731"/>
                  <a:pt x="8098928" y="2954614"/>
                  <a:pt x="8093846" y="3018056"/>
                </a:cubicBezTo>
                <a:lnTo>
                  <a:pt x="8080027" y="3150738"/>
                </a:lnTo>
                <a:lnTo>
                  <a:pt x="8083036" y="3219195"/>
                </a:lnTo>
                <a:cubicBezTo>
                  <a:pt x="8086040" y="3335058"/>
                  <a:pt x="8080539" y="3446250"/>
                  <a:pt x="8052130" y="3641508"/>
                </a:cubicBezTo>
                <a:cubicBezTo>
                  <a:pt x="8059120" y="3781225"/>
                  <a:pt x="8037394" y="3801762"/>
                  <a:pt x="8039329" y="3913017"/>
                </a:cubicBezTo>
                <a:cubicBezTo>
                  <a:pt x="8040296" y="3968645"/>
                  <a:pt x="8036035" y="4011524"/>
                  <a:pt x="8032063" y="4052994"/>
                </a:cubicBezTo>
                <a:lnTo>
                  <a:pt x="8029431" y="4085585"/>
                </a:lnTo>
                <a:lnTo>
                  <a:pt x="8026528" y="4184527"/>
                </a:lnTo>
                <a:cubicBezTo>
                  <a:pt x="8030772" y="4284525"/>
                  <a:pt x="8009404" y="4375527"/>
                  <a:pt x="8013728" y="4456036"/>
                </a:cubicBezTo>
                <a:cubicBezTo>
                  <a:pt x="8016970" y="4516418"/>
                  <a:pt x="8014212" y="4686496"/>
                  <a:pt x="8002683" y="4846645"/>
                </a:cubicBezTo>
                <a:lnTo>
                  <a:pt x="8002656" y="4846925"/>
                </a:lnTo>
                <a:lnTo>
                  <a:pt x="8003183" y="4883288"/>
                </a:lnTo>
                <a:cubicBezTo>
                  <a:pt x="7999644" y="5005226"/>
                  <a:pt x="7982164" y="5041576"/>
                  <a:pt x="7981726" y="5134810"/>
                </a:cubicBezTo>
                <a:cubicBezTo>
                  <a:pt x="7981142" y="5259121"/>
                  <a:pt x="7955897" y="5816941"/>
                  <a:pt x="7936924" y="6085093"/>
                </a:cubicBezTo>
                <a:lnTo>
                  <a:pt x="7912284" y="6383687"/>
                </a:lnTo>
                <a:lnTo>
                  <a:pt x="7917723" y="6492358"/>
                </a:lnTo>
                <a:cubicBezTo>
                  <a:pt x="7923754" y="6573932"/>
                  <a:pt x="7923370" y="6644463"/>
                  <a:pt x="7919551" y="6711786"/>
                </a:cubicBezTo>
                <a:lnTo>
                  <a:pt x="7906986" y="6845714"/>
                </a:lnTo>
                <a:lnTo>
                  <a:pt x="7907143" y="6851964"/>
                </a:lnTo>
                <a:cubicBezTo>
                  <a:pt x="7905559" y="6945703"/>
                  <a:pt x="7893759" y="7054790"/>
                  <a:pt x="7882554" y="7165023"/>
                </a:cubicBezTo>
                <a:lnTo>
                  <a:pt x="7873262" y="7274902"/>
                </a:lnTo>
                <a:lnTo>
                  <a:pt x="7873080" y="7278994"/>
                </a:lnTo>
                <a:cubicBezTo>
                  <a:pt x="7871898" y="7329121"/>
                  <a:pt x="7871721" y="7383344"/>
                  <a:pt x="7872920" y="7442641"/>
                </a:cubicBezTo>
                <a:cubicBezTo>
                  <a:pt x="7878318" y="7709478"/>
                  <a:pt x="7882503" y="7855761"/>
                  <a:pt x="7874424" y="8000769"/>
                </a:cubicBezTo>
                <a:close/>
              </a:path>
            </a:pathLst>
          </a:custGeom>
          <a:ln w="7620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US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152BB230-A8D2-484D-BB4D-C0BA6815EAFB}"/>
              </a:ext>
            </a:extLst>
          </p:cNvPr>
          <p:cNvSpPr/>
          <p:nvPr/>
        </p:nvSpPr>
        <p:spPr>
          <a:xfrm rot="1102518">
            <a:off x="11913932" y="2749685"/>
            <a:ext cx="558800" cy="5767531"/>
          </a:xfrm>
          <a:custGeom>
            <a:avLst/>
            <a:gdLst>
              <a:gd name="connsiteX0" fmla="*/ 0 w 558800"/>
              <a:gd name="connsiteY0" fmla="*/ 0 h 5767531"/>
              <a:gd name="connsiteX1" fmla="*/ 558800 w 558800"/>
              <a:gd name="connsiteY1" fmla="*/ 0 h 5767531"/>
              <a:gd name="connsiteX2" fmla="*/ 558800 w 558800"/>
              <a:gd name="connsiteY2" fmla="*/ 756187 h 5767531"/>
              <a:gd name="connsiteX3" fmla="*/ 558800 w 558800"/>
              <a:gd name="connsiteY3" fmla="*/ 1281674 h 5767531"/>
              <a:gd name="connsiteX4" fmla="*/ 558800 w 558800"/>
              <a:gd name="connsiteY4" fmla="*/ 1749484 h 5767531"/>
              <a:gd name="connsiteX5" fmla="*/ 558800 w 558800"/>
              <a:gd name="connsiteY5" fmla="*/ 2274971 h 5767531"/>
              <a:gd name="connsiteX6" fmla="*/ 558800 w 558800"/>
              <a:gd name="connsiteY6" fmla="*/ 3031158 h 5767531"/>
              <a:gd name="connsiteX7" fmla="*/ 558800 w 558800"/>
              <a:gd name="connsiteY7" fmla="*/ 3729670 h 5767531"/>
              <a:gd name="connsiteX8" fmla="*/ 558800 w 558800"/>
              <a:gd name="connsiteY8" fmla="*/ 4255156 h 5767531"/>
              <a:gd name="connsiteX9" fmla="*/ 558800 w 558800"/>
              <a:gd name="connsiteY9" fmla="*/ 4838318 h 5767531"/>
              <a:gd name="connsiteX10" fmla="*/ 558800 w 558800"/>
              <a:gd name="connsiteY10" fmla="*/ 5767531 h 5767531"/>
              <a:gd name="connsiteX11" fmla="*/ 0 w 558800"/>
              <a:gd name="connsiteY11" fmla="*/ 5767531 h 5767531"/>
              <a:gd name="connsiteX12" fmla="*/ 0 w 558800"/>
              <a:gd name="connsiteY12" fmla="*/ 5011344 h 5767531"/>
              <a:gd name="connsiteX13" fmla="*/ 0 w 558800"/>
              <a:gd name="connsiteY13" fmla="*/ 4485857 h 5767531"/>
              <a:gd name="connsiteX14" fmla="*/ 0 w 558800"/>
              <a:gd name="connsiteY14" fmla="*/ 3787345 h 5767531"/>
              <a:gd name="connsiteX15" fmla="*/ 0 w 558800"/>
              <a:gd name="connsiteY15" fmla="*/ 3319535 h 5767531"/>
              <a:gd name="connsiteX16" fmla="*/ 0 w 558800"/>
              <a:gd name="connsiteY16" fmla="*/ 2678698 h 5767531"/>
              <a:gd name="connsiteX17" fmla="*/ 0 w 558800"/>
              <a:gd name="connsiteY17" fmla="*/ 2095536 h 5767531"/>
              <a:gd name="connsiteX18" fmla="*/ 0 w 558800"/>
              <a:gd name="connsiteY18" fmla="*/ 1512375 h 5767531"/>
              <a:gd name="connsiteX19" fmla="*/ 0 w 558800"/>
              <a:gd name="connsiteY19" fmla="*/ 813863 h 5767531"/>
              <a:gd name="connsiteX20" fmla="*/ 0 w 558800"/>
              <a:gd name="connsiteY20" fmla="*/ 0 h 5767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58800" h="5767531" fill="none" extrusionOk="0">
                <a:moveTo>
                  <a:pt x="0" y="0"/>
                </a:moveTo>
                <a:cubicBezTo>
                  <a:pt x="177226" y="19536"/>
                  <a:pt x="338305" y="2290"/>
                  <a:pt x="558800" y="0"/>
                </a:cubicBezTo>
                <a:cubicBezTo>
                  <a:pt x="592364" y="261308"/>
                  <a:pt x="526171" y="571455"/>
                  <a:pt x="558800" y="756187"/>
                </a:cubicBezTo>
                <a:cubicBezTo>
                  <a:pt x="591429" y="940919"/>
                  <a:pt x="550454" y="1167165"/>
                  <a:pt x="558800" y="1281674"/>
                </a:cubicBezTo>
                <a:cubicBezTo>
                  <a:pt x="567146" y="1396183"/>
                  <a:pt x="558582" y="1554307"/>
                  <a:pt x="558800" y="1749484"/>
                </a:cubicBezTo>
                <a:cubicBezTo>
                  <a:pt x="559019" y="1944661"/>
                  <a:pt x="566147" y="2107911"/>
                  <a:pt x="558800" y="2274971"/>
                </a:cubicBezTo>
                <a:cubicBezTo>
                  <a:pt x="551453" y="2442031"/>
                  <a:pt x="536796" y="2766657"/>
                  <a:pt x="558800" y="3031158"/>
                </a:cubicBezTo>
                <a:cubicBezTo>
                  <a:pt x="580804" y="3295659"/>
                  <a:pt x="579105" y="3586615"/>
                  <a:pt x="558800" y="3729670"/>
                </a:cubicBezTo>
                <a:cubicBezTo>
                  <a:pt x="538495" y="3872725"/>
                  <a:pt x="535656" y="4055999"/>
                  <a:pt x="558800" y="4255156"/>
                </a:cubicBezTo>
                <a:cubicBezTo>
                  <a:pt x="581944" y="4454313"/>
                  <a:pt x="530313" y="4619533"/>
                  <a:pt x="558800" y="4838318"/>
                </a:cubicBezTo>
                <a:cubicBezTo>
                  <a:pt x="587287" y="5057103"/>
                  <a:pt x="581599" y="5342364"/>
                  <a:pt x="558800" y="5767531"/>
                </a:cubicBezTo>
                <a:cubicBezTo>
                  <a:pt x="340398" y="5760939"/>
                  <a:pt x="198526" y="5752536"/>
                  <a:pt x="0" y="5767531"/>
                </a:cubicBezTo>
                <a:cubicBezTo>
                  <a:pt x="29142" y="5499325"/>
                  <a:pt x="35636" y="5203428"/>
                  <a:pt x="0" y="5011344"/>
                </a:cubicBezTo>
                <a:cubicBezTo>
                  <a:pt x="-35636" y="4819260"/>
                  <a:pt x="19278" y="4686838"/>
                  <a:pt x="0" y="4485857"/>
                </a:cubicBezTo>
                <a:cubicBezTo>
                  <a:pt x="-19278" y="4284876"/>
                  <a:pt x="24456" y="4033822"/>
                  <a:pt x="0" y="3787345"/>
                </a:cubicBezTo>
                <a:cubicBezTo>
                  <a:pt x="-24456" y="3540868"/>
                  <a:pt x="22833" y="3443022"/>
                  <a:pt x="0" y="3319535"/>
                </a:cubicBezTo>
                <a:cubicBezTo>
                  <a:pt x="-22833" y="3196048"/>
                  <a:pt x="29109" y="2808532"/>
                  <a:pt x="0" y="2678698"/>
                </a:cubicBezTo>
                <a:cubicBezTo>
                  <a:pt x="-29109" y="2548864"/>
                  <a:pt x="-22337" y="2219581"/>
                  <a:pt x="0" y="2095536"/>
                </a:cubicBezTo>
                <a:cubicBezTo>
                  <a:pt x="22337" y="1971491"/>
                  <a:pt x="8659" y="1739563"/>
                  <a:pt x="0" y="1512375"/>
                </a:cubicBezTo>
                <a:cubicBezTo>
                  <a:pt x="-8659" y="1285187"/>
                  <a:pt x="-10475" y="1055587"/>
                  <a:pt x="0" y="813863"/>
                </a:cubicBezTo>
                <a:cubicBezTo>
                  <a:pt x="10475" y="572139"/>
                  <a:pt x="12903" y="303059"/>
                  <a:pt x="0" y="0"/>
                </a:cubicBezTo>
                <a:close/>
              </a:path>
              <a:path w="558800" h="5767531" stroke="0" extrusionOk="0">
                <a:moveTo>
                  <a:pt x="0" y="0"/>
                </a:moveTo>
                <a:cubicBezTo>
                  <a:pt x="150929" y="-3634"/>
                  <a:pt x="330826" y="2046"/>
                  <a:pt x="558800" y="0"/>
                </a:cubicBezTo>
                <a:cubicBezTo>
                  <a:pt x="578570" y="239527"/>
                  <a:pt x="533654" y="303524"/>
                  <a:pt x="558800" y="525486"/>
                </a:cubicBezTo>
                <a:cubicBezTo>
                  <a:pt x="583946" y="747448"/>
                  <a:pt x="571040" y="859837"/>
                  <a:pt x="558800" y="1166323"/>
                </a:cubicBezTo>
                <a:cubicBezTo>
                  <a:pt x="546560" y="1472809"/>
                  <a:pt x="571437" y="1619595"/>
                  <a:pt x="558800" y="1749484"/>
                </a:cubicBezTo>
                <a:cubicBezTo>
                  <a:pt x="546163" y="1879373"/>
                  <a:pt x="563430" y="2140430"/>
                  <a:pt x="558800" y="2332646"/>
                </a:cubicBezTo>
                <a:cubicBezTo>
                  <a:pt x="554170" y="2524862"/>
                  <a:pt x="534951" y="2743278"/>
                  <a:pt x="558800" y="2858132"/>
                </a:cubicBezTo>
                <a:cubicBezTo>
                  <a:pt x="582649" y="2972986"/>
                  <a:pt x="540017" y="3121886"/>
                  <a:pt x="558800" y="3325943"/>
                </a:cubicBezTo>
                <a:cubicBezTo>
                  <a:pt x="577583" y="3530000"/>
                  <a:pt x="581931" y="3609572"/>
                  <a:pt x="558800" y="3793754"/>
                </a:cubicBezTo>
                <a:cubicBezTo>
                  <a:pt x="535669" y="3977936"/>
                  <a:pt x="525726" y="4205493"/>
                  <a:pt x="558800" y="4492266"/>
                </a:cubicBezTo>
                <a:cubicBezTo>
                  <a:pt x="591874" y="4779039"/>
                  <a:pt x="550194" y="4818503"/>
                  <a:pt x="558800" y="4960077"/>
                </a:cubicBezTo>
                <a:cubicBezTo>
                  <a:pt x="567406" y="5101651"/>
                  <a:pt x="559189" y="5477271"/>
                  <a:pt x="558800" y="5767531"/>
                </a:cubicBezTo>
                <a:cubicBezTo>
                  <a:pt x="419587" y="5741516"/>
                  <a:pt x="213371" y="5764550"/>
                  <a:pt x="0" y="5767531"/>
                </a:cubicBezTo>
                <a:cubicBezTo>
                  <a:pt x="25426" y="5605747"/>
                  <a:pt x="-21000" y="5293021"/>
                  <a:pt x="0" y="5069019"/>
                </a:cubicBezTo>
                <a:cubicBezTo>
                  <a:pt x="21000" y="4845017"/>
                  <a:pt x="30573" y="4636257"/>
                  <a:pt x="0" y="4312832"/>
                </a:cubicBezTo>
                <a:cubicBezTo>
                  <a:pt x="-30573" y="3989407"/>
                  <a:pt x="-17618" y="4006017"/>
                  <a:pt x="0" y="3729670"/>
                </a:cubicBezTo>
                <a:cubicBezTo>
                  <a:pt x="17618" y="3453323"/>
                  <a:pt x="-16188" y="3371636"/>
                  <a:pt x="0" y="3088833"/>
                </a:cubicBezTo>
                <a:cubicBezTo>
                  <a:pt x="16188" y="2806030"/>
                  <a:pt x="34630" y="2525527"/>
                  <a:pt x="0" y="2332646"/>
                </a:cubicBezTo>
                <a:cubicBezTo>
                  <a:pt x="-34630" y="2139765"/>
                  <a:pt x="12068" y="1995268"/>
                  <a:pt x="0" y="1864835"/>
                </a:cubicBezTo>
                <a:cubicBezTo>
                  <a:pt x="-12068" y="1734402"/>
                  <a:pt x="-36980" y="1375256"/>
                  <a:pt x="0" y="1108648"/>
                </a:cubicBezTo>
                <a:cubicBezTo>
                  <a:pt x="36980" y="842040"/>
                  <a:pt x="21146" y="386327"/>
                  <a:pt x="0" y="0"/>
                </a:cubicBezTo>
                <a:close/>
              </a:path>
            </a:pathLst>
          </a:custGeom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11162464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FB88393-290C-4C89-ADB8-06701C20853C}"/>
              </a:ext>
            </a:extLst>
          </p:cNvPr>
          <p:cNvSpPr/>
          <p:nvPr/>
        </p:nvSpPr>
        <p:spPr>
          <a:xfrm rot="1778673">
            <a:off x="11418972" y="3046544"/>
            <a:ext cx="558800" cy="5767532"/>
          </a:xfrm>
          <a:custGeom>
            <a:avLst/>
            <a:gdLst>
              <a:gd name="connsiteX0" fmla="*/ 0 w 558800"/>
              <a:gd name="connsiteY0" fmla="*/ 0 h 5767532"/>
              <a:gd name="connsiteX1" fmla="*/ 558800 w 558800"/>
              <a:gd name="connsiteY1" fmla="*/ 0 h 5767532"/>
              <a:gd name="connsiteX2" fmla="*/ 558800 w 558800"/>
              <a:gd name="connsiteY2" fmla="*/ 467811 h 5767532"/>
              <a:gd name="connsiteX3" fmla="*/ 558800 w 558800"/>
              <a:gd name="connsiteY3" fmla="*/ 1166323 h 5767532"/>
              <a:gd name="connsiteX4" fmla="*/ 558800 w 558800"/>
              <a:gd name="connsiteY4" fmla="*/ 1749485 h 5767532"/>
              <a:gd name="connsiteX5" fmla="*/ 558800 w 558800"/>
              <a:gd name="connsiteY5" fmla="*/ 2390322 h 5767532"/>
              <a:gd name="connsiteX6" fmla="*/ 558800 w 558800"/>
              <a:gd name="connsiteY6" fmla="*/ 3031158 h 5767532"/>
              <a:gd name="connsiteX7" fmla="*/ 558800 w 558800"/>
              <a:gd name="connsiteY7" fmla="*/ 3614320 h 5767532"/>
              <a:gd name="connsiteX8" fmla="*/ 558800 w 558800"/>
              <a:gd name="connsiteY8" fmla="*/ 4312832 h 5767532"/>
              <a:gd name="connsiteX9" fmla="*/ 558800 w 558800"/>
              <a:gd name="connsiteY9" fmla="*/ 4780643 h 5767532"/>
              <a:gd name="connsiteX10" fmla="*/ 558800 w 558800"/>
              <a:gd name="connsiteY10" fmla="*/ 5767532 h 5767532"/>
              <a:gd name="connsiteX11" fmla="*/ 0 w 558800"/>
              <a:gd name="connsiteY11" fmla="*/ 5767532 h 5767532"/>
              <a:gd name="connsiteX12" fmla="*/ 0 w 558800"/>
              <a:gd name="connsiteY12" fmla="*/ 5011344 h 5767532"/>
              <a:gd name="connsiteX13" fmla="*/ 0 w 558800"/>
              <a:gd name="connsiteY13" fmla="*/ 4312832 h 5767532"/>
              <a:gd name="connsiteX14" fmla="*/ 0 w 558800"/>
              <a:gd name="connsiteY14" fmla="*/ 3845021 h 5767532"/>
              <a:gd name="connsiteX15" fmla="*/ 0 w 558800"/>
              <a:gd name="connsiteY15" fmla="*/ 3377210 h 5767532"/>
              <a:gd name="connsiteX16" fmla="*/ 0 w 558800"/>
              <a:gd name="connsiteY16" fmla="*/ 2851724 h 5767532"/>
              <a:gd name="connsiteX17" fmla="*/ 0 w 558800"/>
              <a:gd name="connsiteY17" fmla="*/ 2326238 h 5767532"/>
              <a:gd name="connsiteX18" fmla="*/ 0 w 558800"/>
              <a:gd name="connsiteY18" fmla="*/ 1743076 h 5767532"/>
              <a:gd name="connsiteX19" fmla="*/ 0 w 558800"/>
              <a:gd name="connsiteY19" fmla="*/ 1044564 h 5767532"/>
              <a:gd name="connsiteX20" fmla="*/ 0 w 558800"/>
              <a:gd name="connsiteY20" fmla="*/ 0 h 5767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58800" h="5767532" fill="none" extrusionOk="0">
                <a:moveTo>
                  <a:pt x="0" y="0"/>
                </a:moveTo>
                <a:cubicBezTo>
                  <a:pt x="131971" y="-5100"/>
                  <a:pt x="434929" y="-3306"/>
                  <a:pt x="558800" y="0"/>
                </a:cubicBezTo>
                <a:cubicBezTo>
                  <a:pt x="577279" y="169820"/>
                  <a:pt x="571919" y="239510"/>
                  <a:pt x="558800" y="467811"/>
                </a:cubicBezTo>
                <a:cubicBezTo>
                  <a:pt x="545681" y="696112"/>
                  <a:pt x="573486" y="920323"/>
                  <a:pt x="558800" y="1166323"/>
                </a:cubicBezTo>
                <a:cubicBezTo>
                  <a:pt x="544114" y="1412323"/>
                  <a:pt x="563167" y="1540783"/>
                  <a:pt x="558800" y="1749485"/>
                </a:cubicBezTo>
                <a:cubicBezTo>
                  <a:pt x="554433" y="1958187"/>
                  <a:pt x="577820" y="2199450"/>
                  <a:pt x="558800" y="2390322"/>
                </a:cubicBezTo>
                <a:cubicBezTo>
                  <a:pt x="539780" y="2581194"/>
                  <a:pt x="588945" y="2788841"/>
                  <a:pt x="558800" y="3031158"/>
                </a:cubicBezTo>
                <a:cubicBezTo>
                  <a:pt x="528655" y="3273475"/>
                  <a:pt x="546976" y="3446377"/>
                  <a:pt x="558800" y="3614320"/>
                </a:cubicBezTo>
                <a:cubicBezTo>
                  <a:pt x="570624" y="3782263"/>
                  <a:pt x="586164" y="4090385"/>
                  <a:pt x="558800" y="4312832"/>
                </a:cubicBezTo>
                <a:cubicBezTo>
                  <a:pt x="531436" y="4535279"/>
                  <a:pt x="564354" y="4607965"/>
                  <a:pt x="558800" y="4780643"/>
                </a:cubicBezTo>
                <a:cubicBezTo>
                  <a:pt x="553246" y="4953321"/>
                  <a:pt x="595991" y="5479028"/>
                  <a:pt x="558800" y="5767532"/>
                </a:cubicBezTo>
                <a:cubicBezTo>
                  <a:pt x="348508" y="5750972"/>
                  <a:pt x="170260" y="5785433"/>
                  <a:pt x="0" y="5767532"/>
                </a:cubicBezTo>
                <a:cubicBezTo>
                  <a:pt x="10677" y="5519458"/>
                  <a:pt x="-18416" y="5306657"/>
                  <a:pt x="0" y="5011344"/>
                </a:cubicBezTo>
                <a:cubicBezTo>
                  <a:pt x="18416" y="4716031"/>
                  <a:pt x="-9402" y="4564597"/>
                  <a:pt x="0" y="4312832"/>
                </a:cubicBezTo>
                <a:cubicBezTo>
                  <a:pt x="9402" y="4061067"/>
                  <a:pt x="11105" y="3958767"/>
                  <a:pt x="0" y="3845021"/>
                </a:cubicBezTo>
                <a:cubicBezTo>
                  <a:pt x="-11105" y="3731275"/>
                  <a:pt x="-19971" y="3476946"/>
                  <a:pt x="0" y="3377210"/>
                </a:cubicBezTo>
                <a:cubicBezTo>
                  <a:pt x="19971" y="3277474"/>
                  <a:pt x="-5416" y="3018590"/>
                  <a:pt x="0" y="2851724"/>
                </a:cubicBezTo>
                <a:cubicBezTo>
                  <a:pt x="5416" y="2684858"/>
                  <a:pt x="-18827" y="2432806"/>
                  <a:pt x="0" y="2326238"/>
                </a:cubicBezTo>
                <a:cubicBezTo>
                  <a:pt x="18827" y="2219670"/>
                  <a:pt x="-6263" y="1884282"/>
                  <a:pt x="0" y="1743076"/>
                </a:cubicBezTo>
                <a:cubicBezTo>
                  <a:pt x="6263" y="1601870"/>
                  <a:pt x="-27938" y="1284816"/>
                  <a:pt x="0" y="1044564"/>
                </a:cubicBezTo>
                <a:cubicBezTo>
                  <a:pt x="27938" y="804312"/>
                  <a:pt x="-41505" y="359697"/>
                  <a:pt x="0" y="0"/>
                </a:cubicBezTo>
                <a:close/>
              </a:path>
              <a:path w="558800" h="5767532" stroke="0" extrusionOk="0">
                <a:moveTo>
                  <a:pt x="0" y="0"/>
                </a:moveTo>
                <a:cubicBezTo>
                  <a:pt x="216067" y="4288"/>
                  <a:pt x="298087" y="25874"/>
                  <a:pt x="558800" y="0"/>
                </a:cubicBezTo>
                <a:cubicBezTo>
                  <a:pt x="552217" y="185138"/>
                  <a:pt x="532662" y="325037"/>
                  <a:pt x="558800" y="525486"/>
                </a:cubicBezTo>
                <a:cubicBezTo>
                  <a:pt x="584938" y="725935"/>
                  <a:pt x="572687" y="919586"/>
                  <a:pt x="558800" y="1108648"/>
                </a:cubicBezTo>
                <a:cubicBezTo>
                  <a:pt x="544913" y="1297710"/>
                  <a:pt x="568583" y="1522262"/>
                  <a:pt x="558800" y="1634134"/>
                </a:cubicBezTo>
                <a:cubicBezTo>
                  <a:pt x="549017" y="1746006"/>
                  <a:pt x="548791" y="1968063"/>
                  <a:pt x="558800" y="2101945"/>
                </a:cubicBezTo>
                <a:cubicBezTo>
                  <a:pt x="568809" y="2235827"/>
                  <a:pt x="557559" y="2623373"/>
                  <a:pt x="558800" y="2800457"/>
                </a:cubicBezTo>
                <a:cubicBezTo>
                  <a:pt x="560041" y="2977541"/>
                  <a:pt x="555849" y="3147786"/>
                  <a:pt x="558800" y="3383619"/>
                </a:cubicBezTo>
                <a:cubicBezTo>
                  <a:pt x="561751" y="3619452"/>
                  <a:pt x="551563" y="3707111"/>
                  <a:pt x="558800" y="3966780"/>
                </a:cubicBezTo>
                <a:cubicBezTo>
                  <a:pt x="566037" y="4226449"/>
                  <a:pt x="562590" y="4326793"/>
                  <a:pt x="558800" y="4549942"/>
                </a:cubicBezTo>
                <a:cubicBezTo>
                  <a:pt x="555010" y="4773091"/>
                  <a:pt x="546185" y="4890187"/>
                  <a:pt x="558800" y="5075428"/>
                </a:cubicBezTo>
                <a:cubicBezTo>
                  <a:pt x="571415" y="5260669"/>
                  <a:pt x="581823" y="5552157"/>
                  <a:pt x="558800" y="5767532"/>
                </a:cubicBezTo>
                <a:cubicBezTo>
                  <a:pt x="438220" y="5747326"/>
                  <a:pt x="241927" y="5739622"/>
                  <a:pt x="0" y="5767532"/>
                </a:cubicBezTo>
                <a:cubicBezTo>
                  <a:pt x="-5358" y="5456880"/>
                  <a:pt x="-13635" y="5227513"/>
                  <a:pt x="0" y="5069020"/>
                </a:cubicBezTo>
                <a:cubicBezTo>
                  <a:pt x="13635" y="4910527"/>
                  <a:pt x="16254" y="4706409"/>
                  <a:pt x="0" y="4601209"/>
                </a:cubicBezTo>
                <a:cubicBezTo>
                  <a:pt x="-16254" y="4496009"/>
                  <a:pt x="11752" y="4141654"/>
                  <a:pt x="0" y="3845021"/>
                </a:cubicBezTo>
                <a:cubicBezTo>
                  <a:pt x="-11752" y="3548388"/>
                  <a:pt x="6622" y="3456106"/>
                  <a:pt x="0" y="3319535"/>
                </a:cubicBezTo>
                <a:cubicBezTo>
                  <a:pt x="-6622" y="3182964"/>
                  <a:pt x="531" y="2869313"/>
                  <a:pt x="0" y="2736374"/>
                </a:cubicBezTo>
                <a:cubicBezTo>
                  <a:pt x="-531" y="2603435"/>
                  <a:pt x="24719" y="2255750"/>
                  <a:pt x="0" y="2095537"/>
                </a:cubicBezTo>
                <a:cubicBezTo>
                  <a:pt x="-24719" y="1935324"/>
                  <a:pt x="21469" y="1699453"/>
                  <a:pt x="0" y="1570050"/>
                </a:cubicBezTo>
                <a:cubicBezTo>
                  <a:pt x="-21469" y="1440647"/>
                  <a:pt x="-27767" y="1176734"/>
                  <a:pt x="0" y="986889"/>
                </a:cubicBezTo>
                <a:cubicBezTo>
                  <a:pt x="27767" y="797044"/>
                  <a:pt x="15890" y="215433"/>
                  <a:pt x="0" y="0"/>
                </a:cubicBezTo>
                <a:close/>
              </a:path>
            </a:pathLst>
          </a:custGeom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8272078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09" name="Rectángulo 108">
            <a:hlinkClick r:id="rId4" action="ppaction://hlinksldjump">
              <a:snd r:embed="rId5" name="coin.wav"/>
            </a:hlinkClick>
            <a:hlinkHover r:id="rId4" action="ppaction://hlinksldjump"/>
            <a:extLst>
              <a:ext uri="{FF2B5EF4-FFF2-40B4-BE49-F238E27FC236}">
                <a16:creationId xmlns:a16="http://schemas.microsoft.com/office/drawing/2014/main" id="{1BA27432-0E98-4293-BEF4-920FCBA16E30}"/>
              </a:ext>
            </a:extLst>
          </p:cNvPr>
          <p:cNvSpPr/>
          <p:nvPr/>
        </p:nvSpPr>
        <p:spPr>
          <a:xfrm rot="7898278">
            <a:off x="10543017" y="5453301"/>
            <a:ext cx="1418169" cy="715626"/>
          </a:xfrm>
          <a:custGeom>
            <a:avLst/>
            <a:gdLst>
              <a:gd name="connsiteX0" fmla="*/ 0 w 1418169"/>
              <a:gd name="connsiteY0" fmla="*/ 0 h 715626"/>
              <a:gd name="connsiteX1" fmla="*/ 458541 w 1418169"/>
              <a:gd name="connsiteY1" fmla="*/ 0 h 715626"/>
              <a:gd name="connsiteX2" fmla="*/ 931264 w 1418169"/>
              <a:gd name="connsiteY2" fmla="*/ 0 h 715626"/>
              <a:gd name="connsiteX3" fmla="*/ 1418169 w 1418169"/>
              <a:gd name="connsiteY3" fmla="*/ 0 h 715626"/>
              <a:gd name="connsiteX4" fmla="*/ 1418169 w 1418169"/>
              <a:gd name="connsiteY4" fmla="*/ 343500 h 715626"/>
              <a:gd name="connsiteX5" fmla="*/ 1418169 w 1418169"/>
              <a:gd name="connsiteY5" fmla="*/ 715626 h 715626"/>
              <a:gd name="connsiteX6" fmla="*/ 931264 w 1418169"/>
              <a:gd name="connsiteY6" fmla="*/ 715626 h 715626"/>
              <a:gd name="connsiteX7" fmla="*/ 501086 w 1418169"/>
              <a:gd name="connsiteY7" fmla="*/ 715626 h 715626"/>
              <a:gd name="connsiteX8" fmla="*/ 0 w 1418169"/>
              <a:gd name="connsiteY8" fmla="*/ 715626 h 715626"/>
              <a:gd name="connsiteX9" fmla="*/ 0 w 1418169"/>
              <a:gd name="connsiteY9" fmla="*/ 357813 h 715626"/>
              <a:gd name="connsiteX10" fmla="*/ 0 w 1418169"/>
              <a:gd name="connsiteY10" fmla="*/ 0 h 715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18169" h="715626" fill="none" extrusionOk="0">
                <a:moveTo>
                  <a:pt x="0" y="0"/>
                </a:moveTo>
                <a:cubicBezTo>
                  <a:pt x="199631" y="-9387"/>
                  <a:pt x="331832" y="7226"/>
                  <a:pt x="458541" y="0"/>
                </a:cubicBezTo>
                <a:cubicBezTo>
                  <a:pt x="585250" y="-7226"/>
                  <a:pt x="694959" y="15040"/>
                  <a:pt x="931264" y="0"/>
                </a:cubicBezTo>
                <a:cubicBezTo>
                  <a:pt x="1167569" y="-15040"/>
                  <a:pt x="1253121" y="6834"/>
                  <a:pt x="1418169" y="0"/>
                </a:cubicBezTo>
                <a:cubicBezTo>
                  <a:pt x="1411079" y="68721"/>
                  <a:pt x="1415026" y="219706"/>
                  <a:pt x="1418169" y="343500"/>
                </a:cubicBezTo>
                <a:cubicBezTo>
                  <a:pt x="1421312" y="467294"/>
                  <a:pt x="1433420" y="611313"/>
                  <a:pt x="1418169" y="715626"/>
                </a:cubicBezTo>
                <a:cubicBezTo>
                  <a:pt x="1319330" y="696192"/>
                  <a:pt x="1077130" y="731507"/>
                  <a:pt x="931264" y="715626"/>
                </a:cubicBezTo>
                <a:cubicBezTo>
                  <a:pt x="785398" y="699745"/>
                  <a:pt x="656193" y="735182"/>
                  <a:pt x="501086" y="715626"/>
                </a:cubicBezTo>
                <a:cubicBezTo>
                  <a:pt x="345979" y="696070"/>
                  <a:pt x="139682" y="733991"/>
                  <a:pt x="0" y="715626"/>
                </a:cubicBezTo>
                <a:cubicBezTo>
                  <a:pt x="10517" y="625693"/>
                  <a:pt x="3790" y="438327"/>
                  <a:pt x="0" y="357813"/>
                </a:cubicBezTo>
                <a:cubicBezTo>
                  <a:pt x="-3790" y="277299"/>
                  <a:pt x="16386" y="97771"/>
                  <a:pt x="0" y="0"/>
                </a:cubicBezTo>
                <a:close/>
              </a:path>
              <a:path w="1418169" h="715626" stroke="0" extrusionOk="0">
                <a:moveTo>
                  <a:pt x="0" y="0"/>
                </a:moveTo>
                <a:cubicBezTo>
                  <a:pt x="144146" y="-5799"/>
                  <a:pt x="377319" y="14729"/>
                  <a:pt x="486905" y="0"/>
                </a:cubicBezTo>
                <a:cubicBezTo>
                  <a:pt x="596492" y="-14729"/>
                  <a:pt x="824473" y="11267"/>
                  <a:pt x="945446" y="0"/>
                </a:cubicBezTo>
                <a:cubicBezTo>
                  <a:pt x="1066419" y="-11267"/>
                  <a:pt x="1234919" y="-21484"/>
                  <a:pt x="1418169" y="0"/>
                </a:cubicBezTo>
                <a:cubicBezTo>
                  <a:pt x="1405357" y="175699"/>
                  <a:pt x="1415202" y="283006"/>
                  <a:pt x="1418169" y="364969"/>
                </a:cubicBezTo>
                <a:cubicBezTo>
                  <a:pt x="1421136" y="446932"/>
                  <a:pt x="1402171" y="565305"/>
                  <a:pt x="1418169" y="715626"/>
                </a:cubicBezTo>
                <a:cubicBezTo>
                  <a:pt x="1225459" y="711646"/>
                  <a:pt x="1058459" y="731371"/>
                  <a:pt x="931264" y="715626"/>
                </a:cubicBezTo>
                <a:cubicBezTo>
                  <a:pt x="804069" y="699881"/>
                  <a:pt x="558355" y="705600"/>
                  <a:pt x="430178" y="715626"/>
                </a:cubicBezTo>
                <a:cubicBezTo>
                  <a:pt x="302001" y="725652"/>
                  <a:pt x="208528" y="717204"/>
                  <a:pt x="0" y="715626"/>
                </a:cubicBezTo>
                <a:cubicBezTo>
                  <a:pt x="11206" y="551019"/>
                  <a:pt x="1057" y="442575"/>
                  <a:pt x="0" y="357813"/>
                </a:cubicBezTo>
                <a:cubicBezTo>
                  <a:pt x="-1057" y="273051"/>
                  <a:pt x="9873" y="171712"/>
                  <a:pt x="0" y="0"/>
                </a:cubicBezTo>
                <a:close/>
              </a:path>
            </a:pathLst>
          </a:custGeom>
          <a:solidFill>
            <a:srgbClr val="FF0000"/>
          </a:solidFill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355068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74" name="Rectángulo 73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5D0D9A26-0222-4812-91F9-CC73195264C4}"/>
              </a:ext>
            </a:extLst>
          </p:cNvPr>
          <p:cNvSpPr/>
          <p:nvPr/>
        </p:nvSpPr>
        <p:spPr>
          <a:xfrm rot="2470371">
            <a:off x="11098147" y="3008202"/>
            <a:ext cx="558800" cy="5767532"/>
          </a:xfrm>
          <a:custGeom>
            <a:avLst/>
            <a:gdLst>
              <a:gd name="connsiteX0" fmla="*/ 0 w 558800"/>
              <a:gd name="connsiteY0" fmla="*/ 0 h 5767532"/>
              <a:gd name="connsiteX1" fmla="*/ 558800 w 558800"/>
              <a:gd name="connsiteY1" fmla="*/ 0 h 5767532"/>
              <a:gd name="connsiteX2" fmla="*/ 558800 w 558800"/>
              <a:gd name="connsiteY2" fmla="*/ 583162 h 5767532"/>
              <a:gd name="connsiteX3" fmla="*/ 558800 w 558800"/>
              <a:gd name="connsiteY3" fmla="*/ 1050972 h 5767532"/>
              <a:gd name="connsiteX4" fmla="*/ 558800 w 558800"/>
              <a:gd name="connsiteY4" fmla="*/ 1634134 h 5767532"/>
              <a:gd name="connsiteX5" fmla="*/ 558800 w 558800"/>
              <a:gd name="connsiteY5" fmla="*/ 2390322 h 5767532"/>
              <a:gd name="connsiteX6" fmla="*/ 558800 w 558800"/>
              <a:gd name="connsiteY6" fmla="*/ 2915808 h 5767532"/>
              <a:gd name="connsiteX7" fmla="*/ 558800 w 558800"/>
              <a:gd name="connsiteY7" fmla="*/ 3671995 h 5767532"/>
              <a:gd name="connsiteX8" fmla="*/ 558800 w 558800"/>
              <a:gd name="connsiteY8" fmla="*/ 4255157 h 5767532"/>
              <a:gd name="connsiteX9" fmla="*/ 558800 w 558800"/>
              <a:gd name="connsiteY9" fmla="*/ 5011344 h 5767532"/>
              <a:gd name="connsiteX10" fmla="*/ 558800 w 558800"/>
              <a:gd name="connsiteY10" fmla="*/ 5767532 h 5767532"/>
              <a:gd name="connsiteX11" fmla="*/ 0 w 558800"/>
              <a:gd name="connsiteY11" fmla="*/ 5767532 h 5767532"/>
              <a:gd name="connsiteX12" fmla="*/ 0 w 558800"/>
              <a:gd name="connsiteY12" fmla="*/ 5126695 h 5767532"/>
              <a:gd name="connsiteX13" fmla="*/ 0 w 558800"/>
              <a:gd name="connsiteY13" fmla="*/ 4428183 h 5767532"/>
              <a:gd name="connsiteX14" fmla="*/ 0 w 558800"/>
              <a:gd name="connsiteY14" fmla="*/ 3902697 h 5767532"/>
              <a:gd name="connsiteX15" fmla="*/ 0 w 558800"/>
              <a:gd name="connsiteY15" fmla="*/ 3319535 h 5767532"/>
              <a:gd name="connsiteX16" fmla="*/ 0 w 558800"/>
              <a:gd name="connsiteY16" fmla="*/ 2678698 h 5767532"/>
              <a:gd name="connsiteX17" fmla="*/ 0 w 558800"/>
              <a:gd name="connsiteY17" fmla="*/ 2037861 h 5767532"/>
              <a:gd name="connsiteX18" fmla="*/ 0 w 558800"/>
              <a:gd name="connsiteY18" fmla="*/ 1512375 h 5767532"/>
              <a:gd name="connsiteX19" fmla="*/ 0 w 558800"/>
              <a:gd name="connsiteY19" fmla="*/ 756188 h 5767532"/>
              <a:gd name="connsiteX20" fmla="*/ 0 w 558800"/>
              <a:gd name="connsiteY20" fmla="*/ 0 h 5767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58800" h="5767532" fill="none" extrusionOk="0">
                <a:moveTo>
                  <a:pt x="0" y="0"/>
                </a:moveTo>
                <a:cubicBezTo>
                  <a:pt x="249181" y="10491"/>
                  <a:pt x="334695" y="-19532"/>
                  <a:pt x="558800" y="0"/>
                </a:cubicBezTo>
                <a:cubicBezTo>
                  <a:pt x="587830" y="222094"/>
                  <a:pt x="568544" y="428325"/>
                  <a:pt x="558800" y="583162"/>
                </a:cubicBezTo>
                <a:cubicBezTo>
                  <a:pt x="549056" y="737999"/>
                  <a:pt x="573201" y="838403"/>
                  <a:pt x="558800" y="1050972"/>
                </a:cubicBezTo>
                <a:cubicBezTo>
                  <a:pt x="544400" y="1263541"/>
                  <a:pt x="537808" y="1432998"/>
                  <a:pt x="558800" y="1634134"/>
                </a:cubicBezTo>
                <a:cubicBezTo>
                  <a:pt x="579792" y="1835270"/>
                  <a:pt x="524111" y="2154011"/>
                  <a:pt x="558800" y="2390322"/>
                </a:cubicBezTo>
                <a:cubicBezTo>
                  <a:pt x="593489" y="2626633"/>
                  <a:pt x="574695" y="2802728"/>
                  <a:pt x="558800" y="2915808"/>
                </a:cubicBezTo>
                <a:cubicBezTo>
                  <a:pt x="542905" y="3028888"/>
                  <a:pt x="558497" y="3516446"/>
                  <a:pt x="558800" y="3671995"/>
                </a:cubicBezTo>
                <a:cubicBezTo>
                  <a:pt x="559103" y="3827544"/>
                  <a:pt x="545029" y="4055329"/>
                  <a:pt x="558800" y="4255157"/>
                </a:cubicBezTo>
                <a:cubicBezTo>
                  <a:pt x="572571" y="4454985"/>
                  <a:pt x="570683" y="4782583"/>
                  <a:pt x="558800" y="5011344"/>
                </a:cubicBezTo>
                <a:cubicBezTo>
                  <a:pt x="546917" y="5240105"/>
                  <a:pt x="524679" y="5583357"/>
                  <a:pt x="558800" y="5767532"/>
                </a:cubicBezTo>
                <a:cubicBezTo>
                  <a:pt x="444072" y="5782294"/>
                  <a:pt x="167397" y="5747391"/>
                  <a:pt x="0" y="5767532"/>
                </a:cubicBezTo>
                <a:cubicBezTo>
                  <a:pt x="-23430" y="5486415"/>
                  <a:pt x="27831" y="5291587"/>
                  <a:pt x="0" y="5126695"/>
                </a:cubicBezTo>
                <a:cubicBezTo>
                  <a:pt x="-27831" y="4961803"/>
                  <a:pt x="10584" y="4746440"/>
                  <a:pt x="0" y="4428183"/>
                </a:cubicBezTo>
                <a:cubicBezTo>
                  <a:pt x="-10584" y="4109926"/>
                  <a:pt x="9810" y="4057170"/>
                  <a:pt x="0" y="3902697"/>
                </a:cubicBezTo>
                <a:cubicBezTo>
                  <a:pt x="-9810" y="3748224"/>
                  <a:pt x="-28452" y="3548890"/>
                  <a:pt x="0" y="3319535"/>
                </a:cubicBezTo>
                <a:cubicBezTo>
                  <a:pt x="28452" y="3090180"/>
                  <a:pt x="-12344" y="2814672"/>
                  <a:pt x="0" y="2678698"/>
                </a:cubicBezTo>
                <a:cubicBezTo>
                  <a:pt x="12344" y="2542724"/>
                  <a:pt x="-22556" y="2169100"/>
                  <a:pt x="0" y="2037861"/>
                </a:cubicBezTo>
                <a:cubicBezTo>
                  <a:pt x="22556" y="1906622"/>
                  <a:pt x="13005" y="1670603"/>
                  <a:pt x="0" y="1512375"/>
                </a:cubicBezTo>
                <a:cubicBezTo>
                  <a:pt x="-13005" y="1354147"/>
                  <a:pt x="-26844" y="1045364"/>
                  <a:pt x="0" y="756188"/>
                </a:cubicBezTo>
                <a:cubicBezTo>
                  <a:pt x="26844" y="467012"/>
                  <a:pt x="-27910" y="198106"/>
                  <a:pt x="0" y="0"/>
                </a:cubicBezTo>
                <a:close/>
              </a:path>
              <a:path w="558800" h="5767532" stroke="0" extrusionOk="0">
                <a:moveTo>
                  <a:pt x="0" y="0"/>
                </a:moveTo>
                <a:cubicBezTo>
                  <a:pt x="277026" y="-16723"/>
                  <a:pt x="440738" y="-27890"/>
                  <a:pt x="558800" y="0"/>
                </a:cubicBezTo>
                <a:cubicBezTo>
                  <a:pt x="573133" y="194769"/>
                  <a:pt x="587914" y="449743"/>
                  <a:pt x="558800" y="640837"/>
                </a:cubicBezTo>
                <a:cubicBezTo>
                  <a:pt x="529686" y="831931"/>
                  <a:pt x="564091" y="1029035"/>
                  <a:pt x="558800" y="1223998"/>
                </a:cubicBezTo>
                <a:cubicBezTo>
                  <a:pt x="553509" y="1418961"/>
                  <a:pt x="530716" y="1624436"/>
                  <a:pt x="558800" y="1807160"/>
                </a:cubicBezTo>
                <a:cubicBezTo>
                  <a:pt x="586884" y="1989884"/>
                  <a:pt x="567029" y="2131154"/>
                  <a:pt x="558800" y="2274971"/>
                </a:cubicBezTo>
                <a:cubicBezTo>
                  <a:pt x="550571" y="2418788"/>
                  <a:pt x="557552" y="2583623"/>
                  <a:pt x="558800" y="2800457"/>
                </a:cubicBezTo>
                <a:cubicBezTo>
                  <a:pt x="560048" y="3017291"/>
                  <a:pt x="570993" y="3154514"/>
                  <a:pt x="558800" y="3441294"/>
                </a:cubicBezTo>
                <a:cubicBezTo>
                  <a:pt x="546607" y="3728074"/>
                  <a:pt x="579906" y="3934440"/>
                  <a:pt x="558800" y="4082131"/>
                </a:cubicBezTo>
                <a:cubicBezTo>
                  <a:pt x="537694" y="4229822"/>
                  <a:pt x="526465" y="4512347"/>
                  <a:pt x="558800" y="4838319"/>
                </a:cubicBezTo>
                <a:cubicBezTo>
                  <a:pt x="591135" y="5164291"/>
                  <a:pt x="557268" y="5427245"/>
                  <a:pt x="558800" y="5767532"/>
                </a:cubicBezTo>
                <a:cubicBezTo>
                  <a:pt x="360157" y="5746825"/>
                  <a:pt x="132712" y="5791375"/>
                  <a:pt x="0" y="5767532"/>
                </a:cubicBezTo>
                <a:cubicBezTo>
                  <a:pt x="9991" y="5655476"/>
                  <a:pt x="-5505" y="5426369"/>
                  <a:pt x="0" y="5242046"/>
                </a:cubicBezTo>
                <a:cubicBezTo>
                  <a:pt x="5505" y="5057723"/>
                  <a:pt x="25511" y="4821694"/>
                  <a:pt x="0" y="4658884"/>
                </a:cubicBezTo>
                <a:cubicBezTo>
                  <a:pt x="-25511" y="4496074"/>
                  <a:pt x="-18057" y="4284133"/>
                  <a:pt x="0" y="4133398"/>
                </a:cubicBezTo>
                <a:cubicBezTo>
                  <a:pt x="18057" y="3982663"/>
                  <a:pt x="6220" y="3679932"/>
                  <a:pt x="0" y="3550236"/>
                </a:cubicBezTo>
                <a:cubicBezTo>
                  <a:pt x="-6220" y="3420540"/>
                  <a:pt x="-623" y="3262115"/>
                  <a:pt x="0" y="3024750"/>
                </a:cubicBezTo>
                <a:cubicBezTo>
                  <a:pt x="623" y="2787385"/>
                  <a:pt x="16230" y="2711882"/>
                  <a:pt x="0" y="2556939"/>
                </a:cubicBezTo>
                <a:cubicBezTo>
                  <a:pt x="-16230" y="2401996"/>
                  <a:pt x="-2964" y="2193907"/>
                  <a:pt x="0" y="1916102"/>
                </a:cubicBezTo>
                <a:cubicBezTo>
                  <a:pt x="2964" y="1638297"/>
                  <a:pt x="9995" y="1554001"/>
                  <a:pt x="0" y="1332941"/>
                </a:cubicBezTo>
                <a:cubicBezTo>
                  <a:pt x="-9995" y="1111881"/>
                  <a:pt x="4536" y="970373"/>
                  <a:pt x="0" y="865130"/>
                </a:cubicBezTo>
                <a:cubicBezTo>
                  <a:pt x="-4536" y="759887"/>
                  <a:pt x="4050" y="217340"/>
                  <a:pt x="0" y="0"/>
                </a:cubicBezTo>
                <a:close/>
              </a:path>
            </a:pathLst>
          </a:custGeom>
          <a:ln w="76200">
            <a:solidFill>
              <a:srgbClr val="595959"/>
            </a:solidFill>
            <a:extLst>
              <a:ext uri="{C807C97D-BFC1-408E-A445-0C87EB9F89A2}">
                <ask:lineSketchStyleProps xmlns:ask="http://schemas.microsoft.com/office/drawing/2018/sketchyshapes" sd="284968885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4749452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" dur="3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9" dur="3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7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" dur="3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5" dur="3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07407E-6 L -2.08333E-7 0.2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1" dur="5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3" dur="5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4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AD47"/>
                                      </p:to>
                                    </p:animClr>
                                    <p:set>
                                      <p:cBhvr>
                                        <p:cTn id="48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4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6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61" grpId="0" animBg="1"/>
      <p:bldP spid="69" grpId="0" animBg="1"/>
      <p:bldP spid="10" grpId="0" animBg="1"/>
      <p:bldP spid="103" grpId="0" animBg="1"/>
      <p:bldP spid="95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21</Words>
  <Application>Microsoft Office PowerPoint</Application>
  <PresentationFormat>Panorámica</PresentationFormat>
  <Paragraphs>21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Cazorla</dc:creator>
  <cp:lastModifiedBy>Daniel Cazorla</cp:lastModifiedBy>
  <cp:revision>79</cp:revision>
  <dcterms:created xsi:type="dcterms:W3CDTF">2024-10-26T20:25:08Z</dcterms:created>
  <dcterms:modified xsi:type="dcterms:W3CDTF">2024-10-31T00:31:07Z</dcterms:modified>
</cp:coreProperties>
</file>